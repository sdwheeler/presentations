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827_3B084356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818_2959046F.xml" ContentType="application/vnd.ms-powerpoint.comments+xml"/>
  <Override PartName="/ppt/notesSlides/notesSlide11.xml" ContentType="application/vnd.openxmlformats-officedocument.presentationml.notesSlide+xml"/>
  <Override PartName="/ppt/comments/modernComment_7BBF5B87_B995A9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81C_7B954497.xml" ContentType="application/vnd.ms-powerpoint.comments+xml"/>
  <Override PartName="/ppt/comments/modernComment_100_7ABA768D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094" r:id="rId2"/>
    <p:sldId id="260" r:id="rId3"/>
    <p:sldId id="2093" r:id="rId4"/>
    <p:sldId id="2082" r:id="rId5"/>
    <p:sldId id="2091" r:id="rId6"/>
    <p:sldId id="258" r:id="rId7"/>
    <p:sldId id="2086" r:id="rId8"/>
    <p:sldId id="267" r:id="rId9"/>
    <p:sldId id="268" r:id="rId10"/>
    <p:sldId id="269" r:id="rId11"/>
    <p:sldId id="2076138364" r:id="rId12"/>
    <p:sldId id="2087" r:id="rId13"/>
    <p:sldId id="2070" r:id="rId14"/>
    <p:sldId id="2071" r:id="rId15"/>
    <p:sldId id="2076138360" r:id="rId16"/>
    <p:sldId id="2076138362" r:id="rId17"/>
    <p:sldId id="2076138363" r:id="rId18"/>
    <p:sldId id="2076138368" r:id="rId19"/>
    <p:sldId id="2088" r:id="rId20"/>
    <p:sldId id="2072" r:id="rId21"/>
    <p:sldId id="2076138367" r:id="rId22"/>
    <p:sldId id="2089" r:id="rId23"/>
    <p:sldId id="2076138371" r:id="rId24"/>
    <p:sldId id="2076138374" r:id="rId25"/>
    <p:sldId id="2076138375" r:id="rId26"/>
    <p:sldId id="2092" r:id="rId27"/>
    <p:sldId id="2076" r:id="rId28"/>
    <p:sldId id="2090" r:id="rId29"/>
    <p:sldId id="256" r:id="rId30"/>
    <p:sldId id="2076138372" r:id="rId31"/>
    <p:sldId id="2076138373" r:id="rId32"/>
    <p:sldId id="207613836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98A193-2389-E629-F076-AE7585B329FA}" name="Jason Helmick" initials="JH" userId="S::jahelmic@microsoft.com::4d62dfd8-4666-4b3a-86fb-ee321fffbfda" providerId="AD"/>
  <p188:author id="{2FA9E7CF-4A79-0B5C-232B-F6087FCC85D9}" name="Sydney Smith (SHE/HER)" initials="SS(" userId="Sydney Smith (SHE/HER)" providerId="None"/>
  <p188:author id="{EC4A3FD0-2663-81D0-BD15-DAC62341F820}" name="Steve Lee (POWERSHELL HE/HIM)" initials="SH" userId="S::slee@ntdev.microsoft.com::5fb4c31c-7920-4460-9423-41063ed788b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8EE12-53B6-F940-9B26-AF8CB7EDAC6B}" v="20" dt="2022-04-22T15:53:34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4"/>
  </p:normalViewPr>
  <p:slideViewPr>
    <p:cSldViewPr snapToGrid="0">
      <p:cViewPr varScale="1">
        <p:scale>
          <a:sx n="121" d="100"/>
          <a:sy n="121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rey Snover" userId="S::jsnover@ntdev.microsoft.com::5d9eba03-8f78-415e-aef2-793173fac816" providerId="AD" clId="Web-{B412BD00-4C0D-224B-C31E-9F85D7EC6038}"/>
    <pc:docChg chg="addSld delSld modSld">
      <pc:chgData name="Jeffrey Snover" userId="S::jsnover@ntdev.microsoft.com::5d9eba03-8f78-415e-aef2-793173fac816" providerId="AD" clId="Web-{B412BD00-4C0D-224B-C31E-9F85D7EC6038}" dt="2022-04-15T21:26:18.614" v="58" actId="14100"/>
      <pc:docMkLst>
        <pc:docMk/>
      </pc:docMkLst>
      <pc:sldChg chg="modNotes">
        <pc:chgData name="Jeffrey Snover" userId="S::jsnover@ntdev.microsoft.com::5d9eba03-8f78-415e-aef2-793173fac816" providerId="AD" clId="Web-{B412BD00-4C0D-224B-C31E-9F85D7EC6038}" dt="2022-04-15T21:22:04.506" v="42"/>
        <pc:sldMkLst>
          <pc:docMk/>
          <pc:sldMk cId="1571406161" sldId="2078"/>
        </pc:sldMkLst>
      </pc:sldChg>
      <pc:sldChg chg="addSp delSp modSp">
        <pc:chgData name="Jeffrey Snover" userId="S::jsnover@ntdev.microsoft.com::5d9eba03-8f78-415e-aef2-793173fac816" providerId="AD" clId="Web-{B412BD00-4C0D-224B-C31E-9F85D7EC6038}" dt="2022-04-15T21:24:09.185" v="49"/>
        <pc:sldMkLst>
          <pc:docMk/>
          <pc:sldMk cId="2780999059" sldId="2080"/>
        </pc:sldMkLst>
        <pc:spChg chg="add del mod">
          <ac:chgData name="Jeffrey Snover" userId="S::jsnover@ntdev.microsoft.com::5d9eba03-8f78-415e-aef2-793173fac816" providerId="AD" clId="Web-{B412BD00-4C0D-224B-C31E-9F85D7EC6038}" dt="2022-04-15T21:24:09.185" v="49"/>
          <ac:spMkLst>
            <pc:docMk/>
            <pc:sldMk cId="2780999059" sldId="2080"/>
            <ac:spMk id="3" creationId="{DE5A6CEE-DED0-CB24-FEBE-44AD4FB0E63C}"/>
          </ac:spMkLst>
        </pc:spChg>
      </pc:sldChg>
      <pc:sldChg chg="add del replId">
        <pc:chgData name="Jeffrey Snover" userId="S::jsnover@ntdev.microsoft.com::5d9eba03-8f78-415e-aef2-793173fac816" providerId="AD" clId="Web-{B412BD00-4C0D-224B-C31E-9F85D7EC6038}" dt="2022-04-15T21:25:20.595" v="51"/>
        <pc:sldMkLst>
          <pc:docMk/>
          <pc:sldMk cId="1015498777" sldId="2076138366"/>
        </pc:sldMkLst>
      </pc:sldChg>
      <pc:sldChg chg="addSp modSp add replId">
        <pc:chgData name="Jeffrey Snover" userId="S::jsnover@ntdev.microsoft.com::5d9eba03-8f78-415e-aef2-793173fac816" providerId="AD" clId="Web-{B412BD00-4C0D-224B-C31E-9F85D7EC6038}" dt="2022-04-15T21:26:18.614" v="58" actId="14100"/>
        <pc:sldMkLst>
          <pc:docMk/>
          <pc:sldMk cId="1511833679" sldId="2076138366"/>
        </pc:sldMkLst>
        <pc:spChg chg="add mod">
          <ac:chgData name="Jeffrey Snover" userId="S::jsnover@ntdev.microsoft.com::5d9eba03-8f78-415e-aef2-793173fac816" providerId="AD" clId="Web-{B412BD00-4C0D-224B-C31E-9F85D7EC6038}" dt="2022-04-15T21:26:18.614" v="58" actId="14100"/>
          <ac:spMkLst>
            <pc:docMk/>
            <pc:sldMk cId="1511833679" sldId="2076138366"/>
            <ac:spMk id="3" creationId="{923852B4-AE51-25D1-C5FA-41C788FEEDD5}"/>
          </ac:spMkLst>
        </pc:spChg>
      </pc:sldChg>
      <pc:sldChg chg="add del replId">
        <pc:chgData name="Jeffrey Snover" userId="S::jsnover@ntdev.microsoft.com::5d9eba03-8f78-415e-aef2-793173fac816" providerId="AD" clId="Web-{B412BD00-4C0D-224B-C31E-9F85D7EC6038}" dt="2022-04-15T21:25:20.564" v="50"/>
        <pc:sldMkLst>
          <pc:docMk/>
          <pc:sldMk cId="497541507" sldId="2076138367"/>
        </pc:sldMkLst>
      </pc:sldChg>
    </pc:docChg>
  </pc:docChgLst>
  <pc:docChgLst>
    <pc:chgData name="Jeffrey Snover" userId="S::jsnover@ntdev.microsoft.com::5d9eba03-8f78-415e-aef2-793173fac816" providerId="AD" clId="Web-{2DDDC185-7920-3DD4-83E4-C08C2D014395}"/>
    <pc:docChg chg="modSld">
      <pc:chgData name="Jeffrey Snover" userId="S::jsnover@ntdev.microsoft.com::5d9eba03-8f78-415e-aef2-793173fac816" providerId="AD" clId="Web-{2DDDC185-7920-3DD4-83E4-C08C2D014395}" dt="2022-04-08T16:01:52.673" v="5" actId="20577"/>
      <pc:docMkLst>
        <pc:docMk/>
      </pc:docMkLst>
      <pc:sldChg chg="modSp">
        <pc:chgData name="Jeffrey Snover" userId="S::jsnover@ntdev.microsoft.com::5d9eba03-8f78-415e-aef2-793173fac816" providerId="AD" clId="Web-{2DDDC185-7920-3DD4-83E4-C08C2D014395}" dt="2022-04-08T16:01:52.673" v="5" actId="20577"/>
        <pc:sldMkLst>
          <pc:docMk/>
          <pc:sldMk cId="1744196703" sldId="260"/>
        </pc:sldMkLst>
        <pc:spChg chg="mod">
          <ac:chgData name="Jeffrey Snover" userId="S::jsnover@ntdev.microsoft.com::5d9eba03-8f78-415e-aef2-793173fac816" providerId="AD" clId="Web-{2DDDC185-7920-3DD4-83E4-C08C2D014395}" dt="2022-04-08T16:01:52.673" v="5" actId="20577"/>
          <ac:spMkLst>
            <pc:docMk/>
            <pc:sldMk cId="1744196703" sldId="260"/>
            <ac:spMk id="5" creationId="{36A94373-1318-4DA1-B584-1BED9EB719DF}"/>
          </ac:spMkLst>
        </pc:spChg>
      </pc:sldChg>
      <pc:sldChg chg="modSp">
        <pc:chgData name="Jeffrey Snover" userId="S::jsnover@ntdev.microsoft.com::5d9eba03-8f78-415e-aef2-793173fac816" providerId="AD" clId="Web-{2DDDC185-7920-3DD4-83E4-C08C2D014395}" dt="2022-04-08T16:01:22.360" v="2" actId="20577"/>
        <pc:sldMkLst>
          <pc:docMk/>
          <pc:sldMk cId="179924628" sldId="2094"/>
        </pc:sldMkLst>
        <pc:spChg chg="mod">
          <ac:chgData name="Jeffrey Snover" userId="S::jsnover@ntdev.microsoft.com::5d9eba03-8f78-415e-aef2-793173fac816" providerId="AD" clId="Web-{2DDDC185-7920-3DD4-83E4-C08C2D014395}" dt="2022-04-08T16:01:22.360" v="2" actId="20577"/>
          <ac:spMkLst>
            <pc:docMk/>
            <pc:sldMk cId="179924628" sldId="2094"/>
            <ac:spMk id="4" creationId="{B806DAAB-306E-6700-52B9-E50453DE2C38}"/>
          </ac:spMkLst>
        </pc:spChg>
      </pc:sldChg>
    </pc:docChg>
  </pc:docChgLst>
  <pc:docChgLst>
    <pc:chgData name="Jason Helmick" userId="S::jahelmic@microsoft.com::4d62dfd8-4666-4b3a-86fb-ee321fffbfda" providerId="AD" clId="Web-{B9B3908D-F554-559E-0D1D-D138A86CE92F}"/>
    <pc:docChg chg="addSld delSld modSld">
      <pc:chgData name="Jason Helmick" userId="S::jahelmic@microsoft.com::4d62dfd8-4666-4b3a-86fb-ee321fffbfda" providerId="AD" clId="Web-{B9B3908D-F554-559E-0D1D-D138A86CE92F}" dt="2022-04-08T16:33:37.028" v="427" actId="20577"/>
      <pc:docMkLst>
        <pc:docMk/>
      </pc:docMkLst>
      <pc:sldChg chg="modSp">
        <pc:chgData name="Jason Helmick" userId="S::jahelmic@microsoft.com::4d62dfd8-4666-4b3a-86fb-ee321fffbfda" providerId="AD" clId="Web-{B9B3908D-F554-559E-0D1D-D138A86CE92F}" dt="2022-04-08T16:06:47.267" v="48" actId="20577"/>
        <pc:sldMkLst>
          <pc:docMk/>
          <pc:sldMk cId="2184547541" sldId="258"/>
        </pc:sldMkLst>
        <pc:spChg chg="mod">
          <ac:chgData name="Jason Helmick" userId="S::jahelmic@microsoft.com::4d62dfd8-4666-4b3a-86fb-ee321fffbfda" providerId="AD" clId="Web-{B9B3908D-F554-559E-0D1D-D138A86CE92F}" dt="2022-04-08T15:50:41.339" v="11" actId="20577"/>
          <ac:spMkLst>
            <pc:docMk/>
            <pc:sldMk cId="2184547541" sldId="258"/>
            <ac:spMk id="2" creationId="{AD58A49D-0BF4-A3A5-B989-8C60CF37D49E}"/>
          </ac:spMkLst>
        </pc:spChg>
        <pc:spChg chg="mod">
          <ac:chgData name="Jason Helmick" userId="S::jahelmic@microsoft.com::4d62dfd8-4666-4b3a-86fb-ee321fffbfda" providerId="AD" clId="Web-{B9B3908D-F554-559E-0D1D-D138A86CE92F}" dt="2022-04-08T16:06:47.267" v="48" actId="20577"/>
          <ac:spMkLst>
            <pc:docMk/>
            <pc:sldMk cId="2184547541" sldId="258"/>
            <ac:spMk id="3" creationId="{75636278-CC0D-972B-4359-647141E743DB}"/>
          </ac:spMkLst>
        </pc:spChg>
      </pc:sldChg>
      <pc:sldChg chg="modSp">
        <pc:chgData name="Jason Helmick" userId="S::jahelmic@microsoft.com::4d62dfd8-4666-4b3a-86fb-ee321fffbfda" providerId="AD" clId="Web-{B9B3908D-F554-559E-0D1D-D138A86CE92F}" dt="2022-04-08T16:28:08.010" v="365" actId="20577"/>
        <pc:sldMkLst>
          <pc:docMk/>
          <pc:sldMk cId="1813072941" sldId="262"/>
        </pc:sldMkLst>
        <pc:spChg chg="mod">
          <ac:chgData name="Jason Helmick" userId="S::jahelmic@microsoft.com::4d62dfd8-4666-4b3a-86fb-ee321fffbfda" providerId="AD" clId="Web-{B9B3908D-F554-559E-0D1D-D138A86CE92F}" dt="2022-04-08T16:28:08.010" v="365" actId="20577"/>
          <ac:spMkLst>
            <pc:docMk/>
            <pc:sldMk cId="1813072941" sldId="262"/>
            <ac:spMk id="3" creationId="{E2B4180D-C29F-5FCB-C21E-2CD2D1F59F9F}"/>
          </ac:spMkLst>
        </pc:spChg>
      </pc:sldChg>
      <pc:sldChg chg="modSp">
        <pc:chgData name="Jason Helmick" userId="S::jahelmic@microsoft.com::4d62dfd8-4666-4b3a-86fb-ee321fffbfda" providerId="AD" clId="Web-{B9B3908D-F554-559E-0D1D-D138A86CE92F}" dt="2022-04-08T16:29:12.826" v="379" actId="20577"/>
        <pc:sldMkLst>
          <pc:docMk/>
          <pc:sldMk cId="693699695" sldId="2072"/>
        </pc:sldMkLst>
        <pc:spChg chg="mod">
          <ac:chgData name="Jason Helmick" userId="S::jahelmic@microsoft.com::4d62dfd8-4666-4b3a-86fb-ee321fffbfda" providerId="AD" clId="Web-{B9B3908D-F554-559E-0D1D-D138A86CE92F}" dt="2022-04-08T16:29:12.826" v="379" actId="20577"/>
          <ac:spMkLst>
            <pc:docMk/>
            <pc:sldMk cId="693699695" sldId="2072"/>
            <ac:spMk id="8" creationId="{CF3FC591-7F2C-4527-82E7-2E056F193F1A}"/>
          </ac:spMkLst>
        </pc:spChg>
      </pc:sldChg>
      <pc:sldChg chg="modSp">
        <pc:chgData name="Jason Helmick" userId="S::jahelmic@microsoft.com::4d62dfd8-4666-4b3a-86fb-ee321fffbfda" providerId="AD" clId="Web-{B9B3908D-F554-559E-0D1D-D138A86CE92F}" dt="2022-04-08T16:16:04.283" v="320" actId="20577"/>
        <pc:sldMkLst>
          <pc:docMk/>
          <pc:sldMk cId="760651980" sldId="2073"/>
        </pc:sldMkLst>
        <pc:spChg chg="mod">
          <ac:chgData name="Jason Helmick" userId="S::jahelmic@microsoft.com::4d62dfd8-4666-4b3a-86fb-ee321fffbfda" providerId="AD" clId="Web-{B9B3908D-F554-559E-0D1D-D138A86CE92F}" dt="2022-04-08T16:16:04.283" v="320" actId="20577"/>
          <ac:spMkLst>
            <pc:docMk/>
            <pc:sldMk cId="760651980" sldId="2073"/>
            <ac:spMk id="3" creationId="{BBAE65FF-2E46-41F7-80DF-966512112FF6}"/>
          </ac:spMkLst>
        </pc:spChg>
      </pc:sldChg>
      <pc:sldChg chg="del">
        <pc:chgData name="Jason Helmick" userId="S::jahelmic@microsoft.com::4d62dfd8-4666-4b3a-86fb-ee321fffbfda" providerId="AD" clId="Web-{B9B3908D-F554-559E-0D1D-D138A86CE92F}" dt="2022-04-08T16:06:55.534" v="49"/>
        <pc:sldMkLst>
          <pc:docMk/>
          <pc:sldMk cId="1639163022" sldId="2085"/>
        </pc:sldMkLst>
      </pc:sldChg>
      <pc:sldChg chg="modSp add replId">
        <pc:chgData name="Jason Helmick" userId="S::jahelmic@microsoft.com::4d62dfd8-4666-4b3a-86fb-ee321fffbfda" providerId="AD" clId="Web-{B9B3908D-F554-559E-0D1D-D138A86CE92F}" dt="2022-04-08T16:33:37.028" v="427" actId="20577"/>
        <pc:sldMkLst>
          <pc:docMk/>
          <pc:sldMk cId="2797187859" sldId="2095"/>
        </pc:sldMkLst>
        <pc:spChg chg="mod">
          <ac:chgData name="Jason Helmick" userId="S::jahelmic@microsoft.com::4d62dfd8-4666-4b3a-86fb-ee321fffbfda" providerId="AD" clId="Web-{B9B3908D-F554-559E-0D1D-D138A86CE92F}" dt="2022-04-08T16:33:37.028" v="427" actId="20577"/>
          <ac:spMkLst>
            <pc:docMk/>
            <pc:sldMk cId="2797187859" sldId="2095"/>
            <ac:spMk id="4" creationId="{1B87B61F-315C-4C7A-82E9-AA14A3D362D9}"/>
          </ac:spMkLst>
        </pc:spChg>
        <pc:spChg chg="mod">
          <ac:chgData name="Jason Helmick" userId="S::jahelmic@microsoft.com::4d62dfd8-4666-4b3a-86fb-ee321fffbfda" providerId="AD" clId="Web-{B9B3908D-F554-559E-0D1D-D138A86CE92F}" dt="2022-04-08T16:32:18.165" v="405" actId="20577"/>
          <ac:spMkLst>
            <pc:docMk/>
            <pc:sldMk cId="2797187859" sldId="2095"/>
            <ac:spMk id="8" creationId="{CF3FC591-7F2C-4527-82E7-2E056F193F1A}"/>
          </ac:spMkLst>
        </pc:spChg>
      </pc:sldChg>
    </pc:docChg>
  </pc:docChgLst>
  <pc:docChgLst>
    <pc:chgData name="Jason Helmick" userId="S::jahelmic@microsoft.com::4d62dfd8-4666-4b3a-86fb-ee321fffbfda" providerId="AD" clId="Web-{981E18FE-F839-5F4A-EEED-C970F0E25BBF}"/>
    <pc:docChg chg="">
      <pc:chgData name="Jason Helmick" userId="S::jahelmic@microsoft.com::4d62dfd8-4666-4b3a-86fb-ee321fffbfda" providerId="AD" clId="Web-{981E18FE-F839-5F4A-EEED-C970F0E25BBF}" dt="2022-04-15T17:46:25.681" v="0"/>
      <pc:docMkLst>
        <pc:docMk/>
      </pc:docMkLst>
      <pc:sldChg chg="modCm">
        <pc:chgData name="Jason Helmick" userId="S::jahelmic@microsoft.com::4d62dfd8-4666-4b3a-86fb-ee321fffbfda" providerId="AD" clId="Web-{981E18FE-F839-5F4A-EEED-C970F0E25BBF}" dt="2022-04-15T17:46:25.681" v="0"/>
        <pc:sldMkLst>
          <pc:docMk/>
          <pc:sldMk cId="990397270" sldId="2087"/>
        </pc:sldMkLst>
      </pc:sldChg>
    </pc:docChg>
  </pc:docChgLst>
  <pc:docChgLst>
    <pc:chgData name="Jason Helmick" userId="4d62dfd8-4666-4b3a-86fb-ee321fffbfda" providerId="ADAL" clId="{9A48EE12-53B6-F940-9B26-AF8CB7EDAC6B}"/>
    <pc:docChg chg="undo custSel addSld delSld modSld sldOrd modShowInfo">
      <pc:chgData name="Jason Helmick" userId="4d62dfd8-4666-4b3a-86fb-ee321fffbfda" providerId="ADAL" clId="{9A48EE12-53B6-F940-9B26-AF8CB7EDAC6B}" dt="2022-04-24T14:16:05.403" v="5285" actId="2744"/>
      <pc:docMkLst>
        <pc:docMk/>
      </pc:docMkLst>
      <pc:sldChg chg="addSp delSp modSp mod ord modCm">
        <pc:chgData name="Jason Helmick" userId="4d62dfd8-4666-4b3a-86fb-ee321fffbfda" providerId="ADAL" clId="{9A48EE12-53B6-F940-9B26-AF8CB7EDAC6B}" dt="2022-04-22T15:52:20.773" v="5277" actId="1076"/>
        <pc:sldMkLst>
          <pc:docMk/>
          <pc:sldMk cId="2059040397" sldId="256"/>
        </pc:sldMkLst>
        <pc:spChg chg="add mod">
          <ac:chgData name="Jason Helmick" userId="4d62dfd8-4666-4b3a-86fb-ee321fffbfda" providerId="ADAL" clId="{9A48EE12-53B6-F940-9B26-AF8CB7EDAC6B}" dt="2022-04-22T15:52:20.773" v="5277" actId="1076"/>
          <ac:spMkLst>
            <pc:docMk/>
            <pc:sldMk cId="2059040397" sldId="256"/>
            <ac:spMk id="2" creationId="{36CECC08-01E9-437F-EDB0-B2EB29FE09B9}"/>
          </ac:spMkLst>
        </pc:spChg>
        <pc:spChg chg="add del mod">
          <ac:chgData name="Jason Helmick" userId="4d62dfd8-4666-4b3a-86fb-ee321fffbfda" providerId="ADAL" clId="{9A48EE12-53B6-F940-9B26-AF8CB7EDAC6B}" dt="2022-04-13T15:50:26.384" v="3438" actId="478"/>
          <ac:spMkLst>
            <pc:docMk/>
            <pc:sldMk cId="2059040397" sldId="256"/>
            <ac:spMk id="2" creationId="{C24A6D4C-0ADA-B1BD-75D0-2244829055A4}"/>
          </ac:spMkLst>
        </pc:spChg>
        <pc:spChg chg="mod">
          <ac:chgData name="Jason Helmick" userId="4d62dfd8-4666-4b3a-86fb-ee321fffbfda" providerId="ADAL" clId="{9A48EE12-53B6-F940-9B26-AF8CB7EDAC6B}" dt="2022-04-13T15:50:17.146" v="3437" actId="20577"/>
          <ac:spMkLst>
            <pc:docMk/>
            <pc:sldMk cId="2059040397" sldId="256"/>
            <ac:spMk id="4" creationId="{3B98BFB5-13E6-0ED3-8487-85D76A800CA6}"/>
          </ac:spMkLst>
        </pc:spChg>
        <pc:spChg chg="mod">
          <ac:chgData name="Jason Helmick" userId="4d62dfd8-4666-4b3a-86fb-ee321fffbfda" providerId="ADAL" clId="{9A48EE12-53B6-F940-9B26-AF8CB7EDAC6B}" dt="2022-04-01T16:18:13.121" v="20" actId="1076"/>
          <ac:spMkLst>
            <pc:docMk/>
            <pc:sldMk cId="2059040397" sldId="256"/>
            <ac:spMk id="16" creationId="{2A2276C3-3710-119F-7E14-164F5458A2D9}"/>
          </ac:spMkLst>
        </pc:spChg>
        <pc:spChg chg="mod">
          <ac:chgData name="Jason Helmick" userId="4d62dfd8-4666-4b3a-86fb-ee321fffbfda" providerId="ADAL" clId="{9A48EE12-53B6-F940-9B26-AF8CB7EDAC6B}" dt="2022-04-01T16:18:13.121" v="20" actId="1076"/>
          <ac:spMkLst>
            <pc:docMk/>
            <pc:sldMk cId="2059040397" sldId="256"/>
            <ac:spMk id="17" creationId="{A63F9097-FA37-6AC5-3ED8-218CF8BC3B2F}"/>
          </ac:spMkLst>
        </pc:spChg>
        <pc:spChg chg="mod">
          <ac:chgData name="Jason Helmick" userId="4d62dfd8-4666-4b3a-86fb-ee321fffbfda" providerId="ADAL" clId="{9A48EE12-53B6-F940-9B26-AF8CB7EDAC6B}" dt="2022-04-13T15:54:08.523" v="3552" actId="1076"/>
          <ac:spMkLst>
            <pc:docMk/>
            <pc:sldMk cId="2059040397" sldId="256"/>
            <ac:spMk id="18" creationId="{EC981EF3-FCCF-0FAF-289E-10AD33A2D6D3}"/>
          </ac:spMkLst>
        </pc:spChg>
        <pc:spChg chg="mod">
          <ac:chgData name="Jason Helmick" userId="4d62dfd8-4666-4b3a-86fb-ee321fffbfda" providerId="ADAL" clId="{9A48EE12-53B6-F940-9B26-AF8CB7EDAC6B}" dt="2022-04-13T15:54:54.994" v="3560" actId="1076"/>
          <ac:spMkLst>
            <pc:docMk/>
            <pc:sldMk cId="2059040397" sldId="256"/>
            <ac:spMk id="19" creationId="{14C77653-21C4-E250-5BC5-C218BA26BBFC}"/>
          </ac:spMkLst>
        </pc:spChg>
        <pc:grpChg chg="add mod">
          <ac:chgData name="Jason Helmick" userId="4d62dfd8-4666-4b3a-86fb-ee321fffbfda" providerId="ADAL" clId="{9A48EE12-53B6-F940-9B26-AF8CB7EDAC6B}" dt="2022-04-13T15:50:48.752" v="3440" actId="1076"/>
          <ac:grpSpMkLst>
            <pc:docMk/>
            <pc:sldMk cId="2059040397" sldId="256"/>
            <ac:grpSpMk id="3" creationId="{6B922956-01C0-57B7-C321-8C4BB1AE7746}"/>
          </ac:grpSpMkLst>
        </pc:grpChg>
        <pc:grpChg chg="mod">
          <ac:chgData name="Jason Helmick" userId="4d62dfd8-4666-4b3a-86fb-ee321fffbfda" providerId="ADAL" clId="{9A48EE12-53B6-F940-9B26-AF8CB7EDAC6B}" dt="2022-04-13T15:50:55.781" v="3441" actId="1076"/>
          <ac:grpSpMkLst>
            <pc:docMk/>
            <pc:sldMk cId="2059040397" sldId="256"/>
            <ac:grpSpMk id="8" creationId="{C8261C15-1748-47F5-B8DB-4E000FE652A5}"/>
          </ac:grpSpMkLst>
        </pc:grpChg>
        <pc:grpChg chg="mod">
          <ac:chgData name="Jason Helmick" userId="4d62dfd8-4666-4b3a-86fb-ee321fffbfda" providerId="ADAL" clId="{9A48EE12-53B6-F940-9B26-AF8CB7EDAC6B}" dt="2022-04-01T16:18:13.121" v="20" actId="1076"/>
          <ac:grpSpMkLst>
            <pc:docMk/>
            <pc:sldMk cId="2059040397" sldId="256"/>
            <ac:grpSpMk id="15" creationId="{C04C9E52-A3FC-0E13-8171-7328F2B3C7F0}"/>
          </ac:grpSpMkLst>
        </pc:grpChg>
        <pc:picChg chg="add del">
          <ac:chgData name="Jason Helmick" userId="4d62dfd8-4666-4b3a-86fb-ee321fffbfda" providerId="ADAL" clId="{9A48EE12-53B6-F940-9B26-AF8CB7EDAC6B}" dt="2022-04-15T20:13:07.973" v="4188"/>
          <ac:picMkLst>
            <pc:docMk/>
            <pc:sldMk cId="2059040397" sldId="256"/>
            <ac:picMk id="2" creationId="{FE646DF1-B4BF-6BAE-2D63-C8CC1E1C5EB4}"/>
          </ac:picMkLst>
        </pc:picChg>
        <pc:picChg chg="add del">
          <ac:chgData name="Jason Helmick" userId="4d62dfd8-4666-4b3a-86fb-ee321fffbfda" providerId="ADAL" clId="{9A48EE12-53B6-F940-9B26-AF8CB7EDAC6B}" dt="2022-04-15T20:13:14.491" v="4190"/>
          <ac:picMkLst>
            <pc:docMk/>
            <pc:sldMk cId="2059040397" sldId="256"/>
            <ac:picMk id="5" creationId="{2106EE3E-250F-B7AA-26AB-60767F315AEB}"/>
          </ac:picMkLst>
        </pc:picChg>
      </pc:sldChg>
      <pc:sldChg chg="modSp new mod">
        <pc:chgData name="Jason Helmick" userId="4d62dfd8-4666-4b3a-86fb-ee321fffbfda" providerId="ADAL" clId="{9A48EE12-53B6-F940-9B26-AF8CB7EDAC6B}" dt="2022-04-04T18:48:59.852" v="153" actId="20577"/>
        <pc:sldMkLst>
          <pc:docMk/>
          <pc:sldMk cId="849657164" sldId="257"/>
        </pc:sldMkLst>
        <pc:spChg chg="mod">
          <ac:chgData name="Jason Helmick" userId="4d62dfd8-4666-4b3a-86fb-ee321fffbfda" providerId="ADAL" clId="{9A48EE12-53B6-F940-9B26-AF8CB7EDAC6B}" dt="2022-04-04T18:48:48.785" v="117" actId="20577"/>
          <ac:spMkLst>
            <pc:docMk/>
            <pc:sldMk cId="849657164" sldId="257"/>
            <ac:spMk id="2" creationId="{B4F61688-9083-2DA1-4FEE-EE242D66A15C}"/>
          </ac:spMkLst>
        </pc:spChg>
        <pc:spChg chg="mod">
          <ac:chgData name="Jason Helmick" userId="4d62dfd8-4666-4b3a-86fb-ee321fffbfda" providerId="ADAL" clId="{9A48EE12-53B6-F940-9B26-AF8CB7EDAC6B}" dt="2022-04-04T18:48:59.852" v="153" actId="20577"/>
          <ac:spMkLst>
            <pc:docMk/>
            <pc:sldMk cId="849657164" sldId="257"/>
            <ac:spMk id="3" creationId="{B7E0F689-BADF-358C-1CF5-45B757C740A7}"/>
          </ac:spMkLst>
        </pc:spChg>
      </pc:sldChg>
      <pc:sldChg chg="addSp modSp new mod">
        <pc:chgData name="Jason Helmick" userId="4d62dfd8-4666-4b3a-86fb-ee321fffbfda" providerId="ADAL" clId="{9A48EE12-53B6-F940-9B26-AF8CB7EDAC6B}" dt="2022-04-08T15:01:05.695" v="3367" actId="15"/>
        <pc:sldMkLst>
          <pc:docMk/>
          <pc:sldMk cId="2184547541" sldId="258"/>
        </pc:sldMkLst>
        <pc:spChg chg="mod">
          <ac:chgData name="Jason Helmick" userId="4d62dfd8-4666-4b3a-86fb-ee321fffbfda" providerId="ADAL" clId="{9A48EE12-53B6-F940-9B26-AF8CB7EDAC6B}" dt="2022-04-07T18:50:58.460" v="2573" actId="20577"/>
          <ac:spMkLst>
            <pc:docMk/>
            <pc:sldMk cId="2184547541" sldId="258"/>
            <ac:spMk id="2" creationId="{AD58A49D-0BF4-A3A5-B989-8C60CF37D49E}"/>
          </ac:spMkLst>
        </pc:spChg>
        <pc:spChg chg="mod">
          <ac:chgData name="Jason Helmick" userId="4d62dfd8-4666-4b3a-86fb-ee321fffbfda" providerId="ADAL" clId="{9A48EE12-53B6-F940-9B26-AF8CB7EDAC6B}" dt="2022-04-08T15:01:05.695" v="3367" actId="15"/>
          <ac:spMkLst>
            <pc:docMk/>
            <pc:sldMk cId="2184547541" sldId="258"/>
            <ac:spMk id="3" creationId="{75636278-CC0D-972B-4359-647141E743DB}"/>
          </ac:spMkLst>
        </pc:spChg>
        <pc:picChg chg="add mod">
          <ac:chgData name="Jason Helmick" userId="4d62dfd8-4666-4b3a-86fb-ee321fffbfda" providerId="ADAL" clId="{9A48EE12-53B6-F940-9B26-AF8CB7EDAC6B}" dt="2022-04-08T14:19:37.260" v="2966" actId="167"/>
          <ac:picMkLst>
            <pc:docMk/>
            <pc:sldMk cId="2184547541" sldId="258"/>
            <ac:picMk id="6" creationId="{FCB8CB68-5277-559B-211B-3D9B72CBEBB5}"/>
          </ac:picMkLst>
        </pc:picChg>
      </pc:sldChg>
      <pc:sldChg chg="addSp modSp new mod modClrScheme chgLayout">
        <pc:chgData name="Jason Helmick" userId="4d62dfd8-4666-4b3a-86fb-ee321fffbfda" providerId="ADAL" clId="{9A48EE12-53B6-F940-9B26-AF8CB7EDAC6B}" dt="2022-04-04T19:08:15.875" v="995" actId="20577"/>
        <pc:sldMkLst>
          <pc:docMk/>
          <pc:sldMk cId="605138290" sldId="259"/>
        </pc:sldMkLst>
        <pc:spChg chg="mod ord">
          <ac:chgData name="Jason Helmick" userId="4d62dfd8-4666-4b3a-86fb-ee321fffbfda" providerId="ADAL" clId="{9A48EE12-53B6-F940-9B26-AF8CB7EDAC6B}" dt="2022-04-04T18:56:04.955" v="387" actId="700"/>
          <ac:spMkLst>
            <pc:docMk/>
            <pc:sldMk cId="605138290" sldId="259"/>
            <ac:spMk id="2" creationId="{9314190E-18A0-CB3A-674B-599C172F47FD}"/>
          </ac:spMkLst>
        </pc:spChg>
        <pc:spChg chg="add mod ord">
          <ac:chgData name="Jason Helmick" userId="4d62dfd8-4666-4b3a-86fb-ee321fffbfda" providerId="ADAL" clId="{9A48EE12-53B6-F940-9B26-AF8CB7EDAC6B}" dt="2022-04-04T19:08:15.875" v="995" actId="20577"/>
          <ac:spMkLst>
            <pc:docMk/>
            <pc:sldMk cId="605138290" sldId="259"/>
            <ac:spMk id="3" creationId="{873E9B99-1C10-0333-E4BC-1AD0CE4E91EF}"/>
          </ac:spMkLst>
        </pc:spChg>
      </pc:sldChg>
      <pc:sldChg chg="addSp modSp new mod ord modClrScheme chgLayout">
        <pc:chgData name="Jason Helmick" userId="4d62dfd8-4666-4b3a-86fb-ee321fffbfda" providerId="ADAL" clId="{9A48EE12-53B6-F940-9B26-AF8CB7EDAC6B}" dt="2022-04-20T21:04:55.678" v="5225" actId="13926"/>
        <pc:sldMkLst>
          <pc:docMk/>
          <pc:sldMk cId="1744196703" sldId="260"/>
        </pc:sldMkLst>
        <pc:spChg chg="add mod">
          <ac:chgData name="Jason Helmick" userId="4d62dfd8-4666-4b3a-86fb-ee321fffbfda" providerId="ADAL" clId="{9A48EE12-53B6-F940-9B26-AF8CB7EDAC6B}" dt="2022-04-04T18:54:34.555" v="350" actId="20577"/>
          <ac:spMkLst>
            <pc:docMk/>
            <pc:sldMk cId="1744196703" sldId="260"/>
            <ac:spMk id="2" creationId="{5AFEAE41-8C20-A908-99E7-BCD6D8C29815}"/>
          </ac:spMkLst>
        </pc:spChg>
        <pc:spChg chg="mod">
          <ac:chgData name="Jason Helmick" userId="4d62dfd8-4666-4b3a-86fb-ee321fffbfda" providerId="ADAL" clId="{9A48EE12-53B6-F940-9B26-AF8CB7EDAC6B}" dt="2022-04-08T14:18:49.002" v="2959" actId="1076"/>
          <ac:spMkLst>
            <pc:docMk/>
            <pc:sldMk cId="1744196703" sldId="260"/>
            <ac:spMk id="5" creationId="{36A94373-1318-4DA1-B584-1BED9EB719DF}"/>
          </ac:spMkLst>
        </pc:spChg>
        <pc:spChg chg="mod">
          <ac:chgData name="Jason Helmick" userId="4d62dfd8-4666-4b3a-86fb-ee321fffbfda" providerId="ADAL" clId="{9A48EE12-53B6-F940-9B26-AF8CB7EDAC6B}" dt="2022-04-20T21:04:55.678" v="5225" actId="13926"/>
          <ac:spMkLst>
            <pc:docMk/>
            <pc:sldMk cId="1744196703" sldId="260"/>
            <ac:spMk id="12" creationId="{5592E4DA-E355-4299-AF7A-85D3B4CD255D}"/>
          </ac:spMkLst>
        </pc:spChg>
        <pc:picChg chg="add mod">
          <ac:chgData name="Jason Helmick" userId="4d62dfd8-4666-4b3a-86fb-ee321fffbfda" providerId="ADAL" clId="{9A48EE12-53B6-F940-9B26-AF8CB7EDAC6B}" dt="2022-04-08T14:18:40.866" v="2958" actId="167"/>
          <ac:picMkLst>
            <pc:docMk/>
            <pc:sldMk cId="1744196703" sldId="260"/>
            <ac:picMk id="2" creationId="{1A58CCE7-0495-3244-C362-BB7B0B17CB8C}"/>
          </ac:picMkLst>
        </pc:picChg>
      </pc:sldChg>
      <pc:sldChg chg="modSp new mod ord">
        <pc:chgData name="Jason Helmick" userId="4d62dfd8-4666-4b3a-86fb-ee321fffbfda" providerId="ADAL" clId="{9A48EE12-53B6-F940-9B26-AF8CB7EDAC6B}" dt="2022-04-04T19:11:00.337" v="1238" actId="20577"/>
        <pc:sldMkLst>
          <pc:docMk/>
          <pc:sldMk cId="1366838969" sldId="261"/>
        </pc:sldMkLst>
        <pc:spChg chg="mod">
          <ac:chgData name="Jason Helmick" userId="4d62dfd8-4666-4b3a-86fb-ee321fffbfda" providerId="ADAL" clId="{9A48EE12-53B6-F940-9B26-AF8CB7EDAC6B}" dt="2022-04-04T19:11:00.337" v="1238" actId="20577"/>
          <ac:spMkLst>
            <pc:docMk/>
            <pc:sldMk cId="1366838969" sldId="261"/>
            <ac:spMk id="3" creationId="{35FCC4EA-1B89-CC0E-0CBC-9F8E678B1044}"/>
          </ac:spMkLst>
        </pc:spChg>
      </pc:sldChg>
      <pc:sldChg chg="addSp modSp new del mod modClrScheme chgLayout">
        <pc:chgData name="Jason Helmick" userId="4d62dfd8-4666-4b3a-86fb-ee321fffbfda" providerId="ADAL" clId="{9A48EE12-53B6-F940-9B26-AF8CB7EDAC6B}" dt="2022-04-13T15:49:54.798" v="3386" actId="2696"/>
        <pc:sldMkLst>
          <pc:docMk/>
          <pc:sldMk cId="1813072941" sldId="262"/>
        </pc:sldMkLst>
        <pc:spChg chg="mod ord">
          <ac:chgData name="Jason Helmick" userId="4d62dfd8-4666-4b3a-86fb-ee321fffbfda" providerId="ADAL" clId="{9A48EE12-53B6-F940-9B26-AF8CB7EDAC6B}" dt="2022-04-07T14:53:04.991" v="1513" actId="700"/>
          <ac:spMkLst>
            <pc:docMk/>
            <pc:sldMk cId="1813072941" sldId="262"/>
            <ac:spMk id="2" creationId="{67CE1E77-B0E5-8DF3-2CC6-F79232F8553A}"/>
          </ac:spMkLst>
        </pc:spChg>
        <pc:spChg chg="add mod ord">
          <ac:chgData name="Jason Helmick" userId="4d62dfd8-4666-4b3a-86fb-ee321fffbfda" providerId="ADAL" clId="{9A48EE12-53B6-F940-9B26-AF8CB7EDAC6B}" dt="2022-04-07T15:03:18.598" v="2568" actId="20577"/>
          <ac:spMkLst>
            <pc:docMk/>
            <pc:sldMk cId="1813072941" sldId="262"/>
            <ac:spMk id="3" creationId="{E2B4180D-C29F-5FCB-C21E-2CD2D1F59F9F}"/>
          </ac:spMkLst>
        </pc:spChg>
      </pc:sldChg>
      <pc:sldChg chg="modSp new mod">
        <pc:chgData name="Jason Helmick" userId="4d62dfd8-4666-4b3a-86fb-ee321fffbfda" providerId="ADAL" clId="{9A48EE12-53B6-F940-9B26-AF8CB7EDAC6B}" dt="2022-04-04T19:20:31.549" v="1487" actId="20577"/>
        <pc:sldMkLst>
          <pc:docMk/>
          <pc:sldMk cId="3470247789" sldId="263"/>
        </pc:sldMkLst>
        <pc:spChg chg="mod">
          <ac:chgData name="Jason Helmick" userId="4d62dfd8-4666-4b3a-86fb-ee321fffbfda" providerId="ADAL" clId="{9A48EE12-53B6-F940-9B26-AF8CB7EDAC6B}" dt="2022-04-04T19:13:47.722" v="1310" actId="20577"/>
          <ac:spMkLst>
            <pc:docMk/>
            <pc:sldMk cId="3470247789" sldId="263"/>
            <ac:spMk id="2" creationId="{BD42414F-21CC-FC4B-9CC4-F008DD6A57D9}"/>
          </ac:spMkLst>
        </pc:spChg>
        <pc:spChg chg="mod">
          <ac:chgData name="Jason Helmick" userId="4d62dfd8-4666-4b3a-86fb-ee321fffbfda" providerId="ADAL" clId="{9A48EE12-53B6-F940-9B26-AF8CB7EDAC6B}" dt="2022-04-04T19:20:31.549" v="1487" actId="20577"/>
          <ac:spMkLst>
            <pc:docMk/>
            <pc:sldMk cId="3470247789" sldId="263"/>
            <ac:spMk id="3" creationId="{851F88FB-E9BA-C89C-39DA-EC2AE4DF4BCB}"/>
          </ac:spMkLst>
        </pc:spChg>
      </pc:sldChg>
      <pc:sldChg chg="modSp new mod">
        <pc:chgData name="Jason Helmick" userId="4d62dfd8-4666-4b3a-86fb-ee321fffbfda" providerId="ADAL" clId="{9A48EE12-53B6-F940-9B26-AF8CB7EDAC6B}" dt="2022-04-04T19:19:10.990" v="1445" actId="20577"/>
        <pc:sldMkLst>
          <pc:docMk/>
          <pc:sldMk cId="939974334" sldId="264"/>
        </pc:sldMkLst>
        <pc:spChg chg="mod">
          <ac:chgData name="Jason Helmick" userId="4d62dfd8-4666-4b3a-86fb-ee321fffbfda" providerId="ADAL" clId="{9A48EE12-53B6-F940-9B26-AF8CB7EDAC6B}" dt="2022-04-04T19:14:36.900" v="1332" actId="27636"/>
          <ac:spMkLst>
            <pc:docMk/>
            <pc:sldMk cId="939974334" sldId="264"/>
            <ac:spMk id="2" creationId="{A1365D99-704C-E090-2343-0B61C81E550B}"/>
          </ac:spMkLst>
        </pc:spChg>
        <pc:spChg chg="mod">
          <ac:chgData name="Jason Helmick" userId="4d62dfd8-4666-4b3a-86fb-ee321fffbfda" providerId="ADAL" clId="{9A48EE12-53B6-F940-9B26-AF8CB7EDAC6B}" dt="2022-04-04T19:19:10.990" v="1445" actId="20577"/>
          <ac:spMkLst>
            <pc:docMk/>
            <pc:sldMk cId="939974334" sldId="264"/>
            <ac:spMk id="3" creationId="{6C03D812-BB55-DF72-E2FD-17816461BF6C}"/>
          </ac:spMkLst>
        </pc:spChg>
      </pc:sldChg>
      <pc:sldChg chg="modSp new mod ord">
        <pc:chgData name="Jason Helmick" userId="4d62dfd8-4666-4b3a-86fb-ee321fffbfda" providerId="ADAL" clId="{9A48EE12-53B6-F940-9B26-AF8CB7EDAC6B}" dt="2022-04-04T19:22:21.136" v="1512" actId="15"/>
        <pc:sldMkLst>
          <pc:docMk/>
          <pc:sldMk cId="1634436605" sldId="265"/>
        </pc:sldMkLst>
        <pc:spChg chg="mod">
          <ac:chgData name="Jason Helmick" userId="4d62dfd8-4666-4b3a-86fb-ee321fffbfda" providerId="ADAL" clId="{9A48EE12-53B6-F940-9B26-AF8CB7EDAC6B}" dt="2022-04-04T19:21:31.576" v="1510" actId="20577"/>
          <ac:spMkLst>
            <pc:docMk/>
            <pc:sldMk cId="1634436605" sldId="265"/>
            <ac:spMk id="2" creationId="{EF816C43-5A2E-450F-2D9B-B2F1C3FF86D2}"/>
          </ac:spMkLst>
        </pc:spChg>
        <pc:spChg chg="mod">
          <ac:chgData name="Jason Helmick" userId="4d62dfd8-4666-4b3a-86fb-ee321fffbfda" providerId="ADAL" clId="{9A48EE12-53B6-F940-9B26-AF8CB7EDAC6B}" dt="2022-04-04T19:22:21.136" v="1512" actId="15"/>
          <ac:spMkLst>
            <pc:docMk/>
            <pc:sldMk cId="1634436605" sldId="265"/>
            <ac:spMk id="3" creationId="{ACF42573-6592-1ED4-31B4-C925FA821269}"/>
          </ac:spMkLst>
        </pc:spChg>
      </pc:sldChg>
      <pc:sldChg chg="modSp new mod ord">
        <pc:chgData name="Jason Helmick" userId="4d62dfd8-4666-4b3a-86fb-ee321fffbfda" providerId="ADAL" clId="{9A48EE12-53B6-F940-9B26-AF8CB7EDAC6B}" dt="2022-04-04T19:20:43.750" v="1488" actId="20578"/>
        <pc:sldMkLst>
          <pc:docMk/>
          <pc:sldMk cId="480277957" sldId="266"/>
        </pc:sldMkLst>
        <pc:spChg chg="mod">
          <ac:chgData name="Jason Helmick" userId="4d62dfd8-4666-4b3a-86fb-ee321fffbfda" providerId="ADAL" clId="{9A48EE12-53B6-F940-9B26-AF8CB7EDAC6B}" dt="2022-04-04T19:17:35.690" v="1373" actId="20577"/>
          <ac:spMkLst>
            <pc:docMk/>
            <pc:sldMk cId="480277957" sldId="266"/>
            <ac:spMk id="2" creationId="{6BA01B64-1248-9C50-32BF-D129C220940A}"/>
          </ac:spMkLst>
        </pc:spChg>
      </pc:sldChg>
      <pc:sldChg chg="addSp modSp mod">
        <pc:chgData name="Jason Helmick" userId="4d62dfd8-4666-4b3a-86fb-ee321fffbfda" providerId="ADAL" clId="{9A48EE12-53B6-F940-9B26-AF8CB7EDAC6B}" dt="2022-04-08T15:02:18.201" v="3380" actId="1076"/>
        <pc:sldMkLst>
          <pc:docMk/>
          <pc:sldMk cId="394728639" sldId="267"/>
        </pc:sldMkLst>
        <pc:picChg chg="add mod">
          <ac:chgData name="Jason Helmick" userId="4d62dfd8-4666-4b3a-86fb-ee321fffbfda" providerId="ADAL" clId="{9A48EE12-53B6-F940-9B26-AF8CB7EDAC6B}" dt="2022-04-08T14:21:13.840" v="2972" actId="167"/>
          <ac:picMkLst>
            <pc:docMk/>
            <pc:sldMk cId="394728639" sldId="267"/>
            <ac:picMk id="3" creationId="{45384613-3F73-5EB9-1A7D-FB5DF102F9FC}"/>
          </ac:picMkLst>
        </pc:picChg>
        <pc:picChg chg="mod">
          <ac:chgData name="Jason Helmick" userId="4d62dfd8-4666-4b3a-86fb-ee321fffbfda" providerId="ADAL" clId="{9A48EE12-53B6-F940-9B26-AF8CB7EDAC6B}" dt="2022-04-08T14:21:19.798" v="2973" actId="1076"/>
          <ac:picMkLst>
            <pc:docMk/>
            <pc:sldMk cId="394728639" sldId="267"/>
            <ac:picMk id="1028" creationId="{82E9A179-8289-49E1-A138-CBEF62B84B38}"/>
          </ac:picMkLst>
        </pc:picChg>
        <pc:picChg chg="mod">
          <ac:chgData name="Jason Helmick" userId="4d62dfd8-4666-4b3a-86fb-ee321fffbfda" providerId="ADAL" clId="{9A48EE12-53B6-F940-9B26-AF8CB7EDAC6B}" dt="2022-04-08T15:02:18.201" v="3380" actId="1076"/>
          <ac:picMkLst>
            <pc:docMk/>
            <pc:sldMk cId="394728639" sldId="267"/>
            <ac:picMk id="1030" creationId="{88D8A37B-8855-41A9-855B-4A8BD1DE19C5}"/>
          </ac:picMkLst>
        </pc:picChg>
        <pc:picChg chg="mod">
          <ac:chgData name="Jason Helmick" userId="4d62dfd8-4666-4b3a-86fb-ee321fffbfda" providerId="ADAL" clId="{9A48EE12-53B6-F940-9B26-AF8CB7EDAC6B}" dt="2022-04-08T14:21:21.946" v="2974" actId="1076"/>
          <ac:picMkLst>
            <pc:docMk/>
            <pc:sldMk cId="394728639" sldId="267"/>
            <ac:picMk id="1032" creationId="{433959B4-4A81-45BA-9A53-DE3B159A525A}"/>
          </ac:picMkLst>
        </pc:picChg>
        <pc:picChg chg="mod">
          <ac:chgData name="Jason Helmick" userId="4d62dfd8-4666-4b3a-86fb-ee321fffbfda" providerId="ADAL" clId="{9A48EE12-53B6-F940-9B26-AF8CB7EDAC6B}" dt="2022-04-08T14:21:25.129" v="2975" actId="1076"/>
          <ac:picMkLst>
            <pc:docMk/>
            <pc:sldMk cId="394728639" sldId="267"/>
            <ac:picMk id="1034" creationId="{74F4E7B9-96FE-44A5-B49E-103E589501C0}"/>
          </ac:picMkLst>
        </pc:picChg>
      </pc:sldChg>
      <pc:sldChg chg="addSp modSp mod modClrScheme chgLayout">
        <pc:chgData name="Jason Helmick" userId="4d62dfd8-4666-4b3a-86fb-ee321fffbfda" providerId="ADAL" clId="{9A48EE12-53B6-F940-9B26-AF8CB7EDAC6B}" dt="2022-04-15T16:49:17.662" v="3925" actId="1076"/>
        <pc:sldMkLst>
          <pc:docMk/>
          <pc:sldMk cId="2726859419" sldId="268"/>
        </pc:sldMkLst>
        <pc:spChg chg="add mod ord">
          <ac:chgData name="Jason Helmick" userId="4d62dfd8-4666-4b3a-86fb-ee321fffbfda" providerId="ADAL" clId="{9A48EE12-53B6-F940-9B26-AF8CB7EDAC6B}" dt="2022-04-15T16:47:52.284" v="3924" actId="20577"/>
          <ac:spMkLst>
            <pc:docMk/>
            <pc:sldMk cId="2726859419" sldId="268"/>
            <ac:spMk id="4" creationId="{DE3630A0-A36A-CBD8-723B-F8C4BD2E81F1}"/>
          </ac:spMkLst>
        </pc:spChg>
        <pc:spChg chg="mod">
          <ac:chgData name="Jason Helmick" userId="4d62dfd8-4666-4b3a-86fb-ee321fffbfda" providerId="ADAL" clId="{9A48EE12-53B6-F940-9B26-AF8CB7EDAC6B}" dt="2022-04-15T16:46:50.691" v="3845" actId="1076"/>
          <ac:spMkLst>
            <pc:docMk/>
            <pc:sldMk cId="2726859419" sldId="268"/>
            <ac:spMk id="7" creationId="{75B1D3AD-0103-4757-B520-E5D84057C332}"/>
          </ac:spMkLst>
        </pc:spChg>
        <pc:spChg chg="mod">
          <ac:chgData name="Jason Helmick" userId="4d62dfd8-4666-4b3a-86fb-ee321fffbfda" providerId="ADAL" clId="{9A48EE12-53B6-F940-9B26-AF8CB7EDAC6B}" dt="2022-04-15T16:46:50.691" v="3845" actId="1076"/>
          <ac:spMkLst>
            <pc:docMk/>
            <pc:sldMk cId="2726859419" sldId="268"/>
            <ac:spMk id="8" creationId="{533E1344-E803-411D-AFFD-AB42FDE78732}"/>
          </ac:spMkLst>
        </pc:spChg>
        <pc:spChg chg="mod">
          <ac:chgData name="Jason Helmick" userId="4d62dfd8-4666-4b3a-86fb-ee321fffbfda" providerId="ADAL" clId="{9A48EE12-53B6-F940-9B26-AF8CB7EDAC6B}" dt="2022-04-15T16:46:50.691" v="3845" actId="1076"/>
          <ac:spMkLst>
            <pc:docMk/>
            <pc:sldMk cId="2726859419" sldId="268"/>
            <ac:spMk id="9" creationId="{1E78F53E-4FB9-473F-874A-C0ED561A3664}"/>
          </ac:spMkLst>
        </pc:spChg>
        <pc:spChg chg="mod">
          <ac:chgData name="Jason Helmick" userId="4d62dfd8-4666-4b3a-86fb-ee321fffbfda" providerId="ADAL" clId="{9A48EE12-53B6-F940-9B26-AF8CB7EDAC6B}" dt="2022-04-15T16:46:50.691" v="3845" actId="1076"/>
          <ac:spMkLst>
            <pc:docMk/>
            <pc:sldMk cId="2726859419" sldId="268"/>
            <ac:spMk id="10" creationId="{B9997F82-3B72-4316-B3E2-B529672552B2}"/>
          </ac:spMkLst>
        </pc:spChg>
        <pc:spChg chg="mod">
          <ac:chgData name="Jason Helmick" userId="4d62dfd8-4666-4b3a-86fb-ee321fffbfda" providerId="ADAL" clId="{9A48EE12-53B6-F940-9B26-AF8CB7EDAC6B}" dt="2022-04-15T16:46:50.691" v="3845" actId="1076"/>
          <ac:spMkLst>
            <pc:docMk/>
            <pc:sldMk cId="2726859419" sldId="268"/>
            <ac:spMk id="11" creationId="{944BC28B-26AA-48E0-9A7B-24538557A942}"/>
          </ac:spMkLst>
        </pc:spChg>
        <pc:grpChg chg="add mod">
          <ac:chgData name="Jason Helmick" userId="4d62dfd8-4666-4b3a-86fb-ee321fffbfda" providerId="ADAL" clId="{9A48EE12-53B6-F940-9B26-AF8CB7EDAC6B}" dt="2022-04-15T16:46:50.691" v="3845" actId="1076"/>
          <ac:grpSpMkLst>
            <pc:docMk/>
            <pc:sldMk cId="2726859419" sldId="268"/>
            <ac:grpSpMk id="3" creationId="{47516FFA-4D53-4E6C-C88E-7EA67EDC6090}"/>
          </ac:grpSpMkLst>
        </pc:grpChg>
        <pc:picChg chg="add mod">
          <ac:chgData name="Jason Helmick" userId="4d62dfd8-4666-4b3a-86fb-ee321fffbfda" providerId="ADAL" clId="{9A48EE12-53B6-F940-9B26-AF8CB7EDAC6B}" dt="2022-04-15T16:49:17.662" v="3925" actId="1076"/>
          <ac:picMkLst>
            <pc:docMk/>
            <pc:sldMk cId="2726859419" sldId="268"/>
            <ac:picMk id="2" creationId="{38EEDEC5-93EA-3CBC-3A3A-9245785E99AA}"/>
          </ac:picMkLst>
        </pc:picChg>
        <pc:picChg chg="mod">
          <ac:chgData name="Jason Helmick" userId="4d62dfd8-4666-4b3a-86fb-ee321fffbfda" providerId="ADAL" clId="{9A48EE12-53B6-F940-9B26-AF8CB7EDAC6B}" dt="2022-04-15T16:46:50.691" v="3845" actId="1076"/>
          <ac:picMkLst>
            <pc:docMk/>
            <pc:sldMk cId="2726859419" sldId="268"/>
            <ac:picMk id="6" creationId="{4E102DAB-AAFB-4A23-AF47-10AA68B31725}"/>
          </ac:picMkLst>
        </pc:picChg>
      </pc:sldChg>
      <pc:sldChg chg="addSp modSp mod modClrScheme chgLayout">
        <pc:chgData name="Jason Helmick" userId="4d62dfd8-4666-4b3a-86fb-ee321fffbfda" providerId="ADAL" clId="{9A48EE12-53B6-F940-9B26-AF8CB7EDAC6B}" dt="2022-04-15T16:51:09.430" v="3951" actId="1076"/>
        <pc:sldMkLst>
          <pc:docMk/>
          <pc:sldMk cId="4265396758" sldId="269"/>
        </pc:sldMkLst>
        <pc:spChg chg="add mod ord">
          <ac:chgData name="Jason Helmick" userId="4d62dfd8-4666-4b3a-86fb-ee321fffbfda" providerId="ADAL" clId="{9A48EE12-53B6-F940-9B26-AF8CB7EDAC6B}" dt="2022-04-15T16:51:00.666" v="3949" actId="20577"/>
          <ac:spMkLst>
            <pc:docMk/>
            <pc:sldMk cId="4265396758" sldId="269"/>
            <ac:spMk id="3" creationId="{20D6B2EC-BE46-B734-3A61-B7718494FA13}"/>
          </ac:spMkLst>
        </pc:spChg>
        <pc:picChg chg="add mod">
          <ac:chgData name="Jason Helmick" userId="4d62dfd8-4666-4b3a-86fb-ee321fffbfda" providerId="ADAL" clId="{9A48EE12-53B6-F940-9B26-AF8CB7EDAC6B}" dt="2022-04-08T14:22:05.976" v="2982" actId="167"/>
          <ac:picMkLst>
            <pc:docMk/>
            <pc:sldMk cId="4265396758" sldId="269"/>
            <ac:picMk id="2" creationId="{922A66DE-550F-1432-9005-D3514A275188}"/>
          </ac:picMkLst>
        </pc:picChg>
        <pc:picChg chg="mod">
          <ac:chgData name="Jason Helmick" userId="4d62dfd8-4666-4b3a-86fb-ee321fffbfda" providerId="ADAL" clId="{9A48EE12-53B6-F940-9B26-AF8CB7EDAC6B}" dt="2022-04-15T16:51:05.897" v="3950" actId="1076"/>
          <ac:picMkLst>
            <pc:docMk/>
            <pc:sldMk cId="4265396758" sldId="269"/>
            <ac:picMk id="2050" creationId="{356F36DC-BA59-4A6C-B89D-20CD65F3EF32}"/>
          </ac:picMkLst>
        </pc:picChg>
        <pc:picChg chg="mod">
          <ac:chgData name="Jason Helmick" userId="4d62dfd8-4666-4b3a-86fb-ee321fffbfda" providerId="ADAL" clId="{9A48EE12-53B6-F940-9B26-AF8CB7EDAC6B}" dt="2022-04-15T16:51:09.430" v="3951" actId="1076"/>
          <ac:picMkLst>
            <pc:docMk/>
            <pc:sldMk cId="4265396758" sldId="269"/>
            <ac:picMk id="2052" creationId="{4A45FF6A-6D9C-40DA-BD7A-6DBA6E89D7F9}"/>
          </ac:picMkLst>
        </pc:picChg>
        <pc:picChg chg="mod">
          <ac:chgData name="Jason Helmick" userId="4d62dfd8-4666-4b3a-86fb-ee321fffbfda" providerId="ADAL" clId="{9A48EE12-53B6-F940-9B26-AF8CB7EDAC6B}" dt="2022-04-08T14:22:09.028" v="2983" actId="1076"/>
          <ac:picMkLst>
            <pc:docMk/>
            <pc:sldMk cId="4265396758" sldId="269"/>
            <ac:picMk id="2054" creationId="{A768F54D-282B-4C08-92AD-4DF06ACF3454}"/>
          </ac:picMkLst>
        </pc:picChg>
      </pc:sldChg>
      <pc:sldChg chg="addSp modSp del mod modShow">
        <pc:chgData name="Jason Helmick" userId="4d62dfd8-4666-4b3a-86fb-ee321fffbfda" providerId="ADAL" clId="{9A48EE12-53B6-F940-9B26-AF8CB7EDAC6B}" dt="2022-04-15T21:53:02.154" v="4481" actId="2696"/>
        <pc:sldMkLst>
          <pc:docMk/>
          <pc:sldMk cId="1637667509" sldId="2069"/>
        </pc:sldMkLst>
        <pc:picChg chg="add mod">
          <ac:chgData name="Jason Helmick" userId="4d62dfd8-4666-4b3a-86fb-ee321fffbfda" providerId="ADAL" clId="{9A48EE12-53B6-F940-9B26-AF8CB7EDAC6B}" dt="2022-04-08T14:22:22.422" v="2986" actId="167"/>
          <ac:picMkLst>
            <pc:docMk/>
            <pc:sldMk cId="1637667509" sldId="2069"/>
            <ac:picMk id="2" creationId="{427CA08B-2442-2CC2-CB70-A4188B28B4D3}"/>
          </ac:picMkLst>
        </pc:picChg>
        <pc:picChg chg="mod">
          <ac:chgData name="Jason Helmick" userId="4d62dfd8-4666-4b3a-86fb-ee321fffbfda" providerId="ADAL" clId="{9A48EE12-53B6-F940-9B26-AF8CB7EDAC6B}" dt="2022-04-08T14:22:39.029" v="2991" actId="14100"/>
          <ac:picMkLst>
            <pc:docMk/>
            <pc:sldMk cId="1637667509" sldId="2069"/>
            <ac:picMk id="6" creationId="{4E102DAB-AAFB-4A23-AF47-10AA68B31725}"/>
          </ac:picMkLst>
        </pc:picChg>
      </pc:sldChg>
      <pc:sldChg chg="addSp modSp mod">
        <pc:chgData name="Jason Helmick" userId="4d62dfd8-4666-4b3a-86fb-ee321fffbfda" providerId="ADAL" clId="{9A48EE12-53B6-F940-9B26-AF8CB7EDAC6B}" dt="2022-04-08T14:47:40.245" v="3249" actId="1076"/>
        <pc:sldMkLst>
          <pc:docMk/>
          <pc:sldMk cId="992228885" sldId="2070"/>
        </pc:sldMkLst>
        <pc:spChg chg="mod">
          <ac:chgData name="Jason Helmick" userId="4d62dfd8-4666-4b3a-86fb-ee321fffbfda" providerId="ADAL" clId="{9A48EE12-53B6-F940-9B26-AF8CB7EDAC6B}" dt="2022-04-08T14:47:40.245" v="3249" actId="1076"/>
          <ac:spMkLst>
            <pc:docMk/>
            <pc:sldMk cId="992228885" sldId="2070"/>
            <ac:spMk id="3" creationId="{1C726535-04A9-41B3-9FDE-87CC63CF7CF4}"/>
          </ac:spMkLst>
        </pc:spChg>
        <pc:picChg chg="add mod">
          <ac:chgData name="Jason Helmick" userId="4d62dfd8-4666-4b3a-86fb-ee321fffbfda" providerId="ADAL" clId="{9A48EE12-53B6-F940-9B26-AF8CB7EDAC6B}" dt="2022-04-08T14:23:29.951" v="3002" actId="167"/>
          <ac:picMkLst>
            <pc:docMk/>
            <pc:sldMk cId="992228885" sldId="2070"/>
            <ac:picMk id="2" creationId="{5123F62A-8C6E-2D0C-17C5-DAACFCD203B0}"/>
          </ac:picMkLst>
        </pc:picChg>
      </pc:sldChg>
      <pc:sldChg chg="addSp modSp mod">
        <pc:chgData name="Jason Helmick" userId="4d62dfd8-4666-4b3a-86fb-ee321fffbfda" providerId="ADAL" clId="{9A48EE12-53B6-F940-9B26-AF8CB7EDAC6B}" dt="2022-04-08T14:47:17.761" v="3247" actId="1076"/>
        <pc:sldMkLst>
          <pc:docMk/>
          <pc:sldMk cId="505953308" sldId="2071"/>
        </pc:sldMkLst>
        <pc:spChg chg="mod">
          <ac:chgData name="Jason Helmick" userId="4d62dfd8-4666-4b3a-86fb-ee321fffbfda" providerId="ADAL" clId="{9A48EE12-53B6-F940-9B26-AF8CB7EDAC6B}" dt="2022-04-08T14:47:17.761" v="3247" actId="1076"/>
          <ac:spMkLst>
            <pc:docMk/>
            <pc:sldMk cId="505953308" sldId="2071"/>
            <ac:spMk id="3" creationId="{18B6C24D-6AF0-4E1B-9B7F-6E30992E1087}"/>
          </ac:spMkLst>
        </pc:spChg>
        <pc:picChg chg="add mod">
          <ac:chgData name="Jason Helmick" userId="4d62dfd8-4666-4b3a-86fb-ee321fffbfda" providerId="ADAL" clId="{9A48EE12-53B6-F940-9B26-AF8CB7EDAC6B}" dt="2022-04-08T14:23:42.286" v="3004" actId="167"/>
          <ac:picMkLst>
            <pc:docMk/>
            <pc:sldMk cId="505953308" sldId="2071"/>
            <ac:picMk id="2" creationId="{C0E7E719-7605-C659-4657-1599594F0A91}"/>
          </ac:picMkLst>
        </pc:picChg>
      </pc:sldChg>
      <pc:sldChg chg="addSp delSp modSp mod modAnim">
        <pc:chgData name="Jason Helmick" userId="4d62dfd8-4666-4b3a-86fb-ee321fffbfda" providerId="ADAL" clId="{9A48EE12-53B6-F940-9B26-AF8CB7EDAC6B}" dt="2022-04-22T15:42:24.969" v="5273" actId="1076"/>
        <pc:sldMkLst>
          <pc:docMk/>
          <pc:sldMk cId="693699695" sldId="2072"/>
        </pc:sldMkLst>
        <pc:spChg chg="add mod">
          <ac:chgData name="Jason Helmick" userId="4d62dfd8-4666-4b3a-86fb-ee321fffbfda" providerId="ADAL" clId="{9A48EE12-53B6-F940-9B26-AF8CB7EDAC6B}" dt="2022-04-15T15:32:02.263" v="3806" actId="1076"/>
          <ac:spMkLst>
            <pc:docMk/>
            <pc:sldMk cId="693699695" sldId="2072"/>
            <ac:spMk id="3" creationId="{F3A32334-4504-1C7E-967C-E2C3E05E1907}"/>
          </ac:spMkLst>
        </pc:spChg>
        <pc:spChg chg="mod">
          <ac:chgData name="Jason Helmick" userId="4d62dfd8-4666-4b3a-86fb-ee321fffbfda" providerId="ADAL" clId="{9A48EE12-53B6-F940-9B26-AF8CB7EDAC6B}" dt="2022-04-15T15:32:25.740" v="3812" actId="113"/>
          <ac:spMkLst>
            <pc:docMk/>
            <pc:sldMk cId="693699695" sldId="2072"/>
            <ac:spMk id="4" creationId="{1B87B61F-315C-4C7A-82E9-AA14A3D362D9}"/>
          </ac:spMkLst>
        </pc:spChg>
        <pc:spChg chg="mod">
          <ac:chgData name="Jason Helmick" userId="4d62dfd8-4666-4b3a-86fb-ee321fffbfda" providerId="ADAL" clId="{9A48EE12-53B6-F940-9B26-AF8CB7EDAC6B}" dt="2022-04-22T15:42:15.659" v="5272" actId="27636"/>
          <ac:spMkLst>
            <pc:docMk/>
            <pc:sldMk cId="693699695" sldId="2072"/>
            <ac:spMk id="5" creationId="{67066EF7-6D56-4C6A-BB90-4CABFD9AB2C8}"/>
          </ac:spMkLst>
        </pc:spChg>
        <pc:spChg chg="mod">
          <ac:chgData name="Jason Helmick" userId="4d62dfd8-4666-4b3a-86fb-ee321fffbfda" providerId="ADAL" clId="{9A48EE12-53B6-F940-9B26-AF8CB7EDAC6B}" dt="2022-04-08T14:25:23.408" v="3025" actId="1076"/>
          <ac:spMkLst>
            <pc:docMk/>
            <pc:sldMk cId="693699695" sldId="2072"/>
            <ac:spMk id="6" creationId="{914CD3BC-0AB8-434F-A909-9C9320851AD6}"/>
          </ac:spMkLst>
        </pc:spChg>
        <pc:spChg chg="mod">
          <ac:chgData name="Jason Helmick" userId="4d62dfd8-4666-4b3a-86fb-ee321fffbfda" providerId="ADAL" clId="{9A48EE12-53B6-F940-9B26-AF8CB7EDAC6B}" dt="2022-04-15T20:10:30.685" v="4184" actId="113"/>
          <ac:spMkLst>
            <pc:docMk/>
            <pc:sldMk cId="693699695" sldId="2072"/>
            <ac:spMk id="7" creationId="{F32D46EB-878C-4AD8-839E-4107299C61C0}"/>
          </ac:spMkLst>
        </pc:spChg>
        <pc:spChg chg="mod">
          <ac:chgData name="Jason Helmick" userId="4d62dfd8-4666-4b3a-86fb-ee321fffbfda" providerId="ADAL" clId="{9A48EE12-53B6-F940-9B26-AF8CB7EDAC6B}" dt="2022-04-08T14:55:37.105" v="3347" actId="1076"/>
          <ac:spMkLst>
            <pc:docMk/>
            <pc:sldMk cId="693699695" sldId="2072"/>
            <ac:spMk id="8" creationId="{CF3FC591-7F2C-4527-82E7-2E056F193F1A}"/>
          </ac:spMkLst>
        </pc:spChg>
        <pc:spChg chg="add del">
          <ac:chgData name="Jason Helmick" userId="4d62dfd8-4666-4b3a-86fb-ee321fffbfda" providerId="ADAL" clId="{9A48EE12-53B6-F940-9B26-AF8CB7EDAC6B}" dt="2022-04-15T15:25:35.444" v="3663" actId="22"/>
          <ac:spMkLst>
            <pc:docMk/>
            <pc:sldMk cId="693699695" sldId="2072"/>
            <ac:spMk id="12" creationId="{A99C9C8C-D8F8-BED2-4D0B-B209A3D1BE2E}"/>
          </ac:spMkLst>
        </pc:spChg>
        <pc:spChg chg="add del mod">
          <ac:chgData name="Jason Helmick" userId="4d62dfd8-4666-4b3a-86fb-ee321fffbfda" providerId="ADAL" clId="{9A48EE12-53B6-F940-9B26-AF8CB7EDAC6B}" dt="2022-04-15T15:32:06.914" v="3807" actId="478"/>
          <ac:spMkLst>
            <pc:docMk/>
            <pc:sldMk cId="693699695" sldId="2072"/>
            <ac:spMk id="14" creationId="{68AD8F1D-9DB1-9261-8D3B-52750C45D836}"/>
          </ac:spMkLst>
        </pc:spChg>
        <pc:spChg chg="add mod">
          <ac:chgData name="Jason Helmick" userId="4d62dfd8-4666-4b3a-86fb-ee321fffbfda" providerId="ADAL" clId="{9A48EE12-53B6-F940-9B26-AF8CB7EDAC6B}" dt="2022-04-15T15:31:12.615" v="3777" actId="1076"/>
          <ac:spMkLst>
            <pc:docMk/>
            <pc:sldMk cId="693699695" sldId="2072"/>
            <ac:spMk id="16" creationId="{0CC65AE4-4425-335E-36A4-11B2357BAFB4}"/>
          </ac:spMkLst>
        </pc:spChg>
        <pc:spChg chg="add mod">
          <ac:chgData name="Jason Helmick" userId="4d62dfd8-4666-4b3a-86fb-ee321fffbfda" providerId="ADAL" clId="{9A48EE12-53B6-F940-9B26-AF8CB7EDAC6B}" dt="2022-04-15T15:32:21.560" v="3811" actId="1076"/>
          <ac:spMkLst>
            <pc:docMk/>
            <pc:sldMk cId="693699695" sldId="2072"/>
            <ac:spMk id="18" creationId="{826F075F-DAE2-9078-066F-DFACFB6CF320}"/>
          </ac:spMkLst>
        </pc:spChg>
        <pc:spChg chg="add mod">
          <ac:chgData name="Jason Helmick" userId="4d62dfd8-4666-4b3a-86fb-ee321fffbfda" providerId="ADAL" clId="{9A48EE12-53B6-F940-9B26-AF8CB7EDAC6B}" dt="2022-04-15T15:32:55.057" v="3816" actId="1076"/>
          <ac:spMkLst>
            <pc:docMk/>
            <pc:sldMk cId="693699695" sldId="2072"/>
            <ac:spMk id="20" creationId="{8F280589-F346-7E10-B652-591E9A556887}"/>
          </ac:spMkLst>
        </pc:spChg>
        <pc:spChg chg="add mod">
          <ac:chgData name="Jason Helmick" userId="4d62dfd8-4666-4b3a-86fb-ee321fffbfda" providerId="ADAL" clId="{9A48EE12-53B6-F940-9B26-AF8CB7EDAC6B}" dt="2022-04-22T15:42:24.969" v="5273" actId="1076"/>
          <ac:spMkLst>
            <pc:docMk/>
            <pc:sldMk cId="693699695" sldId="2072"/>
            <ac:spMk id="22" creationId="{977AE288-ECA3-C936-1E96-B6E4C0DA8DE5}"/>
          </ac:spMkLst>
        </pc:spChg>
        <pc:picChg chg="add mod">
          <ac:chgData name="Jason Helmick" userId="4d62dfd8-4666-4b3a-86fb-ee321fffbfda" providerId="ADAL" clId="{9A48EE12-53B6-F940-9B26-AF8CB7EDAC6B}" dt="2022-04-15T15:27:00.144" v="3693" actId="1076"/>
          <ac:picMkLst>
            <pc:docMk/>
            <pc:sldMk cId="693699695" sldId="2072"/>
            <ac:picMk id="2" creationId="{B17B2574-73D0-C5F1-DE87-830604842E68}"/>
          </ac:picMkLst>
        </pc:picChg>
      </pc:sldChg>
      <pc:sldChg chg="addSp delSp modSp del mod ord modAnim">
        <pc:chgData name="Jason Helmick" userId="4d62dfd8-4666-4b3a-86fb-ee321fffbfda" providerId="ADAL" clId="{9A48EE12-53B6-F940-9B26-AF8CB7EDAC6B}" dt="2022-04-18T15:33:50.984" v="4857" actId="2696"/>
        <pc:sldMkLst>
          <pc:docMk/>
          <pc:sldMk cId="760651980" sldId="2073"/>
        </pc:sldMkLst>
        <pc:spChg chg="mod">
          <ac:chgData name="Jason Helmick" userId="4d62dfd8-4666-4b3a-86fb-ee321fffbfda" providerId="ADAL" clId="{9A48EE12-53B6-F940-9B26-AF8CB7EDAC6B}" dt="2022-04-08T14:54:38.120" v="3338" actId="1076"/>
          <ac:spMkLst>
            <pc:docMk/>
            <pc:sldMk cId="760651980" sldId="2073"/>
            <ac:spMk id="2" creationId="{55EFE759-1E8A-4954-8D7D-DA3E5DDDC7ED}"/>
          </ac:spMkLst>
        </pc:spChg>
        <pc:spChg chg="mod">
          <ac:chgData name="Jason Helmick" userId="4d62dfd8-4666-4b3a-86fb-ee321fffbfda" providerId="ADAL" clId="{9A48EE12-53B6-F940-9B26-AF8CB7EDAC6B}" dt="2022-04-15T15:17:52.552" v="3632" actId="20577"/>
          <ac:spMkLst>
            <pc:docMk/>
            <pc:sldMk cId="760651980" sldId="2073"/>
            <ac:spMk id="3" creationId="{BBAE65FF-2E46-41F7-80DF-966512112FF6}"/>
          </ac:spMkLst>
        </pc:spChg>
        <pc:spChg chg="add mod">
          <ac:chgData name="Jason Helmick" userId="4d62dfd8-4666-4b3a-86fb-ee321fffbfda" providerId="ADAL" clId="{9A48EE12-53B6-F940-9B26-AF8CB7EDAC6B}" dt="2022-04-15T21:43:07.907" v="4459" actId="1076"/>
          <ac:spMkLst>
            <pc:docMk/>
            <pc:sldMk cId="760651980" sldId="2073"/>
            <ac:spMk id="3" creationId="{C0F8CC69-CDA1-9992-7788-53ECC241C5B8}"/>
          </ac:spMkLst>
        </pc:spChg>
        <pc:spChg chg="add mod">
          <ac:chgData name="Jason Helmick" userId="4d62dfd8-4666-4b3a-86fb-ee321fffbfda" providerId="ADAL" clId="{9A48EE12-53B6-F940-9B26-AF8CB7EDAC6B}" dt="2022-04-18T15:03:08.310" v="4485" actId="1076"/>
          <ac:spMkLst>
            <pc:docMk/>
            <pc:sldMk cId="760651980" sldId="2073"/>
            <ac:spMk id="5" creationId="{81C52635-295B-6E77-DC1F-89B3CFA0AD93}"/>
          </ac:spMkLst>
        </pc:spChg>
        <pc:spChg chg="del mod">
          <ac:chgData name="Jason Helmick" userId="4d62dfd8-4666-4b3a-86fb-ee321fffbfda" providerId="ADAL" clId="{9A48EE12-53B6-F940-9B26-AF8CB7EDAC6B}" dt="2022-04-15T21:43:01.543" v="4457" actId="478"/>
          <ac:spMkLst>
            <pc:docMk/>
            <pc:sldMk cId="760651980" sldId="2073"/>
            <ac:spMk id="5" creationId="{9F65FA0D-4DF3-4986-9FA8-DF874A8E27C4}"/>
          </ac:spMkLst>
        </pc:spChg>
        <pc:spChg chg="add mod">
          <ac:chgData name="Jason Helmick" userId="4d62dfd8-4666-4b3a-86fb-ee321fffbfda" providerId="ADAL" clId="{9A48EE12-53B6-F940-9B26-AF8CB7EDAC6B}" dt="2022-04-18T15:06:03.340" v="4510" actId="255"/>
          <ac:spMkLst>
            <pc:docMk/>
            <pc:sldMk cId="760651980" sldId="2073"/>
            <ac:spMk id="8" creationId="{3853F666-1709-CD8D-B3B2-132536C54FB8}"/>
          </ac:spMkLst>
        </pc:spChg>
        <pc:spChg chg="add mod">
          <ac:chgData name="Jason Helmick" userId="4d62dfd8-4666-4b3a-86fb-ee321fffbfda" providerId="ADAL" clId="{9A48EE12-53B6-F940-9B26-AF8CB7EDAC6B}" dt="2022-04-18T15:09:21.372" v="4616" actId="20577"/>
          <ac:spMkLst>
            <pc:docMk/>
            <pc:sldMk cId="760651980" sldId="2073"/>
            <ac:spMk id="9" creationId="{1C8712F6-1485-730F-3FEB-5B17D5C47BC1}"/>
          </ac:spMkLst>
        </pc:spChg>
        <pc:spChg chg="add mod">
          <ac:chgData name="Jason Helmick" userId="4d62dfd8-4666-4b3a-86fb-ee321fffbfda" providerId="ADAL" clId="{9A48EE12-53B6-F940-9B26-AF8CB7EDAC6B}" dt="2022-04-18T15:12:42.851" v="4701" actId="14100"/>
          <ac:spMkLst>
            <pc:docMk/>
            <pc:sldMk cId="760651980" sldId="2073"/>
            <ac:spMk id="10" creationId="{1A9E2C92-A297-6F36-7782-08B48D96E44B}"/>
          </ac:spMkLst>
        </pc:spChg>
        <pc:spChg chg="add mod">
          <ac:chgData name="Jason Helmick" userId="4d62dfd8-4666-4b3a-86fb-ee321fffbfda" providerId="ADAL" clId="{9A48EE12-53B6-F940-9B26-AF8CB7EDAC6B}" dt="2022-04-18T15:15:39.357" v="4821" actId="20577"/>
          <ac:spMkLst>
            <pc:docMk/>
            <pc:sldMk cId="760651980" sldId="2073"/>
            <ac:spMk id="11" creationId="{540AB074-4938-8930-F3D5-D3DE7CB192FE}"/>
          </ac:spMkLst>
        </pc:spChg>
        <pc:graphicFrameChg chg="mod">
          <ac:chgData name="Jason Helmick" userId="4d62dfd8-4666-4b3a-86fb-ee321fffbfda" providerId="ADAL" clId="{9A48EE12-53B6-F940-9B26-AF8CB7EDAC6B}" dt="2022-04-18T15:30:13.648" v="4832" actId="1076"/>
          <ac:graphicFrameMkLst>
            <pc:docMk/>
            <pc:sldMk cId="760651980" sldId="2073"/>
            <ac:graphicFrameMk id="7" creationId="{C00764F8-47C1-976C-E69A-8D8B1C49E438}"/>
          </ac:graphicFrameMkLst>
        </pc:graphicFrameChg>
        <pc:picChg chg="add mod">
          <ac:chgData name="Jason Helmick" userId="4d62dfd8-4666-4b3a-86fb-ee321fffbfda" providerId="ADAL" clId="{9A48EE12-53B6-F940-9B26-AF8CB7EDAC6B}" dt="2022-04-18T15:30:21.238" v="4834" actId="1076"/>
          <ac:picMkLst>
            <pc:docMk/>
            <pc:sldMk cId="760651980" sldId="2073"/>
            <ac:picMk id="4" creationId="{D320DDD3-97FE-DD7F-A952-AAEAD67985B8}"/>
          </ac:picMkLst>
        </pc:picChg>
      </pc:sldChg>
      <pc:sldChg chg="addSp modSp mod">
        <pc:chgData name="Jason Helmick" userId="4d62dfd8-4666-4b3a-86fb-ee321fffbfda" providerId="ADAL" clId="{9A48EE12-53B6-F940-9B26-AF8CB7EDAC6B}" dt="2022-04-08T14:28:40.370" v="3060" actId="1076"/>
        <pc:sldMkLst>
          <pc:docMk/>
          <pc:sldMk cId="2073379991" sldId="2076"/>
        </pc:sldMkLst>
        <pc:spChg chg="mod">
          <ac:chgData name="Jason Helmick" userId="4d62dfd8-4666-4b3a-86fb-ee321fffbfda" providerId="ADAL" clId="{9A48EE12-53B6-F940-9B26-AF8CB7EDAC6B}" dt="2022-04-08T14:28:04.469" v="3053" actId="1076"/>
          <ac:spMkLst>
            <pc:docMk/>
            <pc:sldMk cId="2073379991" sldId="2076"/>
            <ac:spMk id="4" creationId="{1B87B61F-315C-4C7A-82E9-AA14A3D362D9}"/>
          </ac:spMkLst>
        </pc:spChg>
        <pc:spChg chg="mod">
          <ac:chgData name="Jason Helmick" userId="4d62dfd8-4666-4b3a-86fb-ee321fffbfda" providerId="ADAL" clId="{9A48EE12-53B6-F940-9B26-AF8CB7EDAC6B}" dt="2022-04-08T14:27:58.687" v="3052" actId="1076"/>
          <ac:spMkLst>
            <pc:docMk/>
            <pc:sldMk cId="2073379991" sldId="2076"/>
            <ac:spMk id="5" creationId="{67066EF7-6D56-4C6A-BB90-4CABFD9AB2C8}"/>
          </ac:spMkLst>
        </pc:spChg>
        <pc:spChg chg="mod">
          <ac:chgData name="Jason Helmick" userId="4d62dfd8-4666-4b3a-86fb-ee321fffbfda" providerId="ADAL" clId="{9A48EE12-53B6-F940-9B26-AF8CB7EDAC6B}" dt="2022-04-08T14:28:16.104" v="3056" actId="1076"/>
          <ac:spMkLst>
            <pc:docMk/>
            <pc:sldMk cId="2073379991" sldId="2076"/>
            <ac:spMk id="6" creationId="{914CD3BC-0AB8-434F-A909-9C9320851AD6}"/>
          </ac:spMkLst>
        </pc:spChg>
        <pc:spChg chg="mod">
          <ac:chgData name="Jason Helmick" userId="4d62dfd8-4666-4b3a-86fb-ee321fffbfda" providerId="ADAL" clId="{9A48EE12-53B6-F940-9B26-AF8CB7EDAC6B}" dt="2022-04-08T14:28:40.370" v="3060" actId="1076"/>
          <ac:spMkLst>
            <pc:docMk/>
            <pc:sldMk cId="2073379991" sldId="2076"/>
            <ac:spMk id="7" creationId="{3967389B-E827-4526-91AC-3DEA56891499}"/>
          </ac:spMkLst>
        </pc:spChg>
        <pc:picChg chg="add mod">
          <ac:chgData name="Jason Helmick" userId="4d62dfd8-4666-4b3a-86fb-ee321fffbfda" providerId="ADAL" clId="{9A48EE12-53B6-F940-9B26-AF8CB7EDAC6B}" dt="2022-04-08T14:28:12.332" v="3055" actId="1076"/>
          <ac:picMkLst>
            <pc:docMk/>
            <pc:sldMk cId="2073379991" sldId="2076"/>
            <ac:picMk id="3" creationId="{019AD1FD-F612-036B-23DD-CE39103231B8}"/>
          </ac:picMkLst>
        </pc:picChg>
      </pc:sldChg>
      <pc:sldChg chg="addSp modSp del mod">
        <pc:chgData name="Jason Helmick" userId="4d62dfd8-4666-4b3a-86fb-ee321fffbfda" providerId="ADAL" clId="{9A48EE12-53B6-F940-9B26-AF8CB7EDAC6B}" dt="2022-04-08T14:54:31.575" v="3337" actId="2696"/>
        <pc:sldMkLst>
          <pc:docMk/>
          <pc:sldMk cId="3308903540" sldId="2077"/>
        </pc:sldMkLst>
        <pc:spChg chg="mod">
          <ac:chgData name="Jason Helmick" userId="4d62dfd8-4666-4b3a-86fb-ee321fffbfda" providerId="ADAL" clId="{9A48EE12-53B6-F940-9B26-AF8CB7EDAC6B}" dt="2022-04-08T14:52:16.015" v="3315" actId="20577"/>
          <ac:spMkLst>
            <pc:docMk/>
            <pc:sldMk cId="3308903540" sldId="2077"/>
            <ac:spMk id="3" creationId="{DF4D0DBA-0AA7-4325-AD12-A1DEA53D04BB}"/>
          </ac:spMkLst>
        </pc:spChg>
        <pc:picChg chg="add mod">
          <ac:chgData name="Jason Helmick" userId="4d62dfd8-4666-4b3a-86fb-ee321fffbfda" providerId="ADAL" clId="{9A48EE12-53B6-F940-9B26-AF8CB7EDAC6B}" dt="2022-04-08T14:24:03.570" v="3008" actId="167"/>
          <ac:picMkLst>
            <pc:docMk/>
            <pc:sldMk cId="3308903540" sldId="2077"/>
            <ac:picMk id="2" creationId="{9F922766-E94F-9082-B2E9-7F9042C69E8F}"/>
          </ac:picMkLst>
        </pc:picChg>
      </pc:sldChg>
      <pc:sldChg chg="addSp modSp del mod modShow">
        <pc:chgData name="Jason Helmick" userId="4d62dfd8-4666-4b3a-86fb-ee321fffbfda" providerId="ADAL" clId="{9A48EE12-53B6-F940-9B26-AF8CB7EDAC6B}" dt="2022-04-18T15:37:03.889" v="4861" actId="2696"/>
        <pc:sldMkLst>
          <pc:docMk/>
          <pc:sldMk cId="1571406161" sldId="2078"/>
        </pc:sldMkLst>
        <pc:picChg chg="add mod">
          <ac:chgData name="Jason Helmick" userId="4d62dfd8-4666-4b3a-86fb-ee321fffbfda" providerId="ADAL" clId="{9A48EE12-53B6-F940-9B26-AF8CB7EDAC6B}" dt="2022-04-08T14:26:11.918" v="3032" actId="167"/>
          <ac:picMkLst>
            <pc:docMk/>
            <pc:sldMk cId="1571406161" sldId="2078"/>
            <ac:picMk id="2" creationId="{1C515567-2D49-F807-2CEF-6EBD9BEE7EA3}"/>
          </ac:picMkLst>
        </pc:picChg>
        <pc:picChg chg="mod">
          <ac:chgData name="Jason Helmick" userId="4d62dfd8-4666-4b3a-86fb-ee321fffbfda" providerId="ADAL" clId="{9A48EE12-53B6-F940-9B26-AF8CB7EDAC6B}" dt="2022-04-08T14:26:31.054" v="3036" actId="1076"/>
          <ac:picMkLst>
            <pc:docMk/>
            <pc:sldMk cId="1571406161" sldId="2078"/>
            <ac:picMk id="5" creationId="{E681A9C5-CC34-43CA-BC43-3CA1EAB142BA}"/>
          </ac:picMkLst>
        </pc:picChg>
      </pc:sldChg>
      <pc:sldChg chg="addSp modSp del mod modShow">
        <pc:chgData name="Jason Helmick" userId="4d62dfd8-4666-4b3a-86fb-ee321fffbfda" providerId="ADAL" clId="{9A48EE12-53B6-F940-9B26-AF8CB7EDAC6B}" dt="2022-04-18T15:37:08.815" v="4862" actId="2696"/>
        <pc:sldMkLst>
          <pc:docMk/>
          <pc:sldMk cId="944449694" sldId="2079"/>
        </pc:sldMkLst>
        <pc:picChg chg="add mod">
          <ac:chgData name="Jason Helmick" userId="4d62dfd8-4666-4b3a-86fb-ee321fffbfda" providerId="ADAL" clId="{9A48EE12-53B6-F940-9B26-AF8CB7EDAC6B}" dt="2022-04-08T14:26:40.410" v="3038" actId="167"/>
          <ac:picMkLst>
            <pc:docMk/>
            <pc:sldMk cId="944449694" sldId="2079"/>
            <ac:picMk id="2" creationId="{3B75452F-4470-B883-0DCF-4F0DA57A992C}"/>
          </ac:picMkLst>
        </pc:picChg>
        <pc:picChg chg="mod">
          <ac:chgData name="Jason Helmick" userId="4d62dfd8-4666-4b3a-86fb-ee321fffbfda" providerId="ADAL" clId="{9A48EE12-53B6-F940-9B26-AF8CB7EDAC6B}" dt="2022-04-08T14:26:51.771" v="3040" actId="1076"/>
          <ac:picMkLst>
            <pc:docMk/>
            <pc:sldMk cId="944449694" sldId="2079"/>
            <ac:picMk id="3" creationId="{0E210095-55E5-4331-9302-2BCE5D50F623}"/>
          </ac:picMkLst>
        </pc:picChg>
      </pc:sldChg>
      <pc:sldChg chg="addSp modSp del mod">
        <pc:chgData name="Jason Helmick" userId="4d62dfd8-4666-4b3a-86fb-ee321fffbfda" providerId="ADAL" clId="{9A48EE12-53B6-F940-9B26-AF8CB7EDAC6B}" dt="2022-04-18T15:40:18.378" v="4878" actId="2696"/>
        <pc:sldMkLst>
          <pc:docMk/>
          <pc:sldMk cId="2780999059" sldId="2080"/>
        </pc:sldMkLst>
        <pc:picChg chg="add mod">
          <ac:chgData name="Jason Helmick" userId="4d62dfd8-4666-4b3a-86fb-ee321fffbfda" providerId="ADAL" clId="{9A48EE12-53B6-F940-9B26-AF8CB7EDAC6B}" dt="2022-04-08T14:26:59.637" v="3042" actId="167"/>
          <ac:picMkLst>
            <pc:docMk/>
            <pc:sldMk cId="2780999059" sldId="2080"/>
            <ac:picMk id="2" creationId="{659DA48C-50CC-E3D7-7DB6-91A16832C189}"/>
          </ac:picMkLst>
        </pc:picChg>
        <pc:picChg chg="mod">
          <ac:chgData name="Jason Helmick" userId="4d62dfd8-4666-4b3a-86fb-ee321fffbfda" providerId="ADAL" clId="{9A48EE12-53B6-F940-9B26-AF8CB7EDAC6B}" dt="2022-04-08T14:27:04.855" v="3043" actId="1076"/>
          <ac:picMkLst>
            <pc:docMk/>
            <pc:sldMk cId="2780999059" sldId="2080"/>
            <ac:picMk id="3" creationId="{C59539E7-0986-41C6-B2A9-99A4F1D1A15C}"/>
          </ac:picMkLst>
        </pc:picChg>
      </pc:sldChg>
      <pc:sldChg chg="addSp delSp modSp del mod">
        <pc:chgData name="Jason Helmick" userId="4d62dfd8-4666-4b3a-86fb-ee321fffbfda" providerId="ADAL" clId="{9A48EE12-53B6-F940-9B26-AF8CB7EDAC6B}" dt="2022-04-08T14:45:15.052" v="3239" actId="2696"/>
        <pc:sldMkLst>
          <pc:docMk/>
          <pc:sldMk cId="1745394271" sldId="2081"/>
        </pc:sldMkLst>
        <pc:picChg chg="add del">
          <ac:chgData name="Jason Helmick" userId="4d62dfd8-4666-4b3a-86fb-ee321fffbfda" providerId="ADAL" clId="{9A48EE12-53B6-F940-9B26-AF8CB7EDAC6B}" dt="2022-04-08T14:14:37.093" v="2932"/>
          <ac:picMkLst>
            <pc:docMk/>
            <pc:sldMk cId="1745394271" sldId="2081"/>
            <ac:picMk id="5" creationId="{2A227A42-40CF-E8EF-27EA-93927A495415}"/>
          </ac:picMkLst>
        </pc:picChg>
        <pc:picChg chg="add del">
          <ac:chgData name="Jason Helmick" userId="4d62dfd8-4666-4b3a-86fb-ee321fffbfda" providerId="ADAL" clId="{9A48EE12-53B6-F940-9B26-AF8CB7EDAC6B}" dt="2022-04-08T14:14:41.310" v="2934"/>
          <ac:picMkLst>
            <pc:docMk/>
            <pc:sldMk cId="1745394271" sldId="2081"/>
            <ac:picMk id="6" creationId="{5B02303E-8BA8-43F1-D2AF-847E069DAE72}"/>
          </ac:picMkLst>
        </pc:picChg>
        <pc:picChg chg="add del">
          <ac:chgData name="Jason Helmick" userId="4d62dfd8-4666-4b3a-86fb-ee321fffbfda" providerId="ADAL" clId="{9A48EE12-53B6-F940-9B26-AF8CB7EDAC6B}" dt="2022-04-08T14:15:34.693" v="2938" actId="22"/>
          <ac:picMkLst>
            <pc:docMk/>
            <pc:sldMk cId="1745394271" sldId="2081"/>
            <ac:picMk id="8" creationId="{64E837BA-CA01-BA51-F2FF-09BA0ABDB1D3}"/>
          </ac:picMkLst>
        </pc:picChg>
        <pc:picChg chg="add del mod">
          <ac:chgData name="Jason Helmick" userId="4d62dfd8-4666-4b3a-86fb-ee321fffbfda" providerId="ADAL" clId="{9A48EE12-53B6-F940-9B26-AF8CB7EDAC6B}" dt="2022-04-08T14:15:51.238" v="2941" actId="22"/>
          <ac:picMkLst>
            <pc:docMk/>
            <pc:sldMk cId="1745394271" sldId="2081"/>
            <ac:picMk id="10" creationId="{0BC66217-9F70-D008-C125-59D02CCC5785}"/>
          </ac:picMkLst>
        </pc:picChg>
      </pc:sldChg>
      <pc:sldChg chg="addSp delSp modSp mod">
        <pc:chgData name="Jason Helmick" userId="4d62dfd8-4666-4b3a-86fb-ee321fffbfda" providerId="ADAL" clId="{9A48EE12-53B6-F940-9B26-AF8CB7EDAC6B}" dt="2022-04-20T21:04:03.235" v="5221" actId="207"/>
        <pc:sldMkLst>
          <pc:docMk/>
          <pc:sldMk cId="1204416956" sldId="2082"/>
        </pc:sldMkLst>
        <pc:spChg chg="mod">
          <ac:chgData name="Jason Helmick" userId="4d62dfd8-4666-4b3a-86fb-ee321fffbfda" providerId="ADAL" clId="{9A48EE12-53B6-F940-9B26-AF8CB7EDAC6B}" dt="2022-04-20T21:04:03.235" v="5221" actId="207"/>
          <ac:spMkLst>
            <pc:docMk/>
            <pc:sldMk cId="1204416956" sldId="2082"/>
            <ac:spMk id="9" creationId="{C3140F80-305F-455B-93F3-456DFD87CA8D}"/>
          </ac:spMkLst>
        </pc:spChg>
        <pc:picChg chg="add del mod">
          <ac:chgData name="Jason Helmick" userId="4d62dfd8-4666-4b3a-86fb-ee321fffbfda" providerId="ADAL" clId="{9A48EE12-53B6-F940-9B26-AF8CB7EDAC6B}" dt="2022-04-08T14:18:06.464" v="2954" actId="22"/>
          <ac:picMkLst>
            <pc:docMk/>
            <pc:sldMk cId="1204416956" sldId="2082"/>
            <ac:picMk id="2" creationId="{8C0EE001-8AEA-388B-F17B-8FF6BF01A355}"/>
          </ac:picMkLst>
        </pc:picChg>
        <pc:picChg chg="add mod">
          <ac:chgData name="Jason Helmick" userId="4d62dfd8-4666-4b3a-86fb-ee321fffbfda" providerId="ADAL" clId="{9A48EE12-53B6-F940-9B26-AF8CB7EDAC6B}" dt="2022-04-08T14:18:30.012" v="2956" actId="167"/>
          <ac:picMkLst>
            <pc:docMk/>
            <pc:sldMk cId="1204416956" sldId="2082"/>
            <ac:picMk id="3" creationId="{47652780-4E6B-5EFA-A515-E6FB7D22D696}"/>
          </ac:picMkLst>
        </pc:picChg>
      </pc:sldChg>
      <pc:sldChg chg="modSp del">
        <pc:chgData name="Jason Helmick" userId="4d62dfd8-4666-4b3a-86fb-ee321fffbfda" providerId="ADAL" clId="{9A48EE12-53B6-F940-9B26-AF8CB7EDAC6B}" dt="2022-04-08T14:17:02.394" v="2949" actId="2696"/>
        <pc:sldMkLst>
          <pc:docMk/>
          <pc:sldMk cId="163789327" sldId="2083"/>
        </pc:sldMkLst>
        <pc:picChg chg="mod">
          <ac:chgData name="Jason Helmick" userId="4d62dfd8-4666-4b3a-86fb-ee321fffbfda" providerId="ADAL" clId="{9A48EE12-53B6-F940-9B26-AF8CB7EDAC6B}" dt="2022-04-08T14:16:38.301" v="2947" actId="1076"/>
          <ac:picMkLst>
            <pc:docMk/>
            <pc:sldMk cId="163789327" sldId="2083"/>
            <ac:picMk id="4098" creationId="{F3D56ED4-5866-4BCA-B402-3593118BF87A}"/>
          </ac:picMkLst>
        </pc:picChg>
      </pc:sldChg>
      <pc:sldChg chg="del">
        <pc:chgData name="Jason Helmick" userId="4d62dfd8-4666-4b3a-86fb-ee321fffbfda" providerId="ADAL" clId="{9A48EE12-53B6-F940-9B26-AF8CB7EDAC6B}" dt="2022-04-07T18:54:10.473" v="2856" actId="2696"/>
        <pc:sldMkLst>
          <pc:docMk/>
          <pc:sldMk cId="3110659335" sldId="2084"/>
        </pc:sldMkLst>
      </pc:sldChg>
      <pc:sldChg chg="addSp modSp new mod">
        <pc:chgData name="Jason Helmick" userId="4d62dfd8-4666-4b3a-86fb-ee321fffbfda" providerId="ADAL" clId="{9A48EE12-53B6-F940-9B26-AF8CB7EDAC6B}" dt="2022-04-08T15:01:18.118" v="3379" actId="20577"/>
        <pc:sldMkLst>
          <pc:docMk/>
          <pc:sldMk cId="1639163022" sldId="2085"/>
        </pc:sldMkLst>
        <pc:spChg chg="mod">
          <ac:chgData name="Jason Helmick" userId="4d62dfd8-4666-4b3a-86fb-ee321fffbfda" providerId="ADAL" clId="{9A48EE12-53B6-F940-9B26-AF8CB7EDAC6B}" dt="2022-04-08T15:01:18.118" v="3379" actId="20577"/>
          <ac:spMkLst>
            <pc:docMk/>
            <pc:sldMk cId="1639163022" sldId="2085"/>
            <ac:spMk id="2" creationId="{7AC1D0E0-41F0-26E9-8445-86A14D5DFDA7}"/>
          </ac:spMkLst>
        </pc:spChg>
        <pc:spChg chg="mod">
          <ac:chgData name="Jason Helmick" userId="4d62dfd8-4666-4b3a-86fb-ee321fffbfda" providerId="ADAL" clId="{9A48EE12-53B6-F940-9B26-AF8CB7EDAC6B}" dt="2022-04-08T14:34:44.774" v="3210" actId="20577"/>
          <ac:spMkLst>
            <pc:docMk/>
            <pc:sldMk cId="1639163022" sldId="2085"/>
            <ac:spMk id="3" creationId="{6102FBF1-1739-5A68-27EA-176B1BF1D105}"/>
          </ac:spMkLst>
        </pc:spChg>
        <pc:picChg chg="add mod">
          <ac:chgData name="Jason Helmick" userId="4d62dfd8-4666-4b3a-86fb-ee321fffbfda" providerId="ADAL" clId="{9A48EE12-53B6-F940-9B26-AF8CB7EDAC6B}" dt="2022-04-08T14:19:45.527" v="2968" actId="167"/>
          <ac:picMkLst>
            <pc:docMk/>
            <pc:sldMk cId="1639163022" sldId="2085"/>
            <ac:picMk id="5" creationId="{4BA4A398-28CC-84A6-8A0D-A4D26AA6E476}"/>
          </ac:picMkLst>
        </pc:picChg>
      </pc:sldChg>
      <pc:sldChg chg="addSp modSp new mod">
        <pc:chgData name="Jason Helmick" userId="4d62dfd8-4666-4b3a-86fb-ee321fffbfda" providerId="ADAL" clId="{9A48EE12-53B6-F940-9B26-AF8CB7EDAC6B}" dt="2022-04-08T14:19:58.660" v="2970" actId="167"/>
        <pc:sldMkLst>
          <pc:docMk/>
          <pc:sldMk cId="855941707" sldId="2086"/>
        </pc:sldMkLst>
        <pc:spChg chg="mod">
          <ac:chgData name="Jason Helmick" userId="4d62dfd8-4666-4b3a-86fb-ee321fffbfda" providerId="ADAL" clId="{9A48EE12-53B6-F940-9B26-AF8CB7EDAC6B}" dt="2022-04-07T18:52:33.389" v="2790" actId="20577"/>
          <ac:spMkLst>
            <pc:docMk/>
            <pc:sldMk cId="855941707" sldId="2086"/>
            <ac:spMk id="2" creationId="{AAA5734B-2D57-0E27-2520-210CEF793FB1}"/>
          </ac:spMkLst>
        </pc:spChg>
        <pc:picChg chg="add mod">
          <ac:chgData name="Jason Helmick" userId="4d62dfd8-4666-4b3a-86fb-ee321fffbfda" providerId="ADAL" clId="{9A48EE12-53B6-F940-9B26-AF8CB7EDAC6B}" dt="2022-04-08T14:19:58.660" v="2970" actId="167"/>
          <ac:picMkLst>
            <pc:docMk/>
            <pc:sldMk cId="855941707" sldId="2086"/>
            <ac:picMk id="5" creationId="{C79F5DAA-4BF7-5FCA-120E-AC3112B4C4D0}"/>
          </ac:picMkLst>
        </pc:picChg>
      </pc:sldChg>
      <pc:sldChg chg="addSp delSp modSp add mod modMedia setBg delAnim modCm">
        <pc:chgData name="Jason Helmick" userId="4d62dfd8-4666-4b3a-86fb-ee321fffbfda" providerId="ADAL" clId="{9A48EE12-53B6-F940-9B26-AF8CB7EDAC6B}" dt="2022-04-15T21:53:32.263" v="4483" actId="22"/>
        <pc:sldMkLst>
          <pc:docMk/>
          <pc:sldMk cId="990397270" sldId="2087"/>
        </pc:sldMkLst>
        <pc:spChg chg="mod">
          <ac:chgData name="Jason Helmick" userId="4d62dfd8-4666-4b3a-86fb-ee321fffbfda" providerId="ADAL" clId="{9A48EE12-53B6-F940-9B26-AF8CB7EDAC6B}" dt="2022-04-08T14:23:03.897" v="2998" actId="26606"/>
          <ac:spMkLst>
            <pc:docMk/>
            <pc:sldMk cId="990397270" sldId="2087"/>
            <ac:spMk id="2" creationId="{AAA5734B-2D57-0E27-2520-210CEF793FB1}"/>
          </ac:spMkLst>
        </pc:spChg>
        <pc:spChg chg="mod">
          <ac:chgData name="Jason Helmick" userId="4d62dfd8-4666-4b3a-86fb-ee321fffbfda" providerId="ADAL" clId="{9A48EE12-53B6-F940-9B26-AF8CB7EDAC6B}" dt="2022-04-08T14:23:03.897" v="2998" actId="26606"/>
          <ac:spMkLst>
            <pc:docMk/>
            <pc:sldMk cId="990397270" sldId="2087"/>
            <ac:spMk id="3" creationId="{517D5D24-422C-DFF7-2E69-409D6535BF34}"/>
          </ac:spMkLst>
        </pc:spChg>
        <pc:spChg chg="add">
          <ac:chgData name="Jason Helmick" userId="4d62dfd8-4666-4b3a-86fb-ee321fffbfda" providerId="ADAL" clId="{9A48EE12-53B6-F940-9B26-AF8CB7EDAC6B}" dt="2022-04-15T21:53:32.263" v="4483" actId="22"/>
          <ac:spMkLst>
            <pc:docMk/>
            <pc:sldMk cId="990397270" sldId="2087"/>
            <ac:spMk id="4" creationId="{E9D47E27-BB35-708A-48B1-7AC9C0BAC370}"/>
          </ac:spMkLst>
        </pc:spChg>
        <pc:spChg chg="add del">
          <ac:chgData name="Jason Helmick" userId="4d62dfd8-4666-4b3a-86fb-ee321fffbfda" providerId="ADAL" clId="{9A48EE12-53B6-F940-9B26-AF8CB7EDAC6B}" dt="2022-04-08T14:23:03.897" v="2998" actId="26606"/>
          <ac:spMkLst>
            <pc:docMk/>
            <pc:sldMk cId="990397270" sldId="2087"/>
            <ac:spMk id="9" creationId="{C1DD1A8A-57D5-4A81-AD04-532B043C5611}"/>
          </ac:spMkLst>
        </pc:spChg>
        <pc:spChg chg="add del">
          <ac:chgData name="Jason Helmick" userId="4d62dfd8-4666-4b3a-86fb-ee321fffbfda" providerId="ADAL" clId="{9A48EE12-53B6-F940-9B26-AF8CB7EDAC6B}" dt="2022-04-08T14:23:03.897" v="2998" actId="26606"/>
          <ac:spMkLst>
            <pc:docMk/>
            <pc:sldMk cId="990397270" sldId="2087"/>
            <ac:spMk id="11" creationId="{007891EC-4501-44ED-A8C8-B11B6DB767AB}"/>
          </ac:spMkLst>
        </pc:spChg>
        <pc:picChg chg="add del mod">
          <ac:chgData name="Jason Helmick" userId="4d62dfd8-4666-4b3a-86fb-ee321fffbfda" providerId="ADAL" clId="{9A48EE12-53B6-F940-9B26-AF8CB7EDAC6B}" dt="2022-04-08T14:23:02.917" v="2997" actId="22"/>
          <ac:picMkLst>
            <pc:docMk/>
            <pc:sldMk cId="990397270" sldId="2087"/>
            <ac:picMk id="4" creationId="{8EF6E504-A5C2-4BDC-FD1E-E2F1814DD288}"/>
          </ac:picMkLst>
        </pc:picChg>
        <pc:picChg chg="add del mod">
          <ac:chgData name="Jason Helmick" userId="4d62dfd8-4666-4b3a-86fb-ee321fffbfda" providerId="ADAL" clId="{9A48EE12-53B6-F940-9B26-AF8CB7EDAC6B}" dt="2022-04-08T14:23:03.897" v="2998" actId="26606"/>
          <ac:picMkLst>
            <pc:docMk/>
            <pc:sldMk cId="990397270" sldId="2087"/>
            <ac:picMk id="5" creationId="{3B859458-D0D5-D96F-B72E-40ADFA316545}"/>
          </ac:picMkLst>
        </pc:picChg>
        <pc:picChg chg="add mod">
          <ac:chgData name="Jason Helmick" userId="4d62dfd8-4666-4b3a-86fb-ee321fffbfda" providerId="ADAL" clId="{9A48EE12-53B6-F940-9B26-AF8CB7EDAC6B}" dt="2022-04-08T14:23:14.057" v="3000" actId="167"/>
          <ac:picMkLst>
            <pc:docMk/>
            <pc:sldMk cId="990397270" sldId="2087"/>
            <ac:picMk id="6" creationId="{1682F805-7665-5186-F20F-2A0B1D4D7DAD}"/>
          </ac:picMkLst>
        </pc:picChg>
      </pc:sldChg>
      <pc:sldChg chg="addSp modSp add mod">
        <pc:chgData name="Jason Helmick" userId="4d62dfd8-4666-4b3a-86fb-ee321fffbfda" providerId="ADAL" clId="{9A48EE12-53B6-F940-9B26-AF8CB7EDAC6B}" dt="2022-04-08T14:24:23.018" v="3010" actId="167"/>
        <pc:sldMkLst>
          <pc:docMk/>
          <pc:sldMk cId="3494670872" sldId="2088"/>
        </pc:sldMkLst>
        <pc:spChg chg="mod">
          <ac:chgData name="Jason Helmick" userId="4d62dfd8-4666-4b3a-86fb-ee321fffbfda" providerId="ADAL" clId="{9A48EE12-53B6-F940-9B26-AF8CB7EDAC6B}" dt="2022-04-07T18:58:22.311" v="2914" actId="5793"/>
          <ac:spMkLst>
            <pc:docMk/>
            <pc:sldMk cId="3494670872" sldId="2088"/>
            <ac:spMk id="2" creationId="{AAA5734B-2D57-0E27-2520-210CEF793FB1}"/>
          </ac:spMkLst>
        </pc:spChg>
        <pc:picChg chg="add mod">
          <ac:chgData name="Jason Helmick" userId="4d62dfd8-4666-4b3a-86fb-ee321fffbfda" providerId="ADAL" clId="{9A48EE12-53B6-F940-9B26-AF8CB7EDAC6B}" dt="2022-04-08T14:24:23.018" v="3010" actId="167"/>
          <ac:picMkLst>
            <pc:docMk/>
            <pc:sldMk cId="3494670872" sldId="2088"/>
            <ac:picMk id="6" creationId="{22443F50-03A6-C351-D106-172DB9A54ED8}"/>
          </ac:picMkLst>
        </pc:picChg>
      </pc:sldChg>
      <pc:sldChg chg="addSp modSp add mod">
        <pc:chgData name="Jason Helmick" userId="4d62dfd8-4666-4b3a-86fb-ee321fffbfda" providerId="ADAL" clId="{9A48EE12-53B6-F940-9B26-AF8CB7EDAC6B}" dt="2022-04-08T14:26:03.749" v="3030" actId="167"/>
        <pc:sldMkLst>
          <pc:docMk/>
          <pc:sldMk cId="1158043453" sldId="2089"/>
        </pc:sldMkLst>
        <pc:spChg chg="mod">
          <ac:chgData name="Jason Helmick" userId="4d62dfd8-4666-4b3a-86fb-ee321fffbfda" providerId="ADAL" clId="{9A48EE12-53B6-F940-9B26-AF8CB7EDAC6B}" dt="2022-04-07T18:57:42.920" v="2902" actId="20577"/>
          <ac:spMkLst>
            <pc:docMk/>
            <pc:sldMk cId="1158043453" sldId="2089"/>
            <ac:spMk id="2" creationId="{AAA5734B-2D57-0E27-2520-210CEF793FB1}"/>
          </ac:spMkLst>
        </pc:spChg>
        <pc:picChg chg="add mod">
          <ac:chgData name="Jason Helmick" userId="4d62dfd8-4666-4b3a-86fb-ee321fffbfda" providerId="ADAL" clId="{9A48EE12-53B6-F940-9B26-AF8CB7EDAC6B}" dt="2022-04-08T14:26:03.749" v="3030" actId="167"/>
          <ac:picMkLst>
            <pc:docMk/>
            <pc:sldMk cId="1158043453" sldId="2089"/>
            <ac:picMk id="6" creationId="{C05BAF65-B8C7-5B5D-C701-9467B9B9023D}"/>
          </ac:picMkLst>
        </pc:picChg>
      </pc:sldChg>
      <pc:sldChg chg="addSp modSp add mod">
        <pc:chgData name="Jason Helmick" userId="4d62dfd8-4666-4b3a-86fb-ee321fffbfda" providerId="ADAL" clId="{9A48EE12-53B6-F940-9B26-AF8CB7EDAC6B}" dt="2022-04-22T15:52:14.309" v="5275" actId="1076"/>
        <pc:sldMkLst>
          <pc:docMk/>
          <pc:sldMk cId="1358324046" sldId="2090"/>
        </pc:sldMkLst>
        <pc:spChg chg="mod">
          <ac:chgData name="Jason Helmick" userId="4d62dfd8-4666-4b3a-86fb-ee321fffbfda" providerId="ADAL" clId="{9A48EE12-53B6-F940-9B26-AF8CB7EDAC6B}" dt="2022-04-07T18:54:48.585" v="2879" actId="20577"/>
          <ac:spMkLst>
            <pc:docMk/>
            <pc:sldMk cId="1358324046" sldId="2090"/>
            <ac:spMk id="2" creationId="{AAA5734B-2D57-0E27-2520-210CEF793FB1}"/>
          </ac:spMkLst>
        </pc:spChg>
        <pc:spChg chg="mod">
          <ac:chgData name="Jason Helmick" userId="4d62dfd8-4666-4b3a-86fb-ee321fffbfda" providerId="ADAL" clId="{9A48EE12-53B6-F940-9B26-AF8CB7EDAC6B}" dt="2022-04-08T14:32:30.256" v="3175" actId="20577"/>
          <ac:spMkLst>
            <pc:docMk/>
            <pc:sldMk cId="1358324046" sldId="2090"/>
            <ac:spMk id="3" creationId="{517D5D24-422C-DFF7-2E69-409D6535BF34}"/>
          </ac:spMkLst>
        </pc:spChg>
        <pc:spChg chg="add mod">
          <ac:chgData name="Jason Helmick" userId="4d62dfd8-4666-4b3a-86fb-ee321fffbfda" providerId="ADAL" clId="{9A48EE12-53B6-F940-9B26-AF8CB7EDAC6B}" dt="2022-04-22T15:52:14.309" v="5275" actId="1076"/>
          <ac:spMkLst>
            <pc:docMk/>
            <pc:sldMk cId="1358324046" sldId="2090"/>
            <ac:spMk id="4" creationId="{65B36A03-BC9B-749E-BAFA-9F6BB724CD66}"/>
          </ac:spMkLst>
        </pc:spChg>
        <pc:picChg chg="add mod">
          <ac:chgData name="Jason Helmick" userId="4d62dfd8-4666-4b3a-86fb-ee321fffbfda" providerId="ADAL" clId="{9A48EE12-53B6-F940-9B26-AF8CB7EDAC6B}" dt="2022-04-08T14:31:13.161" v="3111" actId="167"/>
          <ac:picMkLst>
            <pc:docMk/>
            <pc:sldMk cId="1358324046" sldId="2090"/>
            <ac:picMk id="5" creationId="{206C9075-3B50-F6BF-5CC4-986874F2687E}"/>
          </ac:picMkLst>
        </pc:picChg>
      </pc:sldChg>
      <pc:sldChg chg="addSp delSp modSp new mod">
        <pc:chgData name="Jason Helmick" userId="4d62dfd8-4666-4b3a-86fb-ee321fffbfda" providerId="ADAL" clId="{9A48EE12-53B6-F940-9B26-AF8CB7EDAC6B}" dt="2022-04-08T14:19:26.300" v="2964" actId="1076"/>
        <pc:sldMkLst>
          <pc:docMk/>
          <pc:sldMk cId="2405108809" sldId="2091"/>
        </pc:sldMkLst>
        <pc:spChg chg="del">
          <ac:chgData name="Jason Helmick" userId="4d62dfd8-4666-4b3a-86fb-ee321fffbfda" providerId="ADAL" clId="{9A48EE12-53B6-F940-9B26-AF8CB7EDAC6B}" dt="2022-04-07T19:05:51.768" v="2916" actId="478"/>
          <ac:spMkLst>
            <pc:docMk/>
            <pc:sldMk cId="2405108809" sldId="2091"/>
            <ac:spMk id="2" creationId="{0FF3C926-8059-8759-4B1E-2411081DD3A4}"/>
          </ac:spMkLst>
        </pc:spChg>
        <pc:picChg chg="add mod">
          <ac:chgData name="Jason Helmick" userId="4d62dfd8-4666-4b3a-86fb-ee321fffbfda" providerId="ADAL" clId="{9A48EE12-53B6-F940-9B26-AF8CB7EDAC6B}" dt="2022-04-08T14:19:06.846" v="2961" actId="167"/>
          <ac:picMkLst>
            <pc:docMk/>
            <pc:sldMk cId="2405108809" sldId="2091"/>
            <ac:picMk id="2" creationId="{A1C9EBDB-FAFC-DEE4-8FCA-BA7A170527CB}"/>
          </ac:picMkLst>
        </pc:picChg>
        <pc:picChg chg="add mod">
          <ac:chgData name="Jason Helmick" userId="4d62dfd8-4666-4b3a-86fb-ee321fffbfda" providerId="ADAL" clId="{9A48EE12-53B6-F940-9B26-AF8CB7EDAC6B}" dt="2022-04-08T14:19:16.502" v="2963" actId="1076"/>
          <ac:picMkLst>
            <pc:docMk/>
            <pc:sldMk cId="2405108809" sldId="2091"/>
            <ac:picMk id="4" creationId="{9211F1A6-8E79-9645-A317-7B3C14F60514}"/>
          </ac:picMkLst>
        </pc:picChg>
        <pc:picChg chg="add mod">
          <ac:chgData name="Jason Helmick" userId="4d62dfd8-4666-4b3a-86fb-ee321fffbfda" providerId="ADAL" clId="{9A48EE12-53B6-F940-9B26-AF8CB7EDAC6B}" dt="2022-04-08T14:19:26.300" v="2964" actId="1076"/>
          <ac:picMkLst>
            <pc:docMk/>
            <pc:sldMk cId="2405108809" sldId="2091"/>
            <ac:picMk id="6" creationId="{B5735A95-4C85-E463-8361-FC35C3432C46}"/>
          </ac:picMkLst>
        </pc:picChg>
      </pc:sldChg>
      <pc:sldChg chg="addSp modSp mod">
        <pc:chgData name="Jason Helmick" userId="4d62dfd8-4666-4b3a-86fb-ee321fffbfda" providerId="ADAL" clId="{9A48EE12-53B6-F940-9B26-AF8CB7EDAC6B}" dt="2022-04-08T14:27:15.948" v="3045" actId="167"/>
        <pc:sldMkLst>
          <pc:docMk/>
          <pc:sldMk cId="1987332037" sldId="2092"/>
        </pc:sldMkLst>
        <pc:picChg chg="add mod">
          <ac:chgData name="Jason Helmick" userId="4d62dfd8-4666-4b3a-86fb-ee321fffbfda" providerId="ADAL" clId="{9A48EE12-53B6-F940-9B26-AF8CB7EDAC6B}" dt="2022-04-08T14:27:15.948" v="3045" actId="167"/>
          <ac:picMkLst>
            <pc:docMk/>
            <pc:sldMk cId="1987332037" sldId="2092"/>
            <ac:picMk id="6" creationId="{450F707B-D65E-884C-EF3C-51DBCD27ACC8}"/>
          </ac:picMkLst>
        </pc:picChg>
      </pc:sldChg>
      <pc:sldChg chg="addSp modSp new mod">
        <pc:chgData name="Jason Helmick" userId="4d62dfd8-4666-4b3a-86fb-ee321fffbfda" providerId="ADAL" clId="{9A48EE12-53B6-F940-9B26-AF8CB7EDAC6B}" dt="2022-04-20T21:03:57.414" v="5220" actId="207"/>
        <pc:sldMkLst>
          <pc:docMk/>
          <pc:sldMk cId="2688108587" sldId="2093"/>
        </pc:sldMkLst>
        <pc:spChg chg="add">
          <ac:chgData name="Jason Helmick" userId="4d62dfd8-4666-4b3a-86fb-ee321fffbfda" providerId="ADAL" clId="{9A48EE12-53B6-F940-9B26-AF8CB7EDAC6B}" dt="2022-04-08T14:16:46.736" v="2948" actId="22"/>
          <ac:spMkLst>
            <pc:docMk/>
            <pc:sldMk cId="2688108587" sldId="2093"/>
            <ac:spMk id="6" creationId="{0FF0A54C-229E-6D92-352A-7C8CA9A68857}"/>
          </ac:spMkLst>
        </pc:spChg>
        <pc:spChg chg="add mod">
          <ac:chgData name="Jason Helmick" userId="4d62dfd8-4666-4b3a-86fb-ee321fffbfda" providerId="ADAL" clId="{9A48EE12-53B6-F940-9B26-AF8CB7EDAC6B}" dt="2022-04-20T21:03:57.414" v="5220" actId="207"/>
          <ac:spMkLst>
            <pc:docMk/>
            <pc:sldMk cId="2688108587" sldId="2093"/>
            <ac:spMk id="10" creationId="{F4E723A1-4E5C-9EDB-99BA-4D8215C4C0F3}"/>
          </ac:spMkLst>
        </pc:spChg>
        <pc:spChg chg="add mod">
          <ac:chgData name="Jason Helmick" userId="4d62dfd8-4666-4b3a-86fb-ee321fffbfda" providerId="ADAL" clId="{9A48EE12-53B6-F940-9B26-AF8CB7EDAC6B}" dt="2022-04-08T14:59:17.788" v="3363" actId="1036"/>
          <ac:spMkLst>
            <pc:docMk/>
            <pc:sldMk cId="2688108587" sldId="2093"/>
            <ac:spMk id="12" creationId="{7B46A379-C9F6-7028-1816-55FB95F47BFD}"/>
          </ac:spMkLst>
        </pc:spChg>
        <pc:picChg chg="add">
          <ac:chgData name="Jason Helmick" userId="4d62dfd8-4666-4b3a-86fb-ee321fffbfda" providerId="ADAL" clId="{9A48EE12-53B6-F940-9B26-AF8CB7EDAC6B}" dt="2022-04-08T14:15:05.535" v="2936"/>
          <ac:picMkLst>
            <pc:docMk/>
            <pc:sldMk cId="2688108587" sldId="2093"/>
            <ac:picMk id="2" creationId="{ABCF5DD0-937C-A0AB-AF42-C2B84FD0901C}"/>
          </ac:picMkLst>
        </pc:picChg>
        <pc:picChg chg="add">
          <ac:chgData name="Jason Helmick" userId="4d62dfd8-4666-4b3a-86fb-ee321fffbfda" providerId="ADAL" clId="{9A48EE12-53B6-F940-9B26-AF8CB7EDAC6B}" dt="2022-04-08T14:16:46.736" v="2948" actId="22"/>
          <ac:picMkLst>
            <pc:docMk/>
            <pc:sldMk cId="2688108587" sldId="2093"/>
            <ac:picMk id="4" creationId="{C941DDE3-9864-35FF-FA32-AB0E1CFFCFD5}"/>
          </ac:picMkLst>
        </pc:picChg>
        <pc:picChg chg="add">
          <ac:chgData name="Jason Helmick" userId="4d62dfd8-4666-4b3a-86fb-ee321fffbfda" providerId="ADAL" clId="{9A48EE12-53B6-F940-9B26-AF8CB7EDAC6B}" dt="2022-04-08T14:16:46.736" v="2948" actId="22"/>
          <ac:picMkLst>
            <pc:docMk/>
            <pc:sldMk cId="2688108587" sldId="2093"/>
            <ac:picMk id="8" creationId="{C92983F8-A9BA-4F8B-340B-A5DB760BD7BB}"/>
          </ac:picMkLst>
        </pc:picChg>
      </pc:sldChg>
      <pc:sldChg chg="addSp delSp modSp new mod">
        <pc:chgData name="Jason Helmick" userId="4d62dfd8-4666-4b3a-86fb-ee321fffbfda" providerId="ADAL" clId="{9A48EE12-53B6-F940-9B26-AF8CB7EDAC6B}" dt="2022-04-20T21:03:49.114" v="5219" actId="207"/>
        <pc:sldMkLst>
          <pc:docMk/>
          <pc:sldMk cId="179924628" sldId="2094"/>
        </pc:sldMkLst>
        <pc:spChg chg="add mod">
          <ac:chgData name="Jason Helmick" userId="4d62dfd8-4666-4b3a-86fb-ee321fffbfda" providerId="ADAL" clId="{9A48EE12-53B6-F940-9B26-AF8CB7EDAC6B}" dt="2022-04-08T14:44:04.562" v="3223" actId="1076"/>
          <ac:spMkLst>
            <pc:docMk/>
            <pc:sldMk cId="179924628" sldId="2094"/>
            <ac:spMk id="3" creationId="{30A1D606-A380-E706-D8F6-90616425AA52}"/>
          </ac:spMkLst>
        </pc:spChg>
        <pc:spChg chg="add mod">
          <ac:chgData name="Jason Helmick" userId="4d62dfd8-4666-4b3a-86fb-ee321fffbfda" providerId="ADAL" clId="{9A48EE12-53B6-F940-9B26-AF8CB7EDAC6B}" dt="2022-04-08T14:44:09.195" v="3224" actId="1076"/>
          <ac:spMkLst>
            <pc:docMk/>
            <pc:sldMk cId="179924628" sldId="2094"/>
            <ac:spMk id="4" creationId="{B806DAAB-306E-6700-52B9-E50453DE2C38}"/>
          </ac:spMkLst>
        </pc:spChg>
        <pc:spChg chg="add del mod">
          <ac:chgData name="Jason Helmick" userId="4d62dfd8-4666-4b3a-86fb-ee321fffbfda" providerId="ADAL" clId="{9A48EE12-53B6-F940-9B26-AF8CB7EDAC6B}" dt="2022-04-20T21:03:37.073" v="5218" actId="478"/>
          <ac:spMkLst>
            <pc:docMk/>
            <pc:sldMk cId="179924628" sldId="2094"/>
            <ac:spMk id="5" creationId="{112B438C-8845-B88E-E7C6-3DB20F26A3A7}"/>
          </ac:spMkLst>
        </pc:spChg>
        <pc:spChg chg="add mod">
          <ac:chgData name="Jason Helmick" userId="4d62dfd8-4666-4b3a-86fb-ee321fffbfda" providerId="ADAL" clId="{9A48EE12-53B6-F940-9B26-AF8CB7EDAC6B}" dt="2022-04-20T21:03:49.114" v="5219" actId="207"/>
          <ac:spMkLst>
            <pc:docMk/>
            <pc:sldMk cId="179924628" sldId="2094"/>
            <ac:spMk id="10" creationId="{1C5A954E-708D-5020-DFA5-E412DCD2EB1B}"/>
          </ac:spMkLst>
        </pc:spChg>
        <pc:picChg chg="add">
          <ac:chgData name="Jason Helmick" userId="4d62dfd8-4666-4b3a-86fb-ee321fffbfda" providerId="ADAL" clId="{9A48EE12-53B6-F940-9B26-AF8CB7EDAC6B}" dt="2022-04-08T14:17:25.816" v="2951"/>
          <ac:picMkLst>
            <pc:docMk/>
            <pc:sldMk cId="179924628" sldId="2094"/>
            <ac:picMk id="2" creationId="{FC443E5F-DF3E-93B2-33DD-1AE85A73916E}"/>
          </ac:picMkLst>
        </pc:picChg>
        <pc:picChg chg="add mod">
          <ac:chgData name="Jason Helmick" userId="4d62dfd8-4666-4b3a-86fb-ee321fffbfda" providerId="ADAL" clId="{9A48EE12-53B6-F940-9B26-AF8CB7EDAC6B}" dt="2022-04-08T14:44:34.695" v="3230" actId="1076"/>
          <ac:picMkLst>
            <pc:docMk/>
            <pc:sldMk cId="179924628" sldId="2094"/>
            <ac:picMk id="6" creationId="{8A3FEB28-A8B7-287C-6D25-F9DF012BDFCE}"/>
          </ac:picMkLst>
        </pc:picChg>
        <pc:picChg chg="add mod">
          <ac:chgData name="Jason Helmick" userId="4d62dfd8-4666-4b3a-86fb-ee321fffbfda" providerId="ADAL" clId="{9A48EE12-53B6-F940-9B26-AF8CB7EDAC6B}" dt="2022-04-08T14:44:48.029" v="3235" actId="1076"/>
          <ac:picMkLst>
            <pc:docMk/>
            <pc:sldMk cId="179924628" sldId="2094"/>
            <ac:picMk id="8" creationId="{3338B49B-1DCC-31AF-6C47-430A8BAEC6BD}"/>
          </ac:picMkLst>
        </pc:picChg>
      </pc:sldChg>
      <pc:sldChg chg="add del">
        <pc:chgData name="Jason Helmick" userId="4d62dfd8-4666-4b3a-86fb-ee321fffbfda" providerId="ADAL" clId="{9A48EE12-53B6-F940-9B26-AF8CB7EDAC6B}" dt="2022-04-08T14:16:32.037" v="2945" actId="2696"/>
        <pc:sldMkLst>
          <pc:docMk/>
          <pc:sldMk cId="563668969" sldId="2094"/>
        </pc:sldMkLst>
      </pc:sldChg>
      <pc:sldChg chg="add del">
        <pc:chgData name="Jason Helmick" userId="4d62dfd8-4666-4b3a-86fb-ee321fffbfda" providerId="ADAL" clId="{9A48EE12-53B6-F940-9B26-AF8CB7EDAC6B}" dt="2022-04-08T14:16:25.517" v="2944" actId="2696"/>
        <pc:sldMkLst>
          <pc:docMk/>
          <pc:sldMk cId="170098378" sldId="2095"/>
        </pc:sldMkLst>
      </pc:sldChg>
      <pc:sldChg chg="modSp del mod modShow">
        <pc:chgData name="Jason Helmick" userId="4d62dfd8-4666-4b3a-86fb-ee321fffbfda" providerId="ADAL" clId="{9A48EE12-53B6-F940-9B26-AF8CB7EDAC6B}" dt="2022-04-15T20:10:40.309" v="4185" actId="2696"/>
        <pc:sldMkLst>
          <pc:docMk/>
          <pc:sldMk cId="2797187859" sldId="2095"/>
        </pc:sldMkLst>
        <pc:spChg chg="mod">
          <ac:chgData name="Jason Helmick" userId="4d62dfd8-4666-4b3a-86fb-ee321fffbfda" providerId="ADAL" clId="{9A48EE12-53B6-F940-9B26-AF8CB7EDAC6B}" dt="2022-04-15T15:19:29.626" v="3651" actId="113"/>
          <ac:spMkLst>
            <pc:docMk/>
            <pc:sldMk cId="2797187859" sldId="2095"/>
            <ac:spMk id="4" creationId="{1B87B61F-315C-4C7A-82E9-AA14A3D362D9}"/>
          </ac:spMkLst>
        </pc:spChg>
        <pc:spChg chg="mod">
          <ac:chgData name="Jason Helmick" userId="4d62dfd8-4666-4b3a-86fb-ee321fffbfda" providerId="ADAL" clId="{9A48EE12-53B6-F940-9B26-AF8CB7EDAC6B}" dt="2022-04-15T15:19:36.975" v="3652" actId="113"/>
          <ac:spMkLst>
            <pc:docMk/>
            <pc:sldMk cId="2797187859" sldId="2095"/>
            <ac:spMk id="5" creationId="{67066EF7-6D56-4C6A-BB90-4CABFD9AB2C8}"/>
          </ac:spMkLst>
        </pc:spChg>
        <pc:spChg chg="mod">
          <ac:chgData name="Jason Helmick" userId="4d62dfd8-4666-4b3a-86fb-ee321fffbfda" providerId="ADAL" clId="{9A48EE12-53B6-F940-9B26-AF8CB7EDAC6B}" dt="2022-04-15T15:18:24.427" v="3634" actId="27636"/>
          <ac:spMkLst>
            <pc:docMk/>
            <pc:sldMk cId="2797187859" sldId="2095"/>
            <ac:spMk id="8" creationId="{CF3FC591-7F2C-4527-82E7-2E056F193F1A}"/>
          </ac:spMkLst>
        </pc:spChg>
      </pc:sldChg>
      <pc:sldChg chg="add del">
        <pc:chgData name="Jason Helmick" userId="4d62dfd8-4666-4b3a-86fb-ee321fffbfda" providerId="ADAL" clId="{9A48EE12-53B6-F940-9B26-AF8CB7EDAC6B}" dt="2022-04-08T14:53:29.539" v="3325" actId="2696"/>
        <pc:sldMkLst>
          <pc:docMk/>
          <pc:sldMk cId="3558111965" sldId="2095"/>
        </pc:sldMkLst>
      </pc:sldChg>
      <pc:sldChg chg="add del">
        <pc:chgData name="Jason Helmick" userId="4d62dfd8-4666-4b3a-86fb-ee321fffbfda" providerId="ADAL" clId="{9A48EE12-53B6-F940-9B26-AF8CB7EDAC6B}" dt="2022-04-08T14:43:41.008" v="3219" actId="2696"/>
        <pc:sldMkLst>
          <pc:docMk/>
          <pc:sldMk cId="3817342055" sldId="2095"/>
        </pc:sldMkLst>
      </pc:sldChg>
      <pc:sldChg chg="add del">
        <pc:chgData name="Jason Helmick" userId="4d62dfd8-4666-4b3a-86fb-ee321fffbfda" providerId="ADAL" clId="{9A48EE12-53B6-F940-9B26-AF8CB7EDAC6B}" dt="2022-04-08T14:43:39.237" v="3218" actId="2696"/>
        <pc:sldMkLst>
          <pc:docMk/>
          <pc:sldMk cId="2299273565" sldId="2096"/>
        </pc:sldMkLst>
      </pc:sldChg>
      <pc:sldChg chg="add del">
        <pc:chgData name="Jason Helmick" userId="4d62dfd8-4666-4b3a-86fb-ee321fffbfda" providerId="ADAL" clId="{9A48EE12-53B6-F940-9B26-AF8CB7EDAC6B}" dt="2022-04-08T14:43:37.573" v="3217" actId="2696"/>
        <pc:sldMkLst>
          <pc:docMk/>
          <pc:sldMk cId="3298410403" sldId="2097"/>
        </pc:sldMkLst>
      </pc:sldChg>
      <pc:sldChg chg="add del">
        <pc:chgData name="Jason Helmick" userId="4d62dfd8-4666-4b3a-86fb-ee321fffbfda" providerId="ADAL" clId="{9A48EE12-53B6-F940-9B26-AF8CB7EDAC6B}" dt="2022-04-08T14:45:13.969" v="3238" actId="2696"/>
        <pc:sldMkLst>
          <pc:docMk/>
          <pc:sldMk cId="86948916" sldId="2098"/>
        </pc:sldMkLst>
      </pc:sldChg>
      <pc:sldChg chg="add del">
        <pc:chgData name="Jason Helmick" userId="4d62dfd8-4666-4b3a-86fb-ee321fffbfda" providerId="ADAL" clId="{9A48EE12-53B6-F940-9B26-AF8CB7EDAC6B}" dt="2022-04-08T14:43:34.434" v="3216" actId="2696"/>
        <pc:sldMkLst>
          <pc:docMk/>
          <pc:sldMk cId="1724027424" sldId="2099"/>
        </pc:sldMkLst>
      </pc:sldChg>
      <pc:sldChg chg="new del">
        <pc:chgData name="Jason Helmick" userId="4d62dfd8-4666-4b3a-86fb-ee321fffbfda" providerId="ADAL" clId="{9A48EE12-53B6-F940-9B26-AF8CB7EDAC6B}" dt="2022-04-15T16:45:20.527" v="3830" actId="680"/>
        <pc:sldMkLst>
          <pc:docMk/>
          <pc:sldMk cId="33665046" sldId="2076138364"/>
        </pc:sldMkLst>
      </pc:sldChg>
      <pc:sldChg chg="new del">
        <pc:chgData name="Jason Helmick" userId="4d62dfd8-4666-4b3a-86fb-ee321fffbfda" providerId="ADAL" clId="{9A48EE12-53B6-F940-9B26-AF8CB7EDAC6B}" dt="2022-04-15T16:45:09.064" v="3828" actId="680"/>
        <pc:sldMkLst>
          <pc:docMk/>
          <pc:sldMk cId="2071182061" sldId="2076138364"/>
        </pc:sldMkLst>
      </pc:sldChg>
      <pc:sldChg chg="addSp delSp modSp new mod modClrScheme chgLayout">
        <pc:chgData name="Jason Helmick" userId="4d62dfd8-4666-4b3a-86fb-ee321fffbfda" providerId="ADAL" clId="{9A48EE12-53B6-F940-9B26-AF8CB7EDAC6B}" dt="2022-04-15T21:53:28.088" v="4482" actId="22"/>
        <pc:sldMkLst>
          <pc:docMk/>
          <pc:sldMk cId="3016859616" sldId="2076138364"/>
        </pc:sldMkLst>
        <pc:spChg chg="del mod ord">
          <ac:chgData name="Jason Helmick" userId="4d62dfd8-4666-4b3a-86fb-ee321fffbfda" providerId="ADAL" clId="{9A48EE12-53B6-F940-9B26-AF8CB7EDAC6B}" dt="2022-04-15T16:52:39.804" v="3954" actId="700"/>
          <ac:spMkLst>
            <pc:docMk/>
            <pc:sldMk cId="3016859616" sldId="2076138364"/>
            <ac:spMk id="2" creationId="{D768181C-97B2-53DB-E8FD-479424E03C92}"/>
          </ac:spMkLst>
        </pc:spChg>
        <pc:spChg chg="add">
          <ac:chgData name="Jason Helmick" userId="4d62dfd8-4666-4b3a-86fb-ee321fffbfda" providerId="ADAL" clId="{9A48EE12-53B6-F940-9B26-AF8CB7EDAC6B}" dt="2022-04-15T21:53:28.088" v="4482" actId="22"/>
          <ac:spMkLst>
            <pc:docMk/>
            <pc:sldMk cId="3016859616" sldId="2076138364"/>
            <ac:spMk id="2" creationId="{E351D844-2D7E-B4F0-8DF1-67B06A61EAF0}"/>
          </ac:spMkLst>
        </pc:spChg>
        <pc:spChg chg="del mod ord">
          <ac:chgData name="Jason Helmick" userId="4d62dfd8-4666-4b3a-86fb-ee321fffbfda" providerId="ADAL" clId="{9A48EE12-53B6-F940-9B26-AF8CB7EDAC6B}" dt="2022-04-15T16:52:39.804" v="3954" actId="700"/>
          <ac:spMkLst>
            <pc:docMk/>
            <pc:sldMk cId="3016859616" sldId="2076138364"/>
            <ac:spMk id="3" creationId="{890523DC-D379-6AEE-F1F3-1E4E3F50B46C}"/>
          </ac:spMkLst>
        </pc:spChg>
        <pc:spChg chg="add del mod ord">
          <ac:chgData name="Jason Helmick" userId="4d62dfd8-4666-4b3a-86fb-ee321fffbfda" providerId="ADAL" clId="{9A48EE12-53B6-F940-9B26-AF8CB7EDAC6B}" dt="2022-04-15T16:53:11.649" v="3955" actId="700"/>
          <ac:spMkLst>
            <pc:docMk/>
            <pc:sldMk cId="3016859616" sldId="2076138364"/>
            <ac:spMk id="4" creationId="{7A0E0342-89CC-9D72-1A99-A57F9E9AD675}"/>
          </ac:spMkLst>
        </pc:spChg>
        <pc:spChg chg="add del mod ord">
          <ac:chgData name="Jason Helmick" userId="4d62dfd8-4666-4b3a-86fb-ee321fffbfda" providerId="ADAL" clId="{9A48EE12-53B6-F940-9B26-AF8CB7EDAC6B}" dt="2022-04-15T16:53:11.649" v="3955" actId="700"/>
          <ac:spMkLst>
            <pc:docMk/>
            <pc:sldMk cId="3016859616" sldId="2076138364"/>
            <ac:spMk id="5" creationId="{CA07967B-DA14-F353-3BE1-8367F8799789}"/>
          </ac:spMkLst>
        </pc:spChg>
        <pc:spChg chg="add mod">
          <ac:chgData name="Jason Helmick" userId="4d62dfd8-4666-4b3a-86fb-ee321fffbfda" providerId="ADAL" clId="{9A48EE12-53B6-F940-9B26-AF8CB7EDAC6B}" dt="2022-04-15T17:05:11.084" v="4183" actId="20577"/>
          <ac:spMkLst>
            <pc:docMk/>
            <pc:sldMk cId="3016859616" sldId="2076138364"/>
            <ac:spMk id="6" creationId="{0829F175-C204-A06B-3AD6-738812864916}"/>
          </ac:spMkLst>
        </pc:spChg>
        <pc:spChg chg="add mod">
          <ac:chgData name="Jason Helmick" userId="4d62dfd8-4666-4b3a-86fb-ee321fffbfda" providerId="ADAL" clId="{9A48EE12-53B6-F940-9B26-AF8CB7EDAC6B}" dt="2022-04-15T17:03:09.299" v="4165" actId="1076"/>
          <ac:spMkLst>
            <pc:docMk/>
            <pc:sldMk cId="3016859616" sldId="2076138364"/>
            <ac:spMk id="9" creationId="{11134611-2CBA-467E-D8C8-8EE1C616C7DF}"/>
          </ac:spMkLst>
        </pc:spChg>
        <pc:picChg chg="add mod">
          <ac:chgData name="Jason Helmick" userId="4d62dfd8-4666-4b3a-86fb-ee321fffbfda" providerId="ADAL" clId="{9A48EE12-53B6-F940-9B26-AF8CB7EDAC6B}" dt="2022-04-15T16:56:15.789" v="4090" actId="1076"/>
          <ac:picMkLst>
            <pc:docMk/>
            <pc:sldMk cId="3016859616" sldId="2076138364"/>
            <ac:picMk id="8" creationId="{728FA68D-233C-E979-AB81-88F9FB9BCE33}"/>
          </ac:picMkLst>
        </pc:picChg>
      </pc:sldChg>
      <pc:sldChg chg="addSp delSp modSp new mod modClrScheme chgLayout">
        <pc:chgData name="Jason Helmick" userId="4d62dfd8-4666-4b3a-86fb-ee321fffbfda" providerId="ADAL" clId="{9A48EE12-53B6-F940-9B26-AF8CB7EDAC6B}" dt="2022-04-20T21:23:44.574" v="5262" actId="20577"/>
        <pc:sldMkLst>
          <pc:docMk/>
          <pc:sldMk cId="2843487168" sldId="2076138365"/>
        </pc:sldMkLst>
        <pc:spChg chg="add">
          <ac:chgData name="Jason Helmick" userId="4d62dfd8-4666-4b3a-86fb-ee321fffbfda" providerId="ADAL" clId="{9A48EE12-53B6-F940-9B26-AF8CB7EDAC6B}" dt="2022-04-20T21:22:59.197" v="5235" actId="22"/>
          <ac:spMkLst>
            <pc:docMk/>
            <pc:sldMk cId="2843487168" sldId="2076138365"/>
            <ac:spMk id="2" creationId="{1B681931-0538-C51B-6BE8-A7AD5C730448}"/>
          </ac:spMkLst>
        </pc:spChg>
        <pc:spChg chg="del">
          <ac:chgData name="Jason Helmick" userId="4d62dfd8-4666-4b3a-86fb-ee321fffbfda" providerId="ADAL" clId="{9A48EE12-53B6-F940-9B26-AF8CB7EDAC6B}" dt="2022-04-15T20:14:26.656" v="4200" actId="700"/>
          <ac:spMkLst>
            <pc:docMk/>
            <pc:sldMk cId="2843487168" sldId="2076138365"/>
            <ac:spMk id="2" creationId="{6E61C633-350F-7CDA-E8D9-49030E803DDD}"/>
          </ac:spMkLst>
        </pc:spChg>
        <pc:spChg chg="add mod ord">
          <ac:chgData name="Jason Helmick" userId="4d62dfd8-4666-4b3a-86fb-ee321fffbfda" providerId="ADAL" clId="{9A48EE12-53B6-F940-9B26-AF8CB7EDAC6B}" dt="2022-04-15T20:15:02.218" v="4213" actId="700"/>
          <ac:spMkLst>
            <pc:docMk/>
            <pc:sldMk cId="2843487168" sldId="2076138365"/>
            <ac:spMk id="3" creationId="{BD37D55E-B966-FEDF-C0F8-5E24DCADE0F7}"/>
          </ac:spMkLst>
        </pc:spChg>
        <pc:spChg chg="add mod ord">
          <ac:chgData name="Jason Helmick" userId="4d62dfd8-4666-4b3a-86fb-ee321fffbfda" providerId="ADAL" clId="{9A48EE12-53B6-F940-9B26-AF8CB7EDAC6B}" dt="2022-04-20T21:23:44.574" v="5262" actId="20577"/>
          <ac:spMkLst>
            <pc:docMk/>
            <pc:sldMk cId="2843487168" sldId="2076138365"/>
            <ac:spMk id="6" creationId="{340DB2A3-8E9C-509B-C421-4C84C6F9302B}"/>
          </ac:spMkLst>
        </pc:spChg>
        <pc:picChg chg="add mod">
          <ac:chgData name="Jason Helmick" userId="4d62dfd8-4666-4b3a-86fb-ee321fffbfda" providerId="ADAL" clId="{9A48EE12-53B6-F940-9B26-AF8CB7EDAC6B}" dt="2022-04-15T20:14:49.942" v="4212" actId="167"/>
          <ac:picMkLst>
            <pc:docMk/>
            <pc:sldMk cId="2843487168" sldId="2076138365"/>
            <ac:picMk id="5" creationId="{891F6ED7-0C99-1483-57DE-1C4365432E7C}"/>
          </ac:picMkLst>
        </pc:picChg>
        <pc:picChg chg="add mod">
          <ac:chgData name="Jason Helmick" userId="4d62dfd8-4666-4b3a-86fb-ee321fffbfda" providerId="ADAL" clId="{9A48EE12-53B6-F940-9B26-AF8CB7EDAC6B}" dt="2022-04-15T20:19:49.480" v="4453" actId="1076"/>
          <ac:picMkLst>
            <pc:docMk/>
            <pc:sldMk cId="2843487168" sldId="2076138365"/>
            <ac:picMk id="7" creationId="{03EF34B4-EC50-4939-9D3D-A7574FC046F6}"/>
          </ac:picMkLst>
        </pc:picChg>
      </pc:sldChg>
      <pc:sldChg chg="addSp delSp modSp new del mod">
        <pc:chgData name="Jason Helmick" userId="4d62dfd8-4666-4b3a-86fb-ee321fffbfda" providerId="ADAL" clId="{9A48EE12-53B6-F940-9B26-AF8CB7EDAC6B}" dt="2022-04-15T20:14:11.406" v="4198" actId="680"/>
        <pc:sldMkLst>
          <pc:docMk/>
          <pc:sldMk cId="3201226424" sldId="2076138365"/>
        </pc:sldMkLst>
        <pc:picChg chg="add del">
          <ac:chgData name="Jason Helmick" userId="4d62dfd8-4666-4b3a-86fb-ee321fffbfda" providerId="ADAL" clId="{9A48EE12-53B6-F940-9B26-AF8CB7EDAC6B}" dt="2022-04-15T20:13:28.903" v="4193"/>
          <ac:picMkLst>
            <pc:docMk/>
            <pc:sldMk cId="3201226424" sldId="2076138365"/>
            <ac:picMk id="3" creationId="{F6E6566A-F577-BA10-0ED1-45F0A4D9DB84}"/>
          </ac:picMkLst>
        </pc:picChg>
        <pc:picChg chg="add del mod">
          <ac:chgData name="Jason Helmick" userId="4d62dfd8-4666-4b3a-86fb-ee321fffbfda" providerId="ADAL" clId="{9A48EE12-53B6-F940-9B26-AF8CB7EDAC6B}" dt="2022-04-15T20:14:10.267" v="4197"/>
          <ac:picMkLst>
            <pc:docMk/>
            <pc:sldMk cId="3201226424" sldId="2076138365"/>
            <ac:picMk id="4" creationId="{12BF08CD-D0EC-A3A8-92F5-C5F3F011C065}"/>
          </ac:picMkLst>
        </pc:picChg>
      </pc:sldChg>
      <pc:sldChg chg="del">
        <pc:chgData name="Jason Helmick" userId="4d62dfd8-4666-4b3a-86fb-ee321fffbfda" providerId="ADAL" clId="{9A48EE12-53B6-F940-9B26-AF8CB7EDAC6B}" dt="2022-04-18T15:39:28.391" v="4871" actId="2696"/>
        <pc:sldMkLst>
          <pc:docMk/>
          <pc:sldMk cId="1511833679" sldId="2076138366"/>
        </pc:sldMkLst>
      </pc:sldChg>
      <pc:sldChg chg="addSp delSp modSp add mod ord">
        <pc:chgData name="Jason Helmick" userId="4d62dfd8-4666-4b3a-86fb-ee321fffbfda" providerId="ADAL" clId="{9A48EE12-53B6-F940-9B26-AF8CB7EDAC6B}" dt="2022-04-22T15:41:29.024" v="5265" actId="20578"/>
        <pc:sldMkLst>
          <pc:docMk/>
          <pc:sldMk cId="1167393463" sldId="2076138367"/>
        </pc:sldMkLst>
        <pc:spChg chg="add mod">
          <ac:chgData name="Jason Helmick" userId="4d62dfd8-4666-4b3a-86fb-ee321fffbfda" providerId="ADAL" clId="{9A48EE12-53B6-F940-9B26-AF8CB7EDAC6B}" dt="2022-04-15T21:44:08.291" v="4480" actId="20577"/>
          <ac:spMkLst>
            <pc:docMk/>
            <pc:sldMk cId="1167393463" sldId="2076138367"/>
            <ac:spMk id="3" creationId="{14563EF4-D981-41CB-A5B1-E3E2930837F8}"/>
          </ac:spMkLst>
        </pc:spChg>
        <pc:spChg chg="add">
          <ac:chgData name="Jason Helmick" userId="4d62dfd8-4666-4b3a-86fb-ee321fffbfda" providerId="ADAL" clId="{9A48EE12-53B6-F940-9B26-AF8CB7EDAC6B}" dt="2022-04-18T15:43:13.997" v="4879" actId="22"/>
          <ac:spMkLst>
            <pc:docMk/>
            <pc:sldMk cId="1167393463" sldId="2076138367"/>
            <ac:spMk id="4" creationId="{2E478CD0-70D7-4608-C2F6-6F4A216C99DD}"/>
          </ac:spMkLst>
        </pc:spChg>
        <pc:spChg chg="add">
          <ac:chgData name="Jason Helmick" userId="4d62dfd8-4666-4b3a-86fb-ee321fffbfda" providerId="ADAL" clId="{9A48EE12-53B6-F940-9B26-AF8CB7EDAC6B}" dt="2022-04-18T15:43:27.608" v="4880" actId="22"/>
          <ac:spMkLst>
            <pc:docMk/>
            <pc:sldMk cId="1167393463" sldId="2076138367"/>
            <ac:spMk id="6" creationId="{A18C6DB3-41BE-F362-1ACA-3419A819A21E}"/>
          </ac:spMkLst>
        </pc:spChg>
        <pc:picChg chg="mod">
          <ac:chgData name="Jason Helmick" userId="4d62dfd8-4666-4b3a-86fb-ee321fffbfda" providerId="ADAL" clId="{9A48EE12-53B6-F940-9B26-AF8CB7EDAC6B}" dt="2022-04-18T15:45:01.827" v="4883" actId="1076"/>
          <ac:picMkLst>
            <pc:docMk/>
            <pc:sldMk cId="1167393463" sldId="2076138367"/>
            <ac:picMk id="2" creationId="{1A58CCE7-0495-3244-C362-BB7B0B17CB8C}"/>
          </ac:picMkLst>
        </pc:picChg>
        <pc:picChg chg="add del mod">
          <ac:chgData name="Jason Helmick" userId="4d62dfd8-4666-4b3a-86fb-ee321fffbfda" providerId="ADAL" clId="{9A48EE12-53B6-F940-9B26-AF8CB7EDAC6B}" dt="2022-04-18T15:48:27.539" v="4886" actId="478"/>
          <ac:picMkLst>
            <pc:docMk/>
            <pc:sldMk cId="1167393463" sldId="2076138367"/>
            <ac:picMk id="1026" creationId="{6B0001D4-CC83-94FB-9E7B-E3161BCD3DC2}"/>
          </ac:picMkLst>
        </pc:picChg>
      </pc:sldChg>
      <pc:sldChg chg="addSp delSp modSp add mod modAnim">
        <pc:chgData name="Jason Helmick" userId="4d62dfd8-4666-4b3a-86fb-ee321fffbfda" providerId="ADAL" clId="{9A48EE12-53B6-F940-9B26-AF8CB7EDAC6B}" dt="2022-04-18T15:33:43.964" v="4856" actId="1076"/>
        <pc:sldMkLst>
          <pc:docMk/>
          <pc:sldMk cId="3459715928" sldId="2076138368"/>
        </pc:sldMkLst>
        <pc:spChg chg="mod">
          <ac:chgData name="Jason Helmick" userId="4d62dfd8-4666-4b3a-86fb-ee321fffbfda" providerId="ADAL" clId="{9A48EE12-53B6-F940-9B26-AF8CB7EDAC6B}" dt="2022-04-18T15:33:43.964" v="4856" actId="1076"/>
          <ac:spMkLst>
            <pc:docMk/>
            <pc:sldMk cId="3459715928" sldId="2076138368"/>
            <ac:spMk id="3" creationId="{C0F8CC69-CDA1-9992-7788-53ECC241C5B8}"/>
          </ac:spMkLst>
        </pc:spChg>
        <pc:spChg chg="mod">
          <ac:chgData name="Jason Helmick" userId="4d62dfd8-4666-4b3a-86fb-ee321fffbfda" providerId="ADAL" clId="{9A48EE12-53B6-F940-9B26-AF8CB7EDAC6B}" dt="2022-04-18T15:33:40.714" v="4855" actId="1076"/>
          <ac:spMkLst>
            <pc:docMk/>
            <pc:sldMk cId="3459715928" sldId="2076138368"/>
            <ac:spMk id="5" creationId="{81C52635-295B-6E77-DC1F-89B3CFA0AD93}"/>
          </ac:spMkLst>
        </pc:spChg>
        <pc:spChg chg="add del mod">
          <ac:chgData name="Jason Helmick" userId="4d62dfd8-4666-4b3a-86fb-ee321fffbfda" providerId="ADAL" clId="{9A48EE12-53B6-F940-9B26-AF8CB7EDAC6B}" dt="2022-04-18T15:30:54.886" v="4837" actId="478"/>
          <ac:spMkLst>
            <pc:docMk/>
            <pc:sldMk cId="3459715928" sldId="2076138368"/>
            <ac:spMk id="12" creationId="{B7D3F085-333E-8BA1-6085-F90FF4A29023}"/>
          </ac:spMkLst>
        </pc:spChg>
        <pc:spChg chg="add mod">
          <ac:chgData name="Jason Helmick" userId="4d62dfd8-4666-4b3a-86fb-ee321fffbfda" providerId="ADAL" clId="{9A48EE12-53B6-F940-9B26-AF8CB7EDAC6B}" dt="2022-04-18T15:31:17.136" v="4839" actId="1076"/>
          <ac:spMkLst>
            <pc:docMk/>
            <pc:sldMk cId="3459715928" sldId="2076138368"/>
            <ac:spMk id="13" creationId="{A0B43657-D80D-2D4F-6869-ADD4EC17FF2B}"/>
          </ac:spMkLst>
        </pc:spChg>
        <pc:spChg chg="add mod">
          <ac:chgData name="Jason Helmick" userId="4d62dfd8-4666-4b3a-86fb-ee321fffbfda" providerId="ADAL" clId="{9A48EE12-53B6-F940-9B26-AF8CB7EDAC6B}" dt="2022-04-18T15:31:10.090" v="4838"/>
          <ac:spMkLst>
            <pc:docMk/>
            <pc:sldMk cId="3459715928" sldId="2076138368"/>
            <ac:spMk id="16" creationId="{9EE6A4E4-24AA-DE3D-E508-00989C904B35}"/>
          </ac:spMkLst>
        </pc:spChg>
        <pc:spChg chg="add mod">
          <ac:chgData name="Jason Helmick" userId="4d62dfd8-4666-4b3a-86fb-ee321fffbfda" providerId="ADAL" clId="{9A48EE12-53B6-F940-9B26-AF8CB7EDAC6B}" dt="2022-04-18T15:31:10.090" v="4838"/>
          <ac:spMkLst>
            <pc:docMk/>
            <pc:sldMk cId="3459715928" sldId="2076138368"/>
            <ac:spMk id="17" creationId="{E921BC68-F272-0901-6C46-AEDF4307B021}"/>
          </ac:spMkLst>
        </pc:spChg>
        <pc:spChg chg="add mod">
          <ac:chgData name="Jason Helmick" userId="4d62dfd8-4666-4b3a-86fb-ee321fffbfda" providerId="ADAL" clId="{9A48EE12-53B6-F940-9B26-AF8CB7EDAC6B}" dt="2022-04-18T15:31:10.090" v="4838"/>
          <ac:spMkLst>
            <pc:docMk/>
            <pc:sldMk cId="3459715928" sldId="2076138368"/>
            <ac:spMk id="18" creationId="{A09E169C-976F-482A-D45C-2B2837948A11}"/>
          </ac:spMkLst>
        </pc:spChg>
        <pc:spChg chg="add mod">
          <ac:chgData name="Jason Helmick" userId="4d62dfd8-4666-4b3a-86fb-ee321fffbfda" providerId="ADAL" clId="{9A48EE12-53B6-F940-9B26-AF8CB7EDAC6B}" dt="2022-04-18T15:31:10.090" v="4838"/>
          <ac:spMkLst>
            <pc:docMk/>
            <pc:sldMk cId="3459715928" sldId="2076138368"/>
            <ac:spMk id="19" creationId="{E5F92869-F78A-BBDB-8162-F8EDAA17BE90}"/>
          </ac:spMkLst>
        </pc:spChg>
        <pc:spChg chg="add mod">
          <ac:chgData name="Jason Helmick" userId="4d62dfd8-4666-4b3a-86fb-ee321fffbfda" providerId="ADAL" clId="{9A48EE12-53B6-F940-9B26-AF8CB7EDAC6B}" dt="2022-04-18T15:31:36.616" v="4841" actId="1076"/>
          <ac:spMkLst>
            <pc:docMk/>
            <pc:sldMk cId="3459715928" sldId="2076138368"/>
            <ac:spMk id="20" creationId="{114B73F1-C6E6-22E7-01E6-A957828E64EF}"/>
          </ac:spMkLst>
        </pc:spChg>
        <pc:spChg chg="add mod">
          <ac:chgData name="Jason Helmick" userId="4d62dfd8-4666-4b3a-86fb-ee321fffbfda" providerId="ADAL" clId="{9A48EE12-53B6-F940-9B26-AF8CB7EDAC6B}" dt="2022-04-18T15:31:26.014" v="4840"/>
          <ac:spMkLst>
            <pc:docMk/>
            <pc:sldMk cId="3459715928" sldId="2076138368"/>
            <ac:spMk id="23" creationId="{1B147058-1F9D-3F4A-037D-7E3759C6F987}"/>
          </ac:spMkLst>
        </pc:spChg>
        <pc:spChg chg="add mod">
          <ac:chgData name="Jason Helmick" userId="4d62dfd8-4666-4b3a-86fb-ee321fffbfda" providerId="ADAL" clId="{9A48EE12-53B6-F940-9B26-AF8CB7EDAC6B}" dt="2022-04-18T15:31:26.014" v="4840"/>
          <ac:spMkLst>
            <pc:docMk/>
            <pc:sldMk cId="3459715928" sldId="2076138368"/>
            <ac:spMk id="24" creationId="{79B49231-19ED-C73E-C354-BBF45FBF96FD}"/>
          </ac:spMkLst>
        </pc:spChg>
        <pc:spChg chg="add mod">
          <ac:chgData name="Jason Helmick" userId="4d62dfd8-4666-4b3a-86fb-ee321fffbfda" providerId="ADAL" clId="{9A48EE12-53B6-F940-9B26-AF8CB7EDAC6B}" dt="2022-04-18T15:31:26.014" v="4840"/>
          <ac:spMkLst>
            <pc:docMk/>
            <pc:sldMk cId="3459715928" sldId="2076138368"/>
            <ac:spMk id="25" creationId="{171EF61F-5B76-902A-F7EB-127870EA556F}"/>
          </ac:spMkLst>
        </pc:spChg>
        <pc:spChg chg="add mod">
          <ac:chgData name="Jason Helmick" userId="4d62dfd8-4666-4b3a-86fb-ee321fffbfda" providerId="ADAL" clId="{9A48EE12-53B6-F940-9B26-AF8CB7EDAC6B}" dt="2022-04-18T15:31:26.014" v="4840"/>
          <ac:spMkLst>
            <pc:docMk/>
            <pc:sldMk cId="3459715928" sldId="2076138368"/>
            <ac:spMk id="26" creationId="{771A979A-BD4B-91C5-A9E8-2797F7C3EDE6}"/>
          </ac:spMkLst>
        </pc:spChg>
        <pc:spChg chg="add mod">
          <ac:chgData name="Jason Helmick" userId="4d62dfd8-4666-4b3a-86fb-ee321fffbfda" providerId="ADAL" clId="{9A48EE12-53B6-F940-9B26-AF8CB7EDAC6B}" dt="2022-04-18T15:32:05.952" v="4844" actId="1076"/>
          <ac:spMkLst>
            <pc:docMk/>
            <pc:sldMk cId="3459715928" sldId="2076138368"/>
            <ac:spMk id="27" creationId="{F9AC3855-DC7F-DAE9-6706-0B0F451B4FCF}"/>
          </ac:spMkLst>
        </pc:spChg>
        <pc:spChg chg="add mod">
          <ac:chgData name="Jason Helmick" userId="4d62dfd8-4666-4b3a-86fb-ee321fffbfda" providerId="ADAL" clId="{9A48EE12-53B6-F940-9B26-AF8CB7EDAC6B}" dt="2022-04-18T15:31:46.435" v="4842"/>
          <ac:spMkLst>
            <pc:docMk/>
            <pc:sldMk cId="3459715928" sldId="2076138368"/>
            <ac:spMk id="30" creationId="{62DD0B64-30C5-1921-63B0-BB7ACF7B3C6A}"/>
          </ac:spMkLst>
        </pc:spChg>
        <pc:spChg chg="add mod">
          <ac:chgData name="Jason Helmick" userId="4d62dfd8-4666-4b3a-86fb-ee321fffbfda" providerId="ADAL" clId="{9A48EE12-53B6-F940-9B26-AF8CB7EDAC6B}" dt="2022-04-18T15:31:46.435" v="4842"/>
          <ac:spMkLst>
            <pc:docMk/>
            <pc:sldMk cId="3459715928" sldId="2076138368"/>
            <ac:spMk id="31" creationId="{C41F6B56-3EA3-F1E0-4A72-C662ACBA2E5F}"/>
          </ac:spMkLst>
        </pc:spChg>
        <pc:spChg chg="add mod">
          <ac:chgData name="Jason Helmick" userId="4d62dfd8-4666-4b3a-86fb-ee321fffbfda" providerId="ADAL" clId="{9A48EE12-53B6-F940-9B26-AF8CB7EDAC6B}" dt="2022-04-18T15:31:46.435" v="4842"/>
          <ac:spMkLst>
            <pc:docMk/>
            <pc:sldMk cId="3459715928" sldId="2076138368"/>
            <ac:spMk id="32" creationId="{09E2FF84-600B-D766-8B14-F295BA092866}"/>
          </ac:spMkLst>
        </pc:spChg>
        <pc:spChg chg="add mod">
          <ac:chgData name="Jason Helmick" userId="4d62dfd8-4666-4b3a-86fb-ee321fffbfda" providerId="ADAL" clId="{9A48EE12-53B6-F940-9B26-AF8CB7EDAC6B}" dt="2022-04-18T15:31:46.435" v="4842"/>
          <ac:spMkLst>
            <pc:docMk/>
            <pc:sldMk cId="3459715928" sldId="2076138368"/>
            <ac:spMk id="33" creationId="{9AC2F594-288A-C905-AB1A-B3CEF47A157B}"/>
          </ac:spMkLst>
        </pc:spChg>
        <pc:spChg chg="add mod">
          <ac:chgData name="Jason Helmick" userId="4d62dfd8-4666-4b3a-86fb-ee321fffbfda" providerId="ADAL" clId="{9A48EE12-53B6-F940-9B26-AF8CB7EDAC6B}" dt="2022-04-18T15:32:23.917" v="4846" actId="1076"/>
          <ac:spMkLst>
            <pc:docMk/>
            <pc:sldMk cId="3459715928" sldId="2076138368"/>
            <ac:spMk id="34" creationId="{292F4332-0A03-D98E-4283-141379A32826}"/>
          </ac:spMkLst>
        </pc:spChg>
        <pc:spChg chg="add mod">
          <ac:chgData name="Jason Helmick" userId="4d62dfd8-4666-4b3a-86fb-ee321fffbfda" providerId="ADAL" clId="{9A48EE12-53B6-F940-9B26-AF8CB7EDAC6B}" dt="2022-04-18T15:32:15.184" v="4845"/>
          <ac:spMkLst>
            <pc:docMk/>
            <pc:sldMk cId="3459715928" sldId="2076138368"/>
            <ac:spMk id="37" creationId="{19FB26E4-6127-ACBD-4B70-88259F1DFC78}"/>
          </ac:spMkLst>
        </pc:spChg>
        <pc:spChg chg="add mod">
          <ac:chgData name="Jason Helmick" userId="4d62dfd8-4666-4b3a-86fb-ee321fffbfda" providerId="ADAL" clId="{9A48EE12-53B6-F940-9B26-AF8CB7EDAC6B}" dt="2022-04-18T15:32:15.184" v="4845"/>
          <ac:spMkLst>
            <pc:docMk/>
            <pc:sldMk cId="3459715928" sldId="2076138368"/>
            <ac:spMk id="38" creationId="{6152C579-09AF-046C-2531-3706D108058B}"/>
          </ac:spMkLst>
        </pc:spChg>
        <pc:spChg chg="add mod">
          <ac:chgData name="Jason Helmick" userId="4d62dfd8-4666-4b3a-86fb-ee321fffbfda" providerId="ADAL" clId="{9A48EE12-53B6-F940-9B26-AF8CB7EDAC6B}" dt="2022-04-18T15:32:15.184" v="4845"/>
          <ac:spMkLst>
            <pc:docMk/>
            <pc:sldMk cId="3459715928" sldId="2076138368"/>
            <ac:spMk id="39" creationId="{743CBEFC-C3AF-E2C8-0331-B54DC744DE1B}"/>
          </ac:spMkLst>
        </pc:spChg>
        <pc:spChg chg="add mod">
          <ac:chgData name="Jason Helmick" userId="4d62dfd8-4666-4b3a-86fb-ee321fffbfda" providerId="ADAL" clId="{9A48EE12-53B6-F940-9B26-AF8CB7EDAC6B}" dt="2022-04-18T15:32:15.184" v="4845"/>
          <ac:spMkLst>
            <pc:docMk/>
            <pc:sldMk cId="3459715928" sldId="2076138368"/>
            <ac:spMk id="40" creationId="{9F5BAAFB-8429-EAA2-64BF-21E7F687434C}"/>
          </ac:spMkLst>
        </pc:spChg>
        <pc:grpChg chg="add mod">
          <ac:chgData name="Jason Helmick" userId="4d62dfd8-4666-4b3a-86fb-ee321fffbfda" providerId="ADAL" clId="{9A48EE12-53B6-F940-9B26-AF8CB7EDAC6B}" dt="2022-04-18T15:31:17.136" v="4839" actId="1076"/>
          <ac:grpSpMkLst>
            <pc:docMk/>
            <pc:sldMk cId="3459715928" sldId="2076138368"/>
            <ac:grpSpMk id="14" creationId="{20105E2C-4131-4D3F-FE7D-12ECBDE94363}"/>
          </ac:grpSpMkLst>
        </pc:grpChg>
        <pc:grpChg chg="add mod">
          <ac:chgData name="Jason Helmick" userId="4d62dfd8-4666-4b3a-86fb-ee321fffbfda" providerId="ADAL" clId="{9A48EE12-53B6-F940-9B26-AF8CB7EDAC6B}" dt="2022-04-18T15:31:17.136" v="4839" actId="1076"/>
          <ac:grpSpMkLst>
            <pc:docMk/>
            <pc:sldMk cId="3459715928" sldId="2076138368"/>
            <ac:grpSpMk id="15" creationId="{29EBD817-08CD-FDA0-8D75-383E12693A83}"/>
          </ac:grpSpMkLst>
        </pc:grpChg>
        <pc:grpChg chg="add mod">
          <ac:chgData name="Jason Helmick" userId="4d62dfd8-4666-4b3a-86fb-ee321fffbfda" providerId="ADAL" clId="{9A48EE12-53B6-F940-9B26-AF8CB7EDAC6B}" dt="2022-04-18T15:31:36.616" v="4841" actId="1076"/>
          <ac:grpSpMkLst>
            <pc:docMk/>
            <pc:sldMk cId="3459715928" sldId="2076138368"/>
            <ac:grpSpMk id="21" creationId="{C12A9535-BAEF-E3D0-C384-76D483E8FB6E}"/>
          </ac:grpSpMkLst>
        </pc:grpChg>
        <pc:grpChg chg="add mod">
          <ac:chgData name="Jason Helmick" userId="4d62dfd8-4666-4b3a-86fb-ee321fffbfda" providerId="ADAL" clId="{9A48EE12-53B6-F940-9B26-AF8CB7EDAC6B}" dt="2022-04-18T15:31:36.616" v="4841" actId="1076"/>
          <ac:grpSpMkLst>
            <pc:docMk/>
            <pc:sldMk cId="3459715928" sldId="2076138368"/>
            <ac:grpSpMk id="22" creationId="{911A59EF-664E-F78C-69AF-839F171359D7}"/>
          </ac:grpSpMkLst>
        </pc:grpChg>
        <pc:grpChg chg="add mod">
          <ac:chgData name="Jason Helmick" userId="4d62dfd8-4666-4b3a-86fb-ee321fffbfda" providerId="ADAL" clId="{9A48EE12-53B6-F940-9B26-AF8CB7EDAC6B}" dt="2022-04-18T15:32:05.952" v="4844" actId="1076"/>
          <ac:grpSpMkLst>
            <pc:docMk/>
            <pc:sldMk cId="3459715928" sldId="2076138368"/>
            <ac:grpSpMk id="28" creationId="{4A76D91F-BCE4-0EA2-CDCB-EF02938B1A7F}"/>
          </ac:grpSpMkLst>
        </pc:grpChg>
        <pc:grpChg chg="add mod">
          <ac:chgData name="Jason Helmick" userId="4d62dfd8-4666-4b3a-86fb-ee321fffbfda" providerId="ADAL" clId="{9A48EE12-53B6-F940-9B26-AF8CB7EDAC6B}" dt="2022-04-18T15:32:05.952" v="4844" actId="1076"/>
          <ac:grpSpMkLst>
            <pc:docMk/>
            <pc:sldMk cId="3459715928" sldId="2076138368"/>
            <ac:grpSpMk id="29" creationId="{97E48C36-583D-C5AB-CEAF-4590D864671E}"/>
          </ac:grpSpMkLst>
        </pc:grpChg>
        <pc:grpChg chg="add mod">
          <ac:chgData name="Jason Helmick" userId="4d62dfd8-4666-4b3a-86fb-ee321fffbfda" providerId="ADAL" clId="{9A48EE12-53B6-F940-9B26-AF8CB7EDAC6B}" dt="2022-04-18T15:32:23.917" v="4846" actId="1076"/>
          <ac:grpSpMkLst>
            <pc:docMk/>
            <pc:sldMk cId="3459715928" sldId="2076138368"/>
            <ac:grpSpMk id="35" creationId="{7369ECDB-5DD2-FE43-12FA-F5BA86BD863E}"/>
          </ac:grpSpMkLst>
        </pc:grpChg>
        <pc:grpChg chg="add mod">
          <ac:chgData name="Jason Helmick" userId="4d62dfd8-4666-4b3a-86fb-ee321fffbfda" providerId="ADAL" clId="{9A48EE12-53B6-F940-9B26-AF8CB7EDAC6B}" dt="2022-04-18T15:32:23.917" v="4846" actId="1076"/>
          <ac:grpSpMkLst>
            <pc:docMk/>
            <pc:sldMk cId="3459715928" sldId="2076138368"/>
            <ac:grpSpMk id="36" creationId="{41AFC0DA-FE1E-4BCC-5968-47C3D98EBF6F}"/>
          </ac:grpSpMkLst>
        </pc:grpChg>
        <pc:graphicFrameChg chg="del">
          <ac:chgData name="Jason Helmick" userId="4d62dfd8-4666-4b3a-86fb-ee321fffbfda" providerId="ADAL" clId="{9A48EE12-53B6-F940-9B26-AF8CB7EDAC6B}" dt="2022-04-18T15:30:50.818" v="4836" actId="478"/>
          <ac:graphicFrameMkLst>
            <pc:docMk/>
            <pc:sldMk cId="3459715928" sldId="2076138368"/>
            <ac:graphicFrameMk id="7" creationId="{C00764F8-47C1-976C-E69A-8D8B1C49E438}"/>
          </ac:graphicFrameMkLst>
        </pc:graphicFrameChg>
      </pc:sldChg>
      <pc:sldChg chg="addSp modSp add mod">
        <pc:chgData name="Jason Helmick" userId="4d62dfd8-4666-4b3a-86fb-ee321fffbfda" providerId="ADAL" clId="{9A48EE12-53B6-F940-9B26-AF8CB7EDAC6B}" dt="2022-04-18T15:39:14.269" v="4870" actId="14100"/>
        <pc:sldMkLst>
          <pc:docMk/>
          <pc:sldMk cId="2539197032" sldId="2076138369"/>
        </pc:sldMkLst>
        <pc:spChg chg="add mod">
          <ac:chgData name="Jason Helmick" userId="4d62dfd8-4666-4b3a-86fb-ee321fffbfda" providerId="ADAL" clId="{9A48EE12-53B6-F940-9B26-AF8CB7EDAC6B}" dt="2022-04-18T15:39:14.269" v="4870" actId="14100"/>
          <ac:spMkLst>
            <pc:docMk/>
            <pc:sldMk cId="2539197032" sldId="2076138369"/>
            <ac:spMk id="3" creationId="{26A29A7C-686F-2F8A-9CE4-C6B0C4E03446}"/>
          </ac:spMkLst>
        </pc:spChg>
      </pc:sldChg>
      <pc:sldChg chg="add del">
        <pc:chgData name="Jason Helmick" userId="4d62dfd8-4666-4b3a-86fb-ee321fffbfda" providerId="ADAL" clId="{9A48EE12-53B6-F940-9B26-AF8CB7EDAC6B}" dt="2022-04-18T15:39:31.477" v="4872" actId="2696"/>
        <pc:sldMkLst>
          <pc:docMk/>
          <pc:sldMk cId="3503781321" sldId="2076138370"/>
        </pc:sldMkLst>
      </pc:sldChg>
      <pc:sldChg chg="modSp add mod">
        <pc:chgData name="Jason Helmick" userId="4d62dfd8-4666-4b3a-86fb-ee321fffbfda" providerId="ADAL" clId="{9A48EE12-53B6-F940-9B26-AF8CB7EDAC6B}" dt="2022-04-18T15:40:02.718" v="4876" actId="14100"/>
        <pc:sldMkLst>
          <pc:docMk/>
          <pc:sldMk cId="3831984282" sldId="2076138370"/>
        </pc:sldMkLst>
        <pc:spChg chg="mod">
          <ac:chgData name="Jason Helmick" userId="4d62dfd8-4666-4b3a-86fb-ee321fffbfda" providerId="ADAL" clId="{9A48EE12-53B6-F940-9B26-AF8CB7EDAC6B}" dt="2022-04-18T15:40:02.718" v="4876" actId="14100"/>
          <ac:spMkLst>
            <pc:docMk/>
            <pc:sldMk cId="3831984282" sldId="2076138370"/>
            <ac:spMk id="3" creationId="{26A29A7C-686F-2F8A-9CE4-C6B0C4E03446}"/>
          </ac:spMkLst>
        </pc:spChg>
      </pc:sldChg>
      <pc:sldChg chg="add del">
        <pc:chgData name="Jason Helmick" userId="4d62dfd8-4666-4b3a-86fb-ee321fffbfda" providerId="ADAL" clId="{9A48EE12-53B6-F940-9B26-AF8CB7EDAC6B}" dt="2022-04-18T15:39:32.224" v="4873" actId="2696"/>
        <pc:sldMkLst>
          <pc:docMk/>
          <pc:sldMk cId="423238539" sldId="2076138371"/>
        </pc:sldMkLst>
      </pc:sldChg>
      <pc:sldChg chg="delSp modSp add mod">
        <pc:chgData name="Jason Helmick" userId="4d62dfd8-4666-4b3a-86fb-ee321fffbfda" providerId="ADAL" clId="{9A48EE12-53B6-F940-9B26-AF8CB7EDAC6B}" dt="2022-04-20T20:05:00.140" v="5210" actId="2085"/>
        <pc:sldMkLst>
          <pc:docMk/>
          <pc:sldMk cId="2799843568" sldId="2076138371"/>
        </pc:sldMkLst>
        <pc:spChg chg="del">
          <ac:chgData name="Jason Helmick" userId="4d62dfd8-4666-4b3a-86fb-ee321fffbfda" providerId="ADAL" clId="{9A48EE12-53B6-F940-9B26-AF8CB7EDAC6B}" dt="2022-04-18T15:40:08.577" v="4877" actId="478"/>
          <ac:spMkLst>
            <pc:docMk/>
            <pc:sldMk cId="2799843568" sldId="2076138371"/>
            <ac:spMk id="3" creationId="{26A29A7C-686F-2F8A-9CE4-C6B0C4E03446}"/>
          </ac:spMkLst>
        </pc:spChg>
        <pc:spChg chg="mod">
          <ac:chgData name="Jason Helmick" userId="4d62dfd8-4666-4b3a-86fb-ee321fffbfda" providerId="ADAL" clId="{9A48EE12-53B6-F940-9B26-AF8CB7EDAC6B}" dt="2022-04-20T20:05:00.140" v="5210" actId="2085"/>
          <ac:spMkLst>
            <pc:docMk/>
            <pc:sldMk cId="2799843568" sldId="2076138371"/>
            <ac:spMk id="10" creationId="{DA04839A-268A-4B34-9BF8-14FC37D83F9B}"/>
          </ac:spMkLst>
        </pc:spChg>
      </pc:sldChg>
      <pc:sldChg chg="addSp modSp new mod setBg">
        <pc:chgData name="Jason Helmick" userId="4d62dfd8-4666-4b3a-86fb-ee321fffbfda" providerId="ADAL" clId="{9A48EE12-53B6-F940-9B26-AF8CB7EDAC6B}" dt="2022-04-20T21:20:10.986" v="5228" actId="22"/>
        <pc:sldMkLst>
          <pc:docMk/>
          <pc:sldMk cId="3567916791" sldId="2076138372"/>
        </pc:sldMkLst>
        <pc:spChg chg="mod">
          <ac:chgData name="Jason Helmick" userId="4d62dfd8-4666-4b3a-86fb-ee321fffbfda" providerId="ADAL" clId="{9A48EE12-53B6-F940-9B26-AF8CB7EDAC6B}" dt="2022-04-20T14:22:35.840" v="4901" actId="255"/>
          <ac:spMkLst>
            <pc:docMk/>
            <pc:sldMk cId="3567916791" sldId="2076138372"/>
            <ac:spMk id="2" creationId="{87DC6169-D252-B5D8-523A-474DE3B389D2}"/>
          </ac:spMkLst>
        </pc:spChg>
        <pc:spChg chg="add">
          <ac:chgData name="Jason Helmick" userId="4d62dfd8-4666-4b3a-86fb-ee321fffbfda" providerId="ADAL" clId="{9A48EE12-53B6-F940-9B26-AF8CB7EDAC6B}" dt="2022-04-20T21:20:10.986" v="5228" actId="22"/>
          <ac:spMkLst>
            <pc:docMk/>
            <pc:sldMk cId="3567916791" sldId="2076138372"/>
            <ac:spMk id="3" creationId="{89A1532C-2D2D-16E8-D561-E7915E150A9E}"/>
          </ac:spMkLst>
        </pc:spChg>
        <pc:spChg chg="add">
          <ac:chgData name="Jason Helmick" userId="4d62dfd8-4666-4b3a-86fb-ee321fffbfda" providerId="ADAL" clId="{9A48EE12-53B6-F940-9B26-AF8CB7EDAC6B}" dt="2022-04-20T14:22:09.646" v="4898" actId="26606"/>
          <ac:spMkLst>
            <pc:docMk/>
            <pc:sldMk cId="3567916791" sldId="2076138372"/>
            <ac:spMk id="9" creationId="{53F29798-D584-4792-9B62-3F5F5C36D619}"/>
          </ac:spMkLst>
        </pc:spChg>
        <pc:picChg chg="add">
          <ac:chgData name="Jason Helmick" userId="4d62dfd8-4666-4b3a-86fb-ee321fffbfda" providerId="ADAL" clId="{9A48EE12-53B6-F940-9B26-AF8CB7EDAC6B}" dt="2022-04-20T14:22:09.646" v="4898" actId="26606"/>
          <ac:picMkLst>
            <pc:docMk/>
            <pc:sldMk cId="3567916791" sldId="2076138372"/>
            <ac:picMk id="6" creationId="{ABAEC614-A971-2CAD-79CC-C48B1A2DB177}"/>
          </ac:picMkLst>
        </pc:picChg>
      </pc:sldChg>
      <pc:sldChg chg="addSp modSp new mod modClrScheme modAnim chgLayout">
        <pc:chgData name="Jason Helmick" userId="4d62dfd8-4666-4b3a-86fb-ee321fffbfda" providerId="ADAL" clId="{9A48EE12-53B6-F940-9B26-AF8CB7EDAC6B}" dt="2022-04-22T15:53:34.180" v="5284" actId="1076"/>
        <pc:sldMkLst>
          <pc:docMk/>
          <pc:sldMk cId="2015356509" sldId="2076138373"/>
        </pc:sldMkLst>
        <pc:spChg chg="mod ord">
          <ac:chgData name="Jason Helmick" userId="4d62dfd8-4666-4b3a-86fb-ee321fffbfda" providerId="ADAL" clId="{9A48EE12-53B6-F940-9B26-AF8CB7EDAC6B}" dt="2022-04-20T14:23:11.985" v="4930" actId="700"/>
          <ac:spMkLst>
            <pc:docMk/>
            <pc:sldMk cId="2015356509" sldId="2076138373"/>
            <ac:spMk id="2" creationId="{5E131A54-6B27-F58A-1914-7183E3F03DBD}"/>
          </ac:spMkLst>
        </pc:spChg>
        <pc:spChg chg="add mod ord">
          <ac:chgData name="Jason Helmick" userId="4d62dfd8-4666-4b3a-86fb-ee321fffbfda" providerId="ADAL" clId="{9A48EE12-53B6-F940-9B26-AF8CB7EDAC6B}" dt="2022-04-20T15:15:47.529" v="5205" actId="27636"/>
          <ac:spMkLst>
            <pc:docMk/>
            <pc:sldMk cId="2015356509" sldId="2076138373"/>
            <ac:spMk id="3" creationId="{CCEA2D2C-165B-106F-DB46-E1D96A09EA6D}"/>
          </ac:spMkLst>
        </pc:spChg>
        <pc:spChg chg="add mod">
          <ac:chgData name="Jason Helmick" userId="4d62dfd8-4666-4b3a-86fb-ee321fffbfda" providerId="ADAL" clId="{9A48EE12-53B6-F940-9B26-AF8CB7EDAC6B}" dt="2022-04-22T15:53:21.880" v="5281" actId="1076"/>
          <ac:spMkLst>
            <pc:docMk/>
            <pc:sldMk cId="2015356509" sldId="2076138373"/>
            <ac:spMk id="5" creationId="{36AC5FA2-44D4-1C87-06D3-68826D3D5F94}"/>
          </ac:spMkLst>
        </pc:spChg>
        <pc:spChg chg="add mod">
          <ac:chgData name="Jason Helmick" userId="4d62dfd8-4666-4b3a-86fb-ee321fffbfda" providerId="ADAL" clId="{9A48EE12-53B6-F940-9B26-AF8CB7EDAC6B}" dt="2022-04-22T15:53:29.412" v="5283" actId="1076"/>
          <ac:spMkLst>
            <pc:docMk/>
            <pc:sldMk cId="2015356509" sldId="2076138373"/>
            <ac:spMk id="6" creationId="{E3CBBBC8-1CBE-BC76-6E8F-43D92661AB02}"/>
          </ac:spMkLst>
        </pc:spChg>
        <pc:spChg chg="add mod">
          <ac:chgData name="Jason Helmick" userId="4d62dfd8-4666-4b3a-86fb-ee321fffbfda" providerId="ADAL" clId="{9A48EE12-53B6-F940-9B26-AF8CB7EDAC6B}" dt="2022-04-22T15:53:25.549" v="5282" actId="1076"/>
          <ac:spMkLst>
            <pc:docMk/>
            <pc:sldMk cId="2015356509" sldId="2076138373"/>
            <ac:spMk id="8" creationId="{C270E04C-DD9C-EA4E-1FB6-FD973623A602}"/>
          </ac:spMkLst>
        </pc:spChg>
        <pc:spChg chg="add mod">
          <ac:chgData name="Jason Helmick" userId="4d62dfd8-4666-4b3a-86fb-ee321fffbfda" providerId="ADAL" clId="{9A48EE12-53B6-F940-9B26-AF8CB7EDAC6B}" dt="2022-04-22T15:53:34.180" v="5284" actId="1076"/>
          <ac:spMkLst>
            <pc:docMk/>
            <pc:sldMk cId="2015356509" sldId="2076138373"/>
            <ac:spMk id="10" creationId="{7D398C5C-8466-0CD6-D1A8-4409A43D1824}"/>
          </ac:spMkLst>
        </pc:spChg>
      </pc:sldChg>
      <pc:sldChg chg="modSp mod">
        <pc:chgData name="Jason Helmick" userId="4d62dfd8-4666-4b3a-86fb-ee321fffbfda" providerId="ADAL" clId="{9A48EE12-53B6-F940-9B26-AF8CB7EDAC6B}" dt="2022-04-20T20:05:16.323" v="5213" actId="2085"/>
        <pc:sldMkLst>
          <pc:docMk/>
          <pc:sldMk cId="2117856251" sldId="2076138374"/>
        </pc:sldMkLst>
        <pc:spChg chg="mod">
          <ac:chgData name="Jason Helmick" userId="4d62dfd8-4666-4b3a-86fb-ee321fffbfda" providerId="ADAL" clId="{9A48EE12-53B6-F940-9B26-AF8CB7EDAC6B}" dt="2022-04-20T20:05:16.323" v="5213" actId="2085"/>
          <ac:spMkLst>
            <pc:docMk/>
            <pc:sldMk cId="2117856251" sldId="2076138374"/>
            <ac:spMk id="10" creationId="{DA04839A-268A-4B34-9BF8-14FC37D83F9B}"/>
          </ac:spMkLst>
        </pc:spChg>
      </pc:sldChg>
      <pc:sldChg chg="modCm">
        <pc:chgData name="Jason Helmick" userId="4d62dfd8-4666-4b3a-86fb-ee321fffbfda" providerId="ADAL" clId="{9A48EE12-53B6-F940-9B26-AF8CB7EDAC6B}" dt="2022-04-21T18:47:58.671" v="5264"/>
        <pc:sldMkLst>
          <pc:docMk/>
          <pc:sldMk cId="12162473" sldId="2076138375"/>
        </pc:sldMkLst>
      </pc:sldChg>
      <pc:sldMasterChg chg="delSldLayout">
        <pc:chgData name="Jason Helmick" userId="4d62dfd8-4666-4b3a-86fb-ee321fffbfda" providerId="ADAL" clId="{9A48EE12-53B6-F940-9B26-AF8CB7EDAC6B}" dt="2022-04-08T14:45:15.052" v="3239" actId="2696"/>
        <pc:sldMasterMkLst>
          <pc:docMk/>
          <pc:sldMasterMk cId="1251827575" sldId="2147483648"/>
        </pc:sldMasterMkLst>
        <pc:sldLayoutChg chg="del">
          <pc:chgData name="Jason Helmick" userId="4d62dfd8-4666-4b3a-86fb-ee321fffbfda" providerId="ADAL" clId="{9A48EE12-53B6-F940-9B26-AF8CB7EDAC6B}" dt="2022-04-08T14:45:15.052" v="3239" actId="2696"/>
          <pc:sldLayoutMkLst>
            <pc:docMk/>
            <pc:sldMasterMk cId="1251827575" sldId="2147483648"/>
            <pc:sldLayoutMk cId="2144967112" sldId="2147483660"/>
          </pc:sldLayoutMkLst>
        </pc:sldLayoutChg>
      </pc:sldMasterChg>
    </pc:docChg>
  </pc:docChgLst>
  <pc:docChgLst>
    <pc:chgData name="Jason Helmick" userId="S::jahelmic@microsoft.com::4d62dfd8-4666-4b3a-86fb-ee321fffbfda" providerId="AD" clId="Web-{140B812B-E5B1-35F4-CAE0-E9EA0F8E0B67}"/>
    <pc:docChg chg="mod modSld">
      <pc:chgData name="Jason Helmick" userId="S::jahelmic@microsoft.com::4d62dfd8-4666-4b3a-86fb-ee321fffbfda" providerId="AD" clId="Web-{140B812B-E5B1-35F4-CAE0-E9EA0F8E0B67}" dt="2022-04-15T16:29:32.103" v="6" actId="1076"/>
      <pc:docMkLst>
        <pc:docMk/>
      </pc:docMkLst>
      <pc:sldChg chg="modSp">
        <pc:chgData name="Jason Helmick" userId="S::jahelmic@microsoft.com::4d62dfd8-4666-4b3a-86fb-ee321fffbfda" providerId="AD" clId="Web-{140B812B-E5B1-35F4-CAE0-E9EA0F8E0B67}" dt="2022-04-15T16:29:32.103" v="6" actId="1076"/>
        <pc:sldMkLst>
          <pc:docMk/>
          <pc:sldMk cId="693699695" sldId="2072"/>
        </pc:sldMkLst>
        <pc:spChg chg="mod">
          <ac:chgData name="Jason Helmick" userId="S::jahelmic@microsoft.com::4d62dfd8-4666-4b3a-86fb-ee321fffbfda" providerId="AD" clId="Web-{140B812B-E5B1-35F4-CAE0-E9EA0F8E0B67}" dt="2022-04-15T16:29:24.524" v="4" actId="1076"/>
          <ac:spMkLst>
            <pc:docMk/>
            <pc:sldMk cId="693699695" sldId="2072"/>
            <ac:spMk id="3" creationId="{F3A32334-4504-1C7E-967C-E2C3E05E1907}"/>
          </ac:spMkLst>
        </pc:spChg>
        <pc:spChg chg="mod">
          <ac:chgData name="Jason Helmick" userId="S::jahelmic@microsoft.com::4d62dfd8-4666-4b3a-86fb-ee321fffbfda" providerId="AD" clId="Web-{140B812B-E5B1-35F4-CAE0-E9EA0F8E0B67}" dt="2022-04-15T16:29:27.790" v="5" actId="1076"/>
          <ac:spMkLst>
            <pc:docMk/>
            <pc:sldMk cId="693699695" sldId="2072"/>
            <ac:spMk id="18" creationId="{826F075F-DAE2-9078-066F-DFACFB6CF320}"/>
          </ac:spMkLst>
        </pc:spChg>
        <pc:spChg chg="mod">
          <ac:chgData name="Jason Helmick" userId="S::jahelmic@microsoft.com::4d62dfd8-4666-4b3a-86fb-ee321fffbfda" providerId="AD" clId="Web-{140B812B-E5B1-35F4-CAE0-E9EA0F8E0B67}" dt="2022-04-15T16:29:17.852" v="3" actId="1076"/>
          <ac:spMkLst>
            <pc:docMk/>
            <pc:sldMk cId="693699695" sldId="2072"/>
            <ac:spMk id="20" creationId="{8F280589-F346-7E10-B652-591E9A556887}"/>
          </ac:spMkLst>
        </pc:spChg>
        <pc:spChg chg="mod">
          <ac:chgData name="Jason Helmick" userId="S::jahelmic@microsoft.com::4d62dfd8-4666-4b3a-86fb-ee321fffbfda" providerId="AD" clId="Web-{140B812B-E5B1-35F4-CAE0-E9EA0F8E0B67}" dt="2022-04-15T16:29:32.103" v="6" actId="1076"/>
          <ac:spMkLst>
            <pc:docMk/>
            <pc:sldMk cId="693699695" sldId="2072"/>
            <ac:spMk id="22" creationId="{977AE288-ECA3-C936-1E96-B6E4C0DA8DE5}"/>
          </ac:spMkLst>
        </pc:spChg>
      </pc:sldChg>
      <pc:sldChg chg="modCm">
        <pc:chgData name="Jason Helmick" userId="S::jahelmic@microsoft.com::4d62dfd8-4666-4b3a-86fb-ee321fffbfda" providerId="AD" clId="Web-{140B812B-E5B1-35F4-CAE0-E9EA0F8E0B67}" dt="2022-04-15T16:28:12.194" v="1"/>
        <pc:sldMkLst>
          <pc:docMk/>
          <pc:sldMk cId="990397270" sldId="2087"/>
        </pc:sldMkLst>
      </pc:sldChg>
    </pc:docChg>
  </pc:docChgLst>
  <pc:docChgLst>
    <pc:chgData name="Steve Lee (POWERSHELL HE/HIM)" userId="S::slee@ntdev.microsoft.com::5fb4c31c-7920-4460-9423-41063ed788b5" providerId="AD" clId="Web-{2C7263BC-A822-0DCE-2AC5-54FE567DA636}"/>
    <pc:docChg chg="mod modSld">
      <pc:chgData name="Steve Lee (POWERSHELL HE/HIM)" userId="S::slee@ntdev.microsoft.com::5fb4c31c-7920-4460-9423-41063ed788b5" providerId="AD" clId="Web-{2C7263BC-A822-0DCE-2AC5-54FE567DA636}" dt="2022-04-20T15:00:20.802" v="7"/>
      <pc:docMkLst>
        <pc:docMk/>
      </pc:docMkLst>
      <pc:sldChg chg="modSp addCm">
        <pc:chgData name="Steve Lee (POWERSHELL HE/HIM)" userId="S::slee@ntdev.microsoft.com::5fb4c31c-7920-4460-9423-41063ed788b5" providerId="AD" clId="Web-{2C7263BC-A822-0DCE-2AC5-54FE567DA636}" dt="2022-04-20T14:58:02.205" v="5"/>
        <pc:sldMkLst>
          <pc:docMk/>
          <pc:sldMk cId="693699695" sldId="2072"/>
        </pc:sldMkLst>
        <pc:spChg chg="mod">
          <ac:chgData name="Steve Lee (POWERSHELL HE/HIM)" userId="S::slee@ntdev.microsoft.com::5fb4c31c-7920-4460-9423-41063ed788b5" providerId="AD" clId="Web-{2C7263BC-A822-0DCE-2AC5-54FE567DA636}" dt="2022-04-20T14:54:31.902" v="1" actId="20577"/>
          <ac:spMkLst>
            <pc:docMk/>
            <pc:sldMk cId="693699695" sldId="2072"/>
            <ac:spMk id="4" creationId="{1B87B61F-315C-4C7A-82E9-AA14A3D362D9}"/>
          </ac:spMkLst>
        </pc:spChg>
      </pc:sldChg>
      <pc:sldChg chg="addCm modCm">
        <pc:chgData name="Steve Lee (POWERSHELL HE/HIM)" userId="S::slee@ntdev.microsoft.com::5fb4c31c-7920-4460-9423-41063ed788b5" providerId="AD" clId="Web-{2C7263BC-A822-0DCE-2AC5-54FE567DA636}" dt="2022-04-20T15:00:20.802" v="7"/>
        <pc:sldMkLst>
          <pc:docMk/>
          <pc:sldMk cId="12162473" sldId="2076138375"/>
        </pc:sldMkLst>
      </pc:sldChg>
    </pc:docChg>
  </pc:docChgLst>
  <pc:docChgLst>
    <pc:chgData name="Sydney Smith (SHE/HER)" userId="75bd3373-d498-49ce-93fb-5eda2515e74b" providerId="ADAL" clId="{5CC77F53-A7CF-42A0-958E-C7735E228AB9}"/>
    <pc:docChg chg="undo custSel addSld delSld modSld sldOrd">
      <pc:chgData name="Sydney Smith (SHE/HER)" userId="75bd3373-d498-49ce-93fb-5eda2515e74b" providerId="ADAL" clId="{5CC77F53-A7CF-42A0-958E-C7735E228AB9}" dt="2022-04-22T18:22:23.722" v="7977" actId="208"/>
      <pc:docMkLst>
        <pc:docMk/>
      </pc:docMkLst>
      <pc:sldChg chg="addSp modSp mod addCm">
        <pc:chgData name="Sydney Smith (SHE/HER)" userId="75bd3373-d498-49ce-93fb-5eda2515e74b" providerId="ADAL" clId="{5CC77F53-A7CF-42A0-958E-C7735E228AB9}" dt="2022-04-20T14:19:14.725" v="7622" actId="1076"/>
        <pc:sldMkLst>
          <pc:docMk/>
          <pc:sldMk cId="2059040397" sldId="256"/>
        </pc:sldMkLst>
        <pc:spChg chg="mod">
          <ac:chgData name="Sydney Smith (SHE/HER)" userId="75bd3373-d498-49ce-93fb-5eda2515e74b" providerId="ADAL" clId="{5CC77F53-A7CF-42A0-958E-C7735E228AB9}" dt="2022-04-20T14:18:29.911" v="7617" actId="1076"/>
          <ac:spMkLst>
            <pc:docMk/>
            <pc:sldMk cId="2059040397" sldId="256"/>
            <ac:spMk id="4" creationId="{3B98BFB5-13E6-0ED3-8487-85D76A800CA6}"/>
          </ac:spMkLst>
        </pc:spChg>
        <pc:spChg chg="mod">
          <ac:chgData name="Sydney Smith (SHE/HER)" userId="75bd3373-d498-49ce-93fb-5eda2515e74b" providerId="ADAL" clId="{5CC77F53-A7CF-42A0-958E-C7735E228AB9}" dt="2022-04-20T14:19:14.725" v="7622" actId="1076"/>
          <ac:spMkLst>
            <pc:docMk/>
            <pc:sldMk cId="2059040397" sldId="256"/>
            <ac:spMk id="18" creationId="{EC981EF3-FCCF-0FAF-289E-10AD33A2D6D3}"/>
          </ac:spMkLst>
        </pc:spChg>
        <pc:spChg chg="mod">
          <ac:chgData name="Sydney Smith (SHE/HER)" userId="75bd3373-d498-49ce-93fb-5eda2515e74b" providerId="ADAL" clId="{5CC77F53-A7CF-42A0-958E-C7735E228AB9}" dt="2022-04-20T14:18:51.793" v="7621" actId="1076"/>
          <ac:spMkLst>
            <pc:docMk/>
            <pc:sldMk cId="2059040397" sldId="256"/>
            <ac:spMk id="19" creationId="{14C77653-21C4-E250-5BC5-C218BA26BBFC}"/>
          </ac:spMkLst>
        </pc:spChg>
        <pc:grpChg chg="mod">
          <ac:chgData name="Sydney Smith (SHE/HER)" userId="75bd3373-d498-49ce-93fb-5eda2515e74b" providerId="ADAL" clId="{5CC77F53-A7CF-42A0-958E-C7735E228AB9}" dt="2022-04-20T14:18:38.890" v="7618" actId="1076"/>
          <ac:grpSpMkLst>
            <pc:docMk/>
            <pc:sldMk cId="2059040397" sldId="256"/>
            <ac:grpSpMk id="3" creationId="{6B922956-01C0-57B7-C321-8C4BB1AE7746}"/>
          </ac:grpSpMkLst>
        </pc:grpChg>
        <pc:grpChg chg="mod">
          <ac:chgData name="Sydney Smith (SHE/HER)" userId="75bd3373-d498-49ce-93fb-5eda2515e74b" providerId="ADAL" clId="{5CC77F53-A7CF-42A0-958E-C7735E228AB9}" dt="2022-04-20T14:18:42.101" v="7619" actId="1076"/>
          <ac:grpSpMkLst>
            <pc:docMk/>
            <pc:sldMk cId="2059040397" sldId="256"/>
            <ac:grpSpMk id="8" creationId="{C8261C15-1748-47F5-B8DB-4E000FE652A5}"/>
          </ac:grpSpMkLst>
        </pc:grpChg>
        <pc:picChg chg="add mod ord">
          <ac:chgData name="Sydney Smith (SHE/HER)" userId="75bd3373-d498-49ce-93fb-5eda2515e74b" providerId="ADAL" clId="{5CC77F53-A7CF-42A0-958E-C7735E228AB9}" dt="2022-04-20T14:18:22.067" v="7615" actId="167"/>
          <ac:picMkLst>
            <pc:docMk/>
            <pc:sldMk cId="2059040397" sldId="256"/>
            <ac:picMk id="14" creationId="{90AD11B5-5953-4AC0-BB58-256D6EC9243A}"/>
          </ac:picMkLst>
        </pc:picChg>
      </pc:sldChg>
      <pc:sldChg chg="del">
        <pc:chgData name="Sydney Smith (SHE/HER)" userId="75bd3373-d498-49ce-93fb-5eda2515e74b" providerId="ADAL" clId="{5CC77F53-A7CF-42A0-958E-C7735E228AB9}" dt="2022-04-06T23:54:35.467" v="4499" actId="47"/>
        <pc:sldMkLst>
          <pc:docMk/>
          <pc:sldMk cId="849657164" sldId="257"/>
        </pc:sldMkLst>
      </pc:sldChg>
      <pc:sldChg chg="addSp modSp mod">
        <pc:chgData name="Sydney Smith (SHE/HER)" userId="75bd3373-d498-49ce-93fb-5eda2515e74b" providerId="ADAL" clId="{5CC77F53-A7CF-42A0-958E-C7735E228AB9}" dt="2022-04-20T20:57:14.019" v="7825" actId="20577"/>
        <pc:sldMkLst>
          <pc:docMk/>
          <pc:sldMk cId="2184547541" sldId="258"/>
        </pc:sldMkLst>
        <pc:spChg chg="mod">
          <ac:chgData name="Sydney Smith (SHE/HER)" userId="75bd3373-d498-49ce-93fb-5eda2515e74b" providerId="ADAL" clId="{5CC77F53-A7CF-42A0-958E-C7735E228AB9}" dt="2022-04-15T15:40:16.254" v="6152" actId="20577"/>
          <ac:spMkLst>
            <pc:docMk/>
            <pc:sldMk cId="2184547541" sldId="258"/>
            <ac:spMk id="2" creationId="{AD58A49D-0BF4-A3A5-B989-8C60CF37D49E}"/>
          </ac:spMkLst>
        </pc:spChg>
        <pc:spChg chg="mod">
          <ac:chgData name="Sydney Smith (SHE/HER)" userId="75bd3373-d498-49ce-93fb-5eda2515e74b" providerId="ADAL" clId="{5CC77F53-A7CF-42A0-958E-C7735E228AB9}" dt="2022-04-20T20:57:14.019" v="7825" actId="20577"/>
          <ac:spMkLst>
            <pc:docMk/>
            <pc:sldMk cId="2184547541" sldId="258"/>
            <ac:spMk id="3" creationId="{75636278-CC0D-972B-4359-647141E743DB}"/>
          </ac:spMkLst>
        </pc:spChg>
        <pc:spChg chg="add mod">
          <ac:chgData name="Sydney Smith (SHE/HER)" userId="75bd3373-d498-49ce-93fb-5eda2515e74b" providerId="ADAL" clId="{5CC77F53-A7CF-42A0-958E-C7735E228AB9}" dt="2022-04-14T21:12:59.829" v="6061" actId="13822"/>
          <ac:spMkLst>
            <pc:docMk/>
            <pc:sldMk cId="2184547541" sldId="258"/>
            <ac:spMk id="4" creationId="{644DEE5E-F635-47C6-B2E6-2E7A3DA10C7B}"/>
          </ac:spMkLst>
        </pc:spChg>
      </pc:sldChg>
      <pc:sldChg chg="del mod modShow">
        <pc:chgData name="Sydney Smith (SHE/HER)" userId="75bd3373-d498-49ce-93fb-5eda2515e74b" providerId="ADAL" clId="{5CC77F53-A7CF-42A0-958E-C7735E228AB9}" dt="2022-04-14T21:14:51.745" v="6072" actId="47"/>
        <pc:sldMkLst>
          <pc:docMk/>
          <pc:sldMk cId="605138290" sldId="259"/>
        </pc:sldMkLst>
      </pc:sldChg>
      <pc:sldChg chg="addSp delSp modSp mod modNotesTx">
        <pc:chgData name="Sydney Smith (SHE/HER)" userId="75bd3373-d498-49ce-93fb-5eda2515e74b" providerId="ADAL" clId="{5CC77F53-A7CF-42A0-958E-C7735E228AB9}" dt="2022-04-20T21:05:19.904" v="7838" actId="13822"/>
        <pc:sldMkLst>
          <pc:docMk/>
          <pc:sldMk cId="1744196703" sldId="260"/>
        </pc:sldMkLst>
        <pc:spChg chg="del">
          <ac:chgData name="Sydney Smith (SHE/HER)" userId="75bd3373-d498-49ce-93fb-5eda2515e74b" providerId="ADAL" clId="{5CC77F53-A7CF-42A0-958E-C7735E228AB9}" dt="2022-04-06T23:54:33.959" v="4498" actId="478"/>
          <ac:spMkLst>
            <pc:docMk/>
            <pc:sldMk cId="1744196703" sldId="260"/>
            <ac:spMk id="2" creationId="{5AFEAE41-8C20-A908-99E7-BCD6D8C29815}"/>
          </ac:spMkLst>
        </pc:spChg>
        <pc:spChg chg="add del mod">
          <ac:chgData name="Sydney Smith (SHE/HER)" userId="75bd3373-d498-49ce-93fb-5eda2515e74b" providerId="ADAL" clId="{5CC77F53-A7CF-42A0-958E-C7735E228AB9}" dt="2022-04-06T23:58:48.527" v="4501" actId="478"/>
          <ac:spMkLst>
            <pc:docMk/>
            <pc:sldMk cId="1744196703" sldId="260"/>
            <ac:spMk id="4" creationId="{10A3D982-3F6B-4040-AB60-0987C359760A}"/>
          </ac:spMkLst>
        </pc:spChg>
        <pc:spChg chg="add mod">
          <ac:chgData name="Sydney Smith (SHE/HER)" userId="75bd3373-d498-49ce-93fb-5eda2515e74b" providerId="ADAL" clId="{5CC77F53-A7CF-42A0-958E-C7735E228AB9}" dt="2022-04-07T00:03:53.245" v="4613" actId="122"/>
          <ac:spMkLst>
            <pc:docMk/>
            <pc:sldMk cId="1744196703" sldId="260"/>
            <ac:spMk id="5" creationId="{36A94373-1318-4DA1-B584-1BED9EB719DF}"/>
          </ac:spMkLst>
        </pc:spChg>
        <pc:spChg chg="add mod">
          <ac:chgData name="Sydney Smith (SHE/HER)" userId="75bd3373-d498-49ce-93fb-5eda2515e74b" providerId="ADAL" clId="{5CC77F53-A7CF-42A0-958E-C7735E228AB9}" dt="2022-04-20T21:05:19.904" v="7838" actId="13822"/>
          <ac:spMkLst>
            <pc:docMk/>
            <pc:sldMk cId="1744196703" sldId="260"/>
            <ac:spMk id="12" creationId="{5592E4DA-E355-4299-AF7A-85D3B4CD255D}"/>
          </ac:spMkLst>
        </pc:spChg>
        <pc:spChg chg="add mod">
          <ac:chgData name="Sydney Smith (SHE/HER)" userId="75bd3373-d498-49ce-93fb-5eda2515e74b" providerId="ADAL" clId="{5CC77F53-A7CF-42A0-958E-C7735E228AB9}" dt="2022-04-07T20:29:25.322" v="5807" actId="1076"/>
          <ac:spMkLst>
            <pc:docMk/>
            <pc:sldMk cId="1744196703" sldId="260"/>
            <ac:spMk id="13" creationId="{54B49851-3AF8-408D-B122-E34AA662BB47}"/>
          </ac:spMkLst>
        </pc:spChg>
        <pc:picChg chg="add mod">
          <ac:chgData name="Sydney Smith (SHE/HER)" userId="75bd3373-d498-49ce-93fb-5eda2515e74b" providerId="ADAL" clId="{5CC77F53-A7CF-42A0-958E-C7735E228AB9}" dt="2022-04-07T00:02:13.824" v="4532" actId="1076"/>
          <ac:picMkLst>
            <pc:docMk/>
            <pc:sldMk cId="1744196703" sldId="260"/>
            <ac:picMk id="7" creationId="{E14F7038-1122-42B4-9BFB-3AF89AFF6E62}"/>
          </ac:picMkLst>
        </pc:picChg>
        <pc:picChg chg="add mod">
          <ac:chgData name="Sydney Smith (SHE/HER)" userId="75bd3373-d498-49ce-93fb-5eda2515e74b" providerId="ADAL" clId="{5CC77F53-A7CF-42A0-958E-C7735E228AB9}" dt="2022-04-07T00:07:29.223" v="4659"/>
          <ac:picMkLst>
            <pc:docMk/>
            <pc:sldMk cId="1744196703" sldId="260"/>
            <ac:picMk id="10" creationId="{97A7B69B-B6BF-4FA2-951E-20D3A645C83C}"/>
          </ac:picMkLst>
        </pc:picChg>
        <pc:picChg chg="add mod">
          <ac:chgData name="Sydney Smith (SHE/HER)" userId="75bd3373-d498-49ce-93fb-5eda2515e74b" providerId="ADAL" clId="{5CC77F53-A7CF-42A0-958E-C7735E228AB9}" dt="2022-04-07T00:10:44.845" v="4688"/>
          <ac:picMkLst>
            <pc:docMk/>
            <pc:sldMk cId="1744196703" sldId="260"/>
            <ac:picMk id="11" creationId="{1C6A0CD8-1AC8-4690-85FE-130A098D39C8}"/>
          </ac:picMkLst>
        </pc:picChg>
        <pc:picChg chg="add mod">
          <ac:chgData name="Sydney Smith (SHE/HER)" userId="75bd3373-d498-49ce-93fb-5eda2515e74b" providerId="ADAL" clId="{5CC77F53-A7CF-42A0-958E-C7735E228AB9}" dt="2022-04-07T00:02:13.824" v="4532" actId="1076"/>
          <ac:picMkLst>
            <pc:docMk/>
            <pc:sldMk cId="1744196703" sldId="260"/>
            <ac:picMk id="4098" creationId="{F3D56ED4-5866-4BCA-B402-3593118BF87A}"/>
          </ac:picMkLst>
        </pc:picChg>
        <pc:picChg chg="add mod">
          <ac:chgData name="Sydney Smith (SHE/HER)" userId="75bd3373-d498-49ce-93fb-5eda2515e74b" providerId="ADAL" clId="{5CC77F53-A7CF-42A0-958E-C7735E228AB9}" dt="2022-04-07T00:02:13.824" v="4532" actId="1076"/>
          <ac:picMkLst>
            <pc:docMk/>
            <pc:sldMk cId="1744196703" sldId="260"/>
            <ac:picMk id="4100" creationId="{A314C75D-F057-43F8-981B-B73BF5226E60}"/>
          </ac:picMkLst>
        </pc:picChg>
        <pc:picChg chg="add mod">
          <ac:chgData name="Sydney Smith (SHE/HER)" userId="75bd3373-d498-49ce-93fb-5eda2515e74b" providerId="ADAL" clId="{5CC77F53-A7CF-42A0-958E-C7735E228AB9}" dt="2022-04-07T00:03:14.017" v="4539" actId="1076"/>
          <ac:picMkLst>
            <pc:docMk/>
            <pc:sldMk cId="1744196703" sldId="260"/>
            <ac:picMk id="4102" creationId="{C3B81BE6-F8F0-4288-96D0-702E3F4EAC09}"/>
          </ac:picMkLst>
        </pc:picChg>
      </pc:sldChg>
      <pc:sldChg chg="del mod modShow">
        <pc:chgData name="Sydney Smith (SHE/HER)" userId="75bd3373-d498-49ce-93fb-5eda2515e74b" providerId="ADAL" clId="{5CC77F53-A7CF-42A0-958E-C7735E228AB9}" dt="2022-04-14T21:14:50.273" v="6071" actId="47"/>
        <pc:sldMkLst>
          <pc:docMk/>
          <pc:sldMk cId="1366838969" sldId="261"/>
        </pc:sldMkLst>
      </pc:sldChg>
      <pc:sldChg chg="addSp modSp">
        <pc:chgData name="Sydney Smith (SHE/HER)" userId="75bd3373-d498-49ce-93fb-5eda2515e74b" providerId="ADAL" clId="{5CC77F53-A7CF-42A0-958E-C7735E228AB9}" dt="2022-04-07T20:30:03.865" v="5813"/>
        <pc:sldMkLst>
          <pc:docMk/>
          <pc:sldMk cId="1813072941" sldId="262"/>
        </pc:sldMkLst>
        <pc:spChg chg="add mod">
          <ac:chgData name="Sydney Smith (SHE/HER)" userId="75bd3373-d498-49ce-93fb-5eda2515e74b" providerId="ADAL" clId="{5CC77F53-A7CF-42A0-958E-C7735E228AB9}" dt="2022-04-07T20:30:03.865" v="5813"/>
          <ac:spMkLst>
            <pc:docMk/>
            <pc:sldMk cId="1813072941" sldId="262"/>
            <ac:spMk id="4" creationId="{1974D165-7437-4F35-A348-A515635E5BD6}"/>
          </ac:spMkLst>
        </pc:spChg>
      </pc:sldChg>
      <pc:sldChg chg="del mod modShow">
        <pc:chgData name="Sydney Smith (SHE/HER)" userId="75bd3373-d498-49ce-93fb-5eda2515e74b" providerId="ADAL" clId="{5CC77F53-A7CF-42A0-958E-C7735E228AB9}" dt="2022-04-06T22:21:00.981" v="3831" actId="47"/>
        <pc:sldMkLst>
          <pc:docMk/>
          <pc:sldMk cId="3470247789" sldId="263"/>
        </pc:sldMkLst>
      </pc:sldChg>
      <pc:sldChg chg="del mod modShow">
        <pc:chgData name="Sydney Smith (SHE/HER)" userId="75bd3373-d498-49ce-93fb-5eda2515e74b" providerId="ADAL" clId="{5CC77F53-A7CF-42A0-958E-C7735E228AB9}" dt="2022-04-14T21:14:52.883" v="6073" actId="47"/>
        <pc:sldMkLst>
          <pc:docMk/>
          <pc:sldMk cId="939974334" sldId="264"/>
        </pc:sldMkLst>
      </pc:sldChg>
      <pc:sldChg chg="modSp del mod">
        <pc:chgData name="Sydney Smith (SHE/HER)" userId="75bd3373-d498-49ce-93fb-5eda2515e74b" providerId="ADAL" clId="{5CC77F53-A7CF-42A0-958E-C7735E228AB9}" dt="2022-04-07T18:34:15.190" v="5457" actId="47"/>
        <pc:sldMkLst>
          <pc:docMk/>
          <pc:sldMk cId="1634436605" sldId="265"/>
        </pc:sldMkLst>
        <pc:spChg chg="mod">
          <ac:chgData name="Sydney Smith (SHE/HER)" userId="75bd3373-d498-49ce-93fb-5eda2515e74b" providerId="ADAL" clId="{5CC77F53-A7CF-42A0-958E-C7735E228AB9}" dt="2022-04-05T22:21:49.984" v="1873" actId="313"/>
          <ac:spMkLst>
            <pc:docMk/>
            <pc:sldMk cId="1634436605" sldId="265"/>
            <ac:spMk id="2" creationId="{EF816C43-5A2E-450F-2D9B-B2F1C3FF86D2}"/>
          </ac:spMkLst>
        </pc:spChg>
      </pc:sldChg>
      <pc:sldChg chg="del">
        <pc:chgData name="Sydney Smith (SHE/HER)" userId="75bd3373-d498-49ce-93fb-5eda2515e74b" providerId="ADAL" clId="{5CC77F53-A7CF-42A0-958E-C7735E228AB9}" dt="2022-04-06T22:21:06.350" v="3832" actId="47"/>
        <pc:sldMkLst>
          <pc:docMk/>
          <pc:sldMk cId="480277957" sldId="266"/>
        </pc:sldMkLst>
      </pc:sldChg>
      <pc:sldChg chg="addSp delSp modSp new mod modNotesTx">
        <pc:chgData name="Sydney Smith (SHE/HER)" userId="75bd3373-d498-49ce-93fb-5eda2515e74b" providerId="ADAL" clId="{5CC77F53-A7CF-42A0-958E-C7735E228AB9}" dt="2022-04-07T18:30:35.456" v="5370" actId="1076"/>
        <pc:sldMkLst>
          <pc:docMk/>
          <pc:sldMk cId="394728639" sldId="267"/>
        </pc:sldMkLst>
        <pc:spChg chg="del">
          <ac:chgData name="Sydney Smith (SHE/HER)" userId="75bd3373-d498-49ce-93fb-5eda2515e74b" providerId="ADAL" clId="{5CC77F53-A7CF-42A0-958E-C7735E228AB9}" dt="2022-04-05T21:17:06.342" v="265"/>
          <ac:spMkLst>
            <pc:docMk/>
            <pc:sldMk cId="394728639" sldId="267"/>
            <ac:spMk id="3" creationId="{5013386D-2E19-4EBB-A229-CFB2AD2EFE73}"/>
          </ac:spMkLst>
        </pc:spChg>
        <pc:spChg chg="add mod">
          <ac:chgData name="Sydney Smith (SHE/HER)" userId="75bd3373-d498-49ce-93fb-5eda2515e74b" providerId="ADAL" clId="{5CC77F53-A7CF-42A0-958E-C7735E228AB9}" dt="2022-04-07T18:30:32.754" v="5369"/>
          <ac:spMkLst>
            <pc:docMk/>
            <pc:sldMk cId="394728639" sldId="267"/>
            <ac:spMk id="10" creationId="{C747F202-B1D0-4856-AB24-8CD6034D028B}"/>
          </ac:spMkLst>
        </pc:spChg>
        <pc:picChg chg="add mod">
          <ac:chgData name="Sydney Smith (SHE/HER)" userId="75bd3373-d498-49ce-93fb-5eda2515e74b" providerId="ADAL" clId="{5CC77F53-A7CF-42A0-958E-C7735E228AB9}" dt="2022-04-05T21:17:10.508" v="267" actId="1076"/>
          <ac:picMkLst>
            <pc:docMk/>
            <pc:sldMk cId="394728639" sldId="267"/>
            <ac:picMk id="5" creationId="{E3D7CCCE-D2B1-4EE6-9766-FDE748F65E0A}"/>
          </ac:picMkLst>
        </pc:picChg>
        <pc:picChg chg="add mod">
          <ac:chgData name="Sydney Smith (SHE/HER)" userId="75bd3373-d498-49ce-93fb-5eda2515e74b" providerId="ADAL" clId="{5CC77F53-A7CF-42A0-958E-C7735E228AB9}" dt="2022-04-07T18:30:35.456" v="5370" actId="1076"/>
          <ac:picMkLst>
            <pc:docMk/>
            <pc:sldMk cId="394728639" sldId="267"/>
            <ac:picMk id="1026" creationId="{5405BFCC-D3E9-4F46-8EC7-32D8E9AA9836}"/>
          </ac:picMkLst>
        </pc:picChg>
        <pc:picChg chg="add mod">
          <ac:chgData name="Sydney Smith (SHE/HER)" userId="75bd3373-d498-49ce-93fb-5eda2515e74b" providerId="ADAL" clId="{5CC77F53-A7CF-42A0-958E-C7735E228AB9}" dt="2022-04-05T21:17:11.659" v="268" actId="1076"/>
          <ac:picMkLst>
            <pc:docMk/>
            <pc:sldMk cId="394728639" sldId="267"/>
            <ac:picMk id="1028" creationId="{82E9A179-8289-49E1-A138-CBEF62B84B38}"/>
          </ac:picMkLst>
        </pc:picChg>
        <pc:picChg chg="add mod">
          <ac:chgData name="Sydney Smith (SHE/HER)" userId="75bd3373-d498-49ce-93fb-5eda2515e74b" providerId="ADAL" clId="{5CC77F53-A7CF-42A0-958E-C7735E228AB9}" dt="2022-04-05T21:18:57.865" v="271" actId="1076"/>
          <ac:picMkLst>
            <pc:docMk/>
            <pc:sldMk cId="394728639" sldId="267"/>
            <ac:picMk id="1030" creationId="{88D8A37B-8855-41A9-855B-4A8BD1DE19C5}"/>
          </ac:picMkLst>
        </pc:picChg>
        <pc:picChg chg="add mod">
          <ac:chgData name="Sydney Smith (SHE/HER)" userId="75bd3373-d498-49ce-93fb-5eda2515e74b" providerId="ADAL" clId="{5CC77F53-A7CF-42A0-958E-C7735E228AB9}" dt="2022-04-05T21:22:59.606" v="279" actId="1076"/>
          <ac:picMkLst>
            <pc:docMk/>
            <pc:sldMk cId="394728639" sldId="267"/>
            <ac:picMk id="1032" creationId="{433959B4-4A81-45BA-9A53-DE3B159A525A}"/>
          </ac:picMkLst>
        </pc:picChg>
        <pc:picChg chg="add mod">
          <ac:chgData name="Sydney Smith (SHE/HER)" userId="75bd3373-d498-49ce-93fb-5eda2515e74b" providerId="ADAL" clId="{5CC77F53-A7CF-42A0-958E-C7735E228AB9}" dt="2022-04-05T21:22:51.040" v="276" actId="14100"/>
          <ac:picMkLst>
            <pc:docMk/>
            <pc:sldMk cId="394728639" sldId="267"/>
            <ac:picMk id="1034" creationId="{74F4E7B9-96FE-44A5-B49E-103E589501C0}"/>
          </ac:picMkLst>
        </pc:picChg>
      </pc:sldChg>
      <pc:sldChg chg="addSp delSp modSp new mod setBg modNotesTx">
        <pc:chgData name="Sydney Smith (SHE/HER)" userId="75bd3373-d498-49ce-93fb-5eda2515e74b" providerId="ADAL" clId="{5CC77F53-A7CF-42A0-958E-C7735E228AB9}" dt="2022-04-20T15:21:39.274" v="7742" actId="1076"/>
        <pc:sldMkLst>
          <pc:docMk/>
          <pc:sldMk cId="2726859419" sldId="268"/>
        </pc:sldMkLst>
        <pc:spChg chg="del mod">
          <ac:chgData name="Sydney Smith (SHE/HER)" userId="75bd3373-d498-49ce-93fb-5eda2515e74b" providerId="ADAL" clId="{5CC77F53-A7CF-42A0-958E-C7735E228AB9}" dt="2022-04-05T21:38:06.807" v="844" actId="478"/>
          <ac:spMkLst>
            <pc:docMk/>
            <pc:sldMk cId="2726859419" sldId="268"/>
            <ac:spMk id="2" creationId="{1600D9A2-06F6-41C5-9139-E8F4B0F99D1E}"/>
          </ac:spMkLst>
        </pc:spChg>
        <pc:spChg chg="del mod">
          <ac:chgData name="Sydney Smith (SHE/HER)" userId="75bd3373-d498-49ce-93fb-5eda2515e74b" providerId="ADAL" clId="{5CC77F53-A7CF-42A0-958E-C7735E228AB9}" dt="2022-04-05T21:37:57.400" v="842" actId="478"/>
          <ac:spMkLst>
            <pc:docMk/>
            <pc:sldMk cId="2726859419" sldId="268"/>
            <ac:spMk id="3" creationId="{77571DA3-56EA-4AB6-B740-FCA800E1FD76}"/>
          </ac:spMkLst>
        </pc:spChg>
        <pc:spChg chg="add del mod">
          <ac:chgData name="Sydney Smith (SHE/HER)" userId="75bd3373-d498-49ce-93fb-5eda2515e74b" providerId="ADAL" clId="{5CC77F53-A7CF-42A0-958E-C7735E228AB9}" dt="2022-04-05T21:38:08.914" v="845" actId="478"/>
          <ac:spMkLst>
            <pc:docMk/>
            <pc:sldMk cId="2726859419" sldId="268"/>
            <ac:spMk id="5" creationId="{B19962F2-024E-4B2E-8191-965C1CFA2676}"/>
          </ac:spMkLst>
        </pc:spChg>
        <pc:spChg chg="add mod">
          <ac:chgData name="Sydney Smith (SHE/HER)" userId="75bd3373-d498-49ce-93fb-5eda2515e74b" providerId="ADAL" clId="{5CC77F53-A7CF-42A0-958E-C7735E228AB9}" dt="2022-04-20T15:21:34.291" v="7741" actId="1076"/>
          <ac:spMkLst>
            <pc:docMk/>
            <pc:sldMk cId="2726859419" sldId="268"/>
            <ac:spMk id="7" creationId="{75B1D3AD-0103-4757-B520-E5D84057C332}"/>
          </ac:spMkLst>
        </pc:spChg>
        <pc:spChg chg="add mod">
          <ac:chgData name="Sydney Smith (SHE/HER)" userId="75bd3373-d498-49ce-93fb-5eda2515e74b" providerId="ADAL" clId="{5CC77F53-A7CF-42A0-958E-C7735E228AB9}" dt="2022-04-20T15:21:29.690" v="7740" actId="1076"/>
          <ac:spMkLst>
            <pc:docMk/>
            <pc:sldMk cId="2726859419" sldId="268"/>
            <ac:spMk id="8" creationId="{533E1344-E803-411D-AFFD-AB42FDE78732}"/>
          </ac:spMkLst>
        </pc:spChg>
        <pc:spChg chg="add mod">
          <ac:chgData name="Sydney Smith (SHE/HER)" userId="75bd3373-d498-49ce-93fb-5eda2515e74b" providerId="ADAL" clId="{5CC77F53-A7CF-42A0-958E-C7735E228AB9}" dt="2022-04-15T15:41:04.710" v="6155" actId="1076"/>
          <ac:spMkLst>
            <pc:docMk/>
            <pc:sldMk cId="2726859419" sldId="268"/>
            <ac:spMk id="9" creationId="{1E78F53E-4FB9-473F-874A-C0ED561A3664}"/>
          </ac:spMkLst>
        </pc:spChg>
        <pc:spChg chg="add mod">
          <ac:chgData name="Sydney Smith (SHE/HER)" userId="75bd3373-d498-49ce-93fb-5eda2515e74b" providerId="ADAL" clId="{5CC77F53-A7CF-42A0-958E-C7735E228AB9}" dt="2022-04-05T21:37:58.864" v="843"/>
          <ac:spMkLst>
            <pc:docMk/>
            <pc:sldMk cId="2726859419" sldId="268"/>
            <ac:spMk id="10" creationId="{B9997F82-3B72-4316-B3E2-B529672552B2}"/>
          </ac:spMkLst>
        </pc:spChg>
        <pc:spChg chg="add mod">
          <ac:chgData name="Sydney Smith (SHE/HER)" userId="75bd3373-d498-49ce-93fb-5eda2515e74b" providerId="ADAL" clId="{5CC77F53-A7CF-42A0-958E-C7735E228AB9}" dt="2022-04-15T15:41:11.166" v="6157" actId="1076"/>
          <ac:spMkLst>
            <pc:docMk/>
            <pc:sldMk cId="2726859419" sldId="268"/>
            <ac:spMk id="11" creationId="{944BC28B-26AA-48E0-9A7B-24538557A942}"/>
          </ac:spMkLst>
        </pc:spChg>
        <pc:spChg chg="add mod">
          <ac:chgData name="Sydney Smith (SHE/HER)" userId="75bd3373-d498-49ce-93fb-5eda2515e74b" providerId="ADAL" clId="{5CC77F53-A7CF-42A0-958E-C7735E228AB9}" dt="2022-04-20T15:21:39.274" v="7742" actId="1076"/>
          <ac:spMkLst>
            <pc:docMk/>
            <pc:sldMk cId="2726859419" sldId="268"/>
            <ac:spMk id="12" creationId="{A530791F-8715-4EB5-80FC-2D1193E162A7}"/>
          </ac:spMkLst>
        </pc:spChg>
        <pc:spChg chg="add mod">
          <ac:chgData name="Sydney Smith (SHE/HER)" userId="75bd3373-d498-49ce-93fb-5eda2515e74b" providerId="ADAL" clId="{5CC77F53-A7CF-42A0-958E-C7735E228AB9}" dt="2022-04-07T18:31:29.004" v="5376"/>
          <ac:spMkLst>
            <pc:docMk/>
            <pc:sldMk cId="2726859419" sldId="268"/>
            <ac:spMk id="13" creationId="{F238B665-75BF-4EBA-ACCE-3FBC231630B5}"/>
          </ac:spMkLst>
        </pc:spChg>
        <pc:picChg chg="add mod">
          <ac:chgData name="Sydney Smith (SHE/HER)" userId="75bd3373-d498-49ce-93fb-5eda2515e74b" providerId="ADAL" clId="{5CC77F53-A7CF-42A0-958E-C7735E228AB9}" dt="2022-04-05T21:37:58.864" v="843"/>
          <ac:picMkLst>
            <pc:docMk/>
            <pc:sldMk cId="2726859419" sldId="268"/>
            <ac:picMk id="6" creationId="{4E102DAB-AAFB-4A23-AF47-10AA68B31725}"/>
          </ac:picMkLst>
        </pc:picChg>
      </pc:sldChg>
      <pc:sldChg chg="addSp delSp modSp new mod modNotesTx">
        <pc:chgData name="Sydney Smith (SHE/HER)" userId="75bd3373-d498-49ce-93fb-5eda2515e74b" providerId="ADAL" clId="{5CC77F53-A7CF-42A0-958E-C7735E228AB9}" dt="2022-04-20T15:16:12.028" v="7735" actId="1076"/>
        <pc:sldMkLst>
          <pc:docMk/>
          <pc:sldMk cId="4265396758" sldId="269"/>
        </pc:sldMkLst>
        <pc:spChg chg="del mod">
          <ac:chgData name="Sydney Smith (SHE/HER)" userId="75bd3373-d498-49ce-93fb-5eda2515e74b" providerId="ADAL" clId="{5CC77F53-A7CF-42A0-958E-C7735E228AB9}" dt="2022-04-05T21:53:42.772" v="960" actId="478"/>
          <ac:spMkLst>
            <pc:docMk/>
            <pc:sldMk cId="4265396758" sldId="269"/>
            <ac:spMk id="2" creationId="{46407F65-F5E8-4B01-97F9-DA54C04F183D}"/>
          </ac:spMkLst>
        </pc:spChg>
        <pc:spChg chg="del">
          <ac:chgData name="Sydney Smith (SHE/HER)" userId="75bd3373-d498-49ce-93fb-5eda2515e74b" providerId="ADAL" clId="{5CC77F53-A7CF-42A0-958E-C7735E228AB9}" dt="2022-04-05T21:53:53.145" v="963" actId="478"/>
          <ac:spMkLst>
            <pc:docMk/>
            <pc:sldMk cId="4265396758" sldId="269"/>
            <ac:spMk id="3" creationId="{ADC27356-494D-4FE2-A46D-02982F380093}"/>
          </ac:spMkLst>
        </pc:spChg>
        <pc:spChg chg="add del mod">
          <ac:chgData name="Sydney Smith (SHE/HER)" userId="75bd3373-d498-49ce-93fb-5eda2515e74b" providerId="ADAL" clId="{5CC77F53-A7CF-42A0-958E-C7735E228AB9}" dt="2022-04-05T21:53:55.837" v="964" actId="478"/>
          <ac:spMkLst>
            <pc:docMk/>
            <pc:sldMk cId="4265396758" sldId="269"/>
            <ac:spMk id="5" creationId="{B32CD6A5-AB10-4413-AC35-C89777AE154A}"/>
          </ac:spMkLst>
        </pc:spChg>
        <pc:spChg chg="add mod">
          <ac:chgData name="Sydney Smith (SHE/HER)" userId="75bd3373-d498-49ce-93fb-5eda2515e74b" providerId="ADAL" clId="{5CC77F53-A7CF-42A0-958E-C7735E228AB9}" dt="2022-04-14T21:14:28.296" v="6062" actId="13822"/>
          <ac:spMkLst>
            <pc:docMk/>
            <pc:sldMk cId="4265396758" sldId="269"/>
            <ac:spMk id="10" creationId="{CE9587BF-DAFE-465E-BB60-E5919526FB3C}"/>
          </ac:spMkLst>
        </pc:spChg>
        <pc:picChg chg="mod">
          <ac:chgData name="Sydney Smith (SHE/HER)" userId="75bd3373-d498-49ce-93fb-5eda2515e74b" providerId="ADAL" clId="{5CC77F53-A7CF-42A0-958E-C7735E228AB9}" dt="2022-04-20T15:13:22.205" v="7704" actId="14100"/>
          <ac:picMkLst>
            <pc:docMk/>
            <pc:sldMk cId="4265396758" sldId="269"/>
            <ac:picMk id="2" creationId="{922A66DE-550F-1432-9005-D3514A275188}"/>
          </ac:picMkLst>
        </pc:picChg>
        <pc:picChg chg="add mod">
          <ac:chgData name="Sydney Smith (SHE/HER)" userId="75bd3373-d498-49ce-93fb-5eda2515e74b" providerId="ADAL" clId="{5CC77F53-A7CF-42A0-958E-C7735E228AB9}" dt="2022-04-20T15:16:12.028" v="7735" actId="1076"/>
          <ac:picMkLst>
            <pc:docMk/>
            <pc:sldMk cId="4265396758" sldId="269"/>
            <ac:picMk id="4" creationId="{56321AE1-5D8E-4F27-8002-19CF8193906C}"/>
          </ac:picMkLst>
        </pc:picChg>
        <pc:picChg chg="add mod">
          <ac:chgData name="Sydney Smith (SHE/HER)" userId="75bd3373-d498-49ce-93fb-5eda2515e74b" providerId="ADAL" clId="{5CC77F53-A7CF-42A0-958E-C7735E228AB9}" dt="2022-04-20T15:16:05.679" v="7732" actId="1076"/>
          <ac:picMkLst>
            <pc:docMk/>
            <pc:sldMk cId="4265396758" sldId="269"/>
            <ac:picMk id="5" creationId="{54E68B48-ACD8-4D31-A246-88D1E75E19AA}"/>
          </ac:picMkLst>
        </pc:picChg>
        <pc:picChg chg="add mod">
          <ac:chgData name="Sydney Smith (SHE/HER)" userId="75bd3373-d498-49ce-93fb-5eda2515e74b" providerId="ADAL" clId="{5CC77F53-A7CF-42A0-958E-C7735E228AB9}" dt="2022-04-20T15:16:01.839" v="7730" actId="1076"/>
          <ac:picMkLst>
            <pc:docMk/>
            <pc:sldMk cId="4265396758" sldId="269"/>
            <ac:picMk id="6" creationId="{151D805A-8751-49D7-BFA3-FFFE3C6084E8}"/>
          </ac:picMkLst>
        </pc:picChg>
        <pc:picChg chg="add mod">
          <ac:chgData name="Sydney Smith (SHE/HER)" userId="75bd3373-d498-49ce-93fb-5eda2515e74b" providerId="ADAL" clId="{5CC77F53-A7CF-42A0-958E-C7735E228AB9}" dt="2022-04-20T15:16:09.238" v="7734" actId="1076"/>
          <ac:picMkLst>
            <pc:docMk/>
            <pc:sldMk cId="4265396758" sldId="269"/>
            <ac:picMk id="2050" creationId="{356F36DC-BA59-4A6C-B89D-20CD65F3EF32}"/>
          </ac:picMkLst>
        </pc:picChg>
        <pc:picChg chg="add mod">
          <ac:chgData name="Sydney Smith (SHE/HER)" userId="75bd3373-d498-49ce-93fb-5eda2515e74b" providerId="ADAL" clId="{5CC77F53-A7CF-42A0-958E-C7735E228AB9}" dt="2022-04-05T21:59:59.667" v="977" actId="1076"/>
          <ac:picMkLst>
            <pc:docMk/>
            <pc:sldMk cId="4265396758" sldId="269"/>
            <ac:picMk id="2052" creationId="{4A45FF6A-6D9C-40DA-BD7A-6DBA6E89D7F9}"/>
          </ac:picMkLst>
        </pc:picChg>
        <pc:picChg chg="add mod">
          <ac:chgData name="Sydney Smith (SHE/HER)" userId="75bd3373-d498-49ce-93fb-5eda2515e74b" providerId="ADAL" clId="{5CC77F53-A7CF-42A0-958E-C7735E228AB9}" dt="2022-04-20T15:16:08.028" v="7733" actId="1076"/>
          <ac:picMkLst>
            <pc:docMk/>
            <pc:sldMk cId="4265396758" sldId="269"/>
            <ac:picMk id="2054" creationId="{A768F54D-282B-4C08-92AD-4DF06ACF3454}"/>
          </ac:picMkLst>
        </pc:picChg>
        <pc:picChg chg="add mod">
          <ac:chgData name="Sydney Smith (SHE/HER)" userId="75bd3373-d498-49ce-93fb-5eda2515e74b" providerId="ADAL" clId="{5CC77F53-A7CF-42A0-958E-C7735E228AB9}" dt="2022-04-20T15:10:47.976" v="7698" actId="1076"/>
          <ac:picMkLst>
            <pc:docMk/>
            <pc:sldMk cId="4265396758" sldId="269"/>
            <ac:picMk id="2056" creationId="{F5D3F1B3-856A-4105-A8ED-5A552F609098}"/>
          </ac:picMkLst>
        </pc:picChg>
      </pc:sldChg>
      <pc:sldChg chg="add del mod modShow">
        <pc:chgData name="Sydney Smith (SHE/HER)" userId="75bd3373-d498-49ce-93fb-5eda2515e74b" providerId="ADAL" clId="{5CC77F53-A7CF-42A0-958E-C7735E228AB9}" dt="2022-04-14T21:14:46.218" v="6065" actId="47"/>
        <pc:sldMkLst>
          <pc:docMk/>
          <pc:sldMk cId="4205017955" sldId="296"/>
        </pc:sldMkLst>
      </pc:sldChg>
      <pc:sldChg chg="add del mod modShow">
        <pc:chgData name="Sydney Smith (SHE/HER)" userId="75bd3373-d498-49ce-93fb-5eda2515e74b" providerId="ADAL" clId="{5CC77F53-A7CF-42A0-958E-C7735E228AB9}" dt="2022-04-14T21:14:47.684" v="6067" actId="47"/>
        <pc:sldMkLst>
          <pc:docMk/>
          <pc:sldMk cId="3326355069" sldId="300"/>
        </pc:sldMkLst>
      </pc:sldChg>
      <pc:sldChg chg="add del mod modShow">
        <pc:chgData name="Sydney Smith (SHE/HER)" userId="75bd3373-d498-49ce-93fb-5eda2515e74b" providerId="ADAL" clId="{5CC77F53-A7CF-42A0-958E-C7735E228AB9}" dt="2022-04-14T21:14:48.292" v="6068" actId="47"/>
        <pc:sldMkLst>
          <pc:docMk/>
          <pc:sldMk cId="270664202" sldId="2066"/>
        </pc:sldMkLst>
      </pc:sldChg>
      <pc:sldChg chg="add del mod modShow">
        <pc:chgData name="Sydney Smith (SHE/HER)" userId="75bd3373-d498-49ce-93fb-5eda2515e74b" providerId="ADAL" clId="{5CC77F53-A7CF-42A0-958E-C7735E228AB9}" dt="2022-04-14T21:14:48.871" v="6069" actId="47"/>
        <pc:sldMkLst>
          <pc:docMk/>
          <pc:sldMk cId="3367979481" sldId="2067"/>
        </pc:sldMkLst>
      </pc:sldChg>
      <pc:sldChg chg="add del mod modShow">
        <pc:chgData name="Sydney Smith (SHE/HER)" userId="75bd3373-d498-49ce-93fb-5eda2515e74b" providerId="ADAL" clId="{5CC77F53-A7CF-42A0-958E-C7735E228AB9}" dt="2022-04-14T21:14:49.483" v="6070" actId="47"/>
        <pc:sldMkLst>
          <pc:docMk/>
          <pc:sldMk cId="990226855" sldId="2068"/>
        </pc:sldMkLst>
      </pc:sldChg>
      <pc:sldChg chg="addSp delSp modSp add mod setBg modShow modNotesTx">
        <pc:chgData name="Sydney Smith (SHE/HER)" userId="75bd3373-d498-49ce-93fb-5eda2515e74b" providerId="ADAL" clId="{5CC77F53-A7CF-42A0-958E-C7735E228AB9}" dt="2022-04-15T19:47:39.923" v="7433" actId="729"/>
        <pc:sldMkLst>
          <pc:docMk/>
          <pc:sldMk cId="1637667509" sldId="2069"/>
        </pc:sldMkLst>
        <pc:spChg chg="mod">
          <ac:chgData name="Sydney Smith (SHE/HER)" userId="75bd3373-d498-49ce-93fb-5eda2515e74b" providerId="ADAL" clId="{5CC77F53-A7CF-42A0-958E-C7735E228AB9}" dt="2022-04-15T15:42:00.322" v="6193" actId="1076"/>
          <ac:spMkLst>
            <pc:docMk/>
            <pc:sldMk cId="1637667509" sldId="2069"/>
            <ac:spMk id="7" creationId="{75B1D3AD-0103-4757-B520-E5D84057C332}"/>
          </ac:spMkLst>
        </pc:spChg>
        <pc:spChg chg="mod">
          <ac:chgData name="Sydney Smith (SHE/HER)" userId="75bd3373-d498-49ce-93fb-5eda2515e74b" providerId="ADAL" clId="{5CC77F53-A7CF-42A0-958E-C7735E228AB9}" dt="2022-04-15T15:41:24.467" v="6159" actId="1076"/>
          <ac:spMkLst>
            <pc:docMk/>
            <pc:sldMk cId="1637667509" sldId="2069"/>
            <ac:spMk id="8" creationId="{533E1344-E803-411D-AFFD-AB42FDE78732}"/>
          </ac:spMkLst>
        </pc:spChg>
        <pc:spChg chg="mod">
          <ac:chgData name="Sydney Smith (SHE/HER)" userId="75bd3373-d498-49ce-93fb-5eda2515e74b" providerId="ADAL" clId="{5CC77F53-A7CF-42A0-958E-C7735E228AB9}" dt="2022-04-15T15:41:30.228" v="6161" actId="1076"/>
          <ac:spMkLst>
            <pc:docMk/>
            <pc:sldMk cId="1637667509" sldId="2069"/>
            <ac:spMk id="9" creationId="{1E78F53E-4FB9-473F-874A-C0ED561A3664}"/>
          </ac:spMkLst>
        </pc:spChg>
        <pc:spChg chg="mod">
          <ac:chgData name="Sydney Smith (SHE/HER)" userId="75bd3373-d498-49ce-93fb-5eda2515e74b" providerId="ADAL" clId="{5CC77F53-A7CF-42A0-958E-C7735E228AB9}" dt="2022-04-15T17:13:46.076" v="7260" actId="1076"/>
          <ac:spMkLst>
            <pc:docMk/>
            <pc:sldMk cId="1637667509" sldId="2069"/>
            <ac:spMk id="10" creationId="{B9997F82-3B72-4316-B3E2-B529672552B2}"/>
          </ac:spMkLst>
        </pc:spChg>
        <pc:spChg chg="mod">
          <ac:chgData name="Sydney Smith (SHE/HER)" userId="75bd3373-d498-49ce-93fb-5eda2515e74b" providerId="ADAL" clId="{5CC77F53-A7CF-42A0-958E-C7735E228AB9}" dt="2022-04-15T17:13:55.514" v="7263" actId="1076"/>
          <ac:spMkLst>
            <pc:docMk/>
            <pc:sldMk cId="1637667509" sldId="2069"/>
            <ac:spMk id="11" creationId="{944BC28B-26AA-48E0-9A7B-24538557A942}"/>
          </ac:spMkLst>
        </pc:spChg>
        <pc:spChg chg="mod">
          <ac:chgData name="Sydney Smith (SHE/HER)" userId="75bd3373-d498-49ce-93fb-5eda2515e74b" providerId="ADAL" clId="{5CC77F53-A7CF-42A0-958E-C7735E228AB9}" dt="2022-04-15T17:14:07.190" v="7266" actId="1076"/>
          <ac:spMkLst>
            <pc:docMk/>
            <pc:sldMk cId="1637667509" sldId="2069"/>
            <ac:spMk id="12" creationId="{A530791F-8715-4EB5-80FC-2D1193E162A7}"/>
          </ac:spMkLst>
        </pc:spChg>
        <pc:spChg chg="add mod">
          <ac:chgData name="Sydney Smith (SHE/HER)" userId="75bd3373-d498-49ce-93fb-5eda2515e74b" providerId="ADAL" clId="{5CC77F53-A7CF-42A0-958E-C7735E228AB9}" dt="2022-04-14T21:14:35.976" v="6063" actId="13822"/>
          <ac:spMkLst>
            <pc:docMk/>
            <pc:sldMk cId="1637667509" sldId="2069"/>
            <ac:spMk id="13" creationId="{7F4B9D04-F6E0-40BD-BAA4-6ED88B691BAF}"/>
          </ac:spMkLst>
        </pc:spChg>
        <pc:spChg chg="add del mod">
          <ac:chgData name="Sydney Smith (SHE/HER)" userId="75bd3373-d498-49ce-93fb-5eda2515e74b" providerId="ADAL" clId="{5CC77F53-A7CF-42A0-958E-C7735E228AB9}" dt="2022-04-15T15:41:36.411" v="6163"/>
          <ac:spMkLst>
            <pc:docMk/>
            <pc:sldMk cId="1637667509" sldId="2069"/>
            <ac:spMk id="14" creationId="{06BD9BF2-AE02-441B-96F1-38D96194F40C}"/>
          </ac:spMkLst>
        </pc:spChg>
        <pc:spChg chg="add mod">
          <ac:chgData name="Sydney Smith (SHE/HER)" userId="75bd3373-d498-49ce-93fb-5eda2515e74b" providerId="ADAL" clId="{5CC77F53-A7CF-42A0-958E-C7735E228AB9}" dt="2022-04-15T15:41:51.696" v="6191" actId="1076"/>
          <ac:spMkLst>
            <pc:docMk/>
            <pc:sldMk cId="1637667509" sldId="2069"/>
            <ac:spMk id="15" creationId="{B0E0AB7B-A8D2-4DB5-818B-EAB942F2DB5D}"/>
          </ac:spMkLst>
        </pc:spChg>
        <pc:picChg chg="mod">
          <ac:chgData name="Sydney Smith (SHE/HER)" userId="75bd3373-d498-49ce-93fb-5eda2515e74b" providerId="ADAL" clId="{5CC77F53-A7CF-42A0-958E-C7735E228AB9}" dt="2022-04-15T17:14:03.323" v="7265" actId="1076"/>
          <ac:picMkLst>
            <pc:docMk/>
            <pc:sldMk cId="1637667509" sldId="2069"/>
            <ac:picMk id="6" creationId="{4E102DAB-AAFB-4A23-AF47-10AA68B31725}"/>
          </ac:picMkLst>
        </pc:picChg>
      </pc:sldChg>
      <pc:sldChg chg="new del">
        <pc:chgData name="Sydney Smith (SHE/HER)" userId="75bd3373-d498-49ce-93fb-5eda2515e74b" providerId="ADAL" clId="{5CC77F53-A7CF-42A0-958E-C7735E228AB9}" dt="2022-04-05T22:05:31.929" v="1371" actId="47"/>
        <pc:sldMkLst>
          <pc:docMk/>
          <pc:sldMk cId="1702005131" sldId="2069"/>
        </pc:sldMkLst>
      </pc:sldChg>
      <pc:sldChg chg="addSp delSp modSp new mod">
        <pc:chgData name="Sydney Smith (SHE/HER)" userId="75bd3373-d498-49ce-93fb-5eda2515e74b" providerId="ADAL" clId="{5CC77F53-A7CF-42A0-958E-C7735E228AB9}" dt="2022-04-07T18:32:06.966" v="5379"/>
        <pc:sldMkLst>
          <pc:docMk/>
          <pc:sldMk cId="992228885" sldId="2070"/>
        </pc:sldMkLst>
        <pc:spChg chg="del">
          <ac:chgData name="Sydney Smith (SHE/HER)" userId="75bd3373-d498-49ce-93fb-5eda2515e74b" providerId="ADAL" clId="{5CC77F53-A7CF-42A0-958E-C7735E228AB9}" dt="2022-04-07T18:31:48.531" v="5378" actId="478"/>
          <ac:spMkLst>
            <pc:docMk/>
            <pc:sldMk cId="992228885" sldId="2070"/>
            <ac:spMk id="2" creationId="{CC6C42EC-3466-4A22-8AB7-3BC4E7F783F1}"/>
          </ac:spMkLst>
        </pc:spChg>
        <pc:spChg chg="mod">
          <ac:chgData name="Sydney Smith (SHE/HER)" userId="75bd3373-d498-49ce-93fb-5eda2515e74b" providerId="ADAL" clId="{5CC77F53-A7CF-42A0-958E-C7735E228AB9}" dt="2022-04-05T22:14:02.062" v="1409" actId="313"/>
          <ac:spMkLst>
            <pc:docMk/>
            <pc:sldMk cId="992228885" sldId="2070"/>
            <ac:spMk id="3" creationId="{1C726535-04A9-41B3-9FDE-87CC63CF7CF4}"/>
          </ac:spMkLst>
        </pc:spChg>
        <pc:spChg chg="add mod">
          <ac:chgData name="Sydney Smith (SHE/HER)" userId="75bd3373-d498-49ce-93fb-5eda2515e74b" providerId="ADAL" clId="{5CC77F53-A7CF-42A0-958E-C7735E228AB9}" dt="2022-04-07T18:32:06.966" v="5379"/>
          <ac:spMkLst>
            <pc:docMk/>
            <pc:sldMk cId="992228885" sldId="2070"/>
            <ac:spMk id="4" creationId="{49ECA1BD-D484-446C-A4B2-6AC40FCBD8B1}"/>
          </ac:spMkLst>
        </pc:spChg>
      </pc:sldChg>
      <pc:sldChg chg="addSp delSp modSp new mod modNotesTx">
        <pc:chgData name="Sydney Smith (SHE/HER)" userId="75bd3373-d498-49ce-93fb-5eda2515e74b" providerId="ADAL" clId="{5CC77F53-A7CF-42A0-958E-C7735E228AB9}" dt="2022-04-20T19:46:04.011" v="7779" actId="113"/>
        <pc:sldMkLst>
          <pc:docMk/>
          <pc:sldMk cId="505953308" sldId="2071"/>
        </pc:sldMkLst>
        <pc:spChg chg="del">
          <ac:chgData name="Sydney Smith (SHE/HER)" userId="75bd3373-d498-49ce-93fb-5eda2515e74b" providerId="ADAL" clId="{5CC77F53-A7CF-42A0-958E-C7735E228AB9}" dt="2022-04-07T18:32:24.876" v="5380" actId="478"/>
          <ac:spMkLst>
            <pc:docMk/>
            <pc:sldMk cId="505953308" sldId="2071"/>
            <ac:spMk id="2" creationId="{60BFC371-3CA5-44B6-9BAD-C1D5CE513563}"/>
          </ac:spMkLst>
        </pc:spChg>
        <pc:spChg chg="del mod">
          <ac:chgData name="Sydney Smith (SHE/HER)" userId="75bd3373-d498-49ce-93fb-5eda2515e74b" providerId="ADAL" clId="{5CC77F53-A7CF-42A0-958E-C7735E228AB9}" dt="2022-04-20T19:45:54.612" v="7775" actId="478"/>
          <ac:spMkLst>
            <pc:docMk/>
            <pc:sldMk cId="505953308" sldId="2071"/>
            <ac:spMk id="3" creationId="{18B6C24D-6AF0-4E1B-9B7F-6E30992E1087}"/>
          </ac:spMkLst>
        </pc:spChg>
        <pc:spChg chg="add mod">
          <ac:chgData name="Sydney Smith (SHE/HER)" userId="75bd3373-d498-49ce-93fb-5eda2515e74b" providerId="ADAL" clId="{5CC77F53-A7CF-42A0-958E-C7735E228AB9}" dt="2022-04-07T18:32:42.543" v="5383" actId="13822"/>
          <ac:spMkLst>
            <pc:docMk/>
            <pc:sldMk cId="505953308" sldId="2071"/>
            <ac:spMk id="4" creationId="{2E463E53-9FDE-462B-8551-117B10D6DEF2}"/>
          </ac:spMkLst>
        </pc:spChg>
        <pc:spChg chg="add del mod">
          <ac:chgData name="Sydney Smith (SHE/HER)" userId="75bd3373-d498-49ce-93fb-5eda2515e74b" providerId="ADAL" clId="{5CC77F53-A7CF-42A0-958E-C7735E228AB9}" dt="2022-04-20T19:45:57.195" v="7777" actId="478"/>
          <ac:spMkLst>
            <pc:docMk/>
            <pc:sldMk cId="505953308" sldId="2071"/>
            <ac:spMk id="6" creationId="{96480F07-25DE-4161-AF5A-5656F02B5222}"/>
          </ac:spMkLst>
        </pc:spChg>
        <pc:spChg chg="add mod">
          <ac:chgData name="Sydney Smith (SHE/HER)" userId="75bd3373-d498-49ce-93fb-5eda2515e74b" providerId="ADAL" clId="{5CC77F53-A7CF-42A0-958E-C7735E228AB9}" dt="2022-04-20T19:46:04.011" v="7779" actId="113"/>
          <ac:spMkLst>
            <pc:docMk/>
            <pc:sldMk cId="505953308" sldId="2071"/>
            <ac:spMk id="7" creationId="{9DCB741B-2FC7-4B49-8656-BC9AF71A3875}"/>
          </ac:spMkLst>
        </pc:spChg>
      </pc:sldChg>
      <pc:sldChg chg="addSp delSp modSp new mod modClrScheme modAnim modCm chgLayout modNotesTx">
        <pc:chgData name="Sydney Smith (SHE/HER)" userId="75bd3373-d498-49ce-93fb-5eda2515e74b" providerId="ADAL" clId="{5CC77F53-A7CF-42A0-958E-C7735E228AB9}" dt="2022-04-22T18:22:23.722" v="7977" actId="208"/>
        <pc:sldMkLst>
          <pc:docMk/>
          <pc:sldMk cId="693699695" sldId="2072"/>
        </pc:sldMkLst>
        <pc:spChg chg="del">
          <ac:chgData name="Sydney Smith (SHE/HER)" userId="75bd3373-d498-49ce-93fb-5eda2515e74b" providerId="ADAL" clId="{5CC77F53-A7CF-42A0-958E-C7735E228AB9}" dt="2022-04-05T22:16:30.549" v="1513" actId="700"/>
          <ac:spMkLst>
            <pc:docMk/>
            <pc:sldMk cId="693699695" sldId="2072"/>
            <ac:spMk id="2" creationId="{A83BB76B-E301-42B9-850F-A00A884D21B4}"/>
          </ac:spMkLst>
        </pc:spChg>
        <pc:spChg chg="del">
          <ac:chgData name="Sydney Smith (SHE/HER)" userId="75bd3373-d498-49ce-93fb-5eda2515e74b" providerId="ADAL" clId="{5CC77F53-A7CF-42A0-958E-C7735E228AB9}" dt="2022-04-05T22:16:30.549" v="1513" actId="700"/>
          <ac:spMkLst>
            <pc:docMk/>
            <pc:sldMk cId="693699695" sldId="2072"/>
            <ac:spMk id="3" creationId="{3A7EC506-92E1-464D-96A5-43326FFC7B05}"/>
          </ac:spMkLst>
        </pc:spChg>
        <pc:spChg chg="mod">
          <ac:chgData name="Sydney Smith (SHE/HER)" userId="75bd3373-d498-49ce-93fb-5eda2515e74b" providerId="ADAL" clId="{5CC77F53-A7CF-42A0-958E-C7735E228AB9}" dt="2022-04-15T16:39:08.426" v="6936" actId="1076"/>
          <ac:spMkLst>
            <pc:docMk/>
            <pc:sldMk cId="693699695" sldId="2072"/>
            <ac:spMk id="3" creationId="{F3A32334-4504-1C7E-967C-E2C3E05E1907}"/>
          </ac:spMkLst>
        </pc:spChg>
        <pc:spChg chg="add mod">
          <ac:chgData name="Sydney Smith (SHE/HER)" userId="75bd3373-d498-49ce-93fb-5eda2515e74b" providerId="ADAL" clId="{5CC77F53-A7CF-42A0-958E-C7735E228AB9}" dt="2022-04-22T15:43:47.561" v="7976" actId="20577"/>
          <ac:spMkLst>
            <pc:docMk/>
            <pc:sldMk cId="693699695" sldId="2072"/>
            <ac:spMk id="4" creationId="{1B87B61F-315C-4C7A-82E9-AA14A3D362D9}"/>
          </ac:spMkLst>
        </pc:spChg>
        <pc:spChg chg="add mod">
          <ac:chgData name="Sydney Smith (SHE/HER)" userId="75bd3373-d498-49ce-93fb-5eda2515e74b" providerId="ADAL" clId="{5CC77F53-A7CF-42A0-958E-C7735E228AB9}" dt="2022-04-20T21:39:04.736" v="7929" actId="20577"/>
          <ac:spMkLst>
            <pc:docMk/>
            <pc:sldMk cId="693699695" sldId="2072"/>
            <ac:spMk id="5" creationId="{67066EF7-6D56-4C6A-BB90-4CABFD9AB2C8}"/>
          </ac:spMkLst>
        </pc:spChg>
        <pc:spChg chg="add mod">
          <ac:chgData name="Sydney Smith (SHE/HER)" userId="75bd3373-d498-49ce-93fb-5eda2515e74b" providerId="ADAL" clId="{5CC77F53-A7CF-42A0-958E-C7735E228AB9}" dt="2022-04-20T21:38:55.955" v="7904" actId="1076"/>
          <ac:spMkLst>
            <pc:docMk/>
            <pc:sldMk cId="693699695" sldId="2072"/>
            <ac:spMk id="6" creationId="{914CD3BC-0AB8-434F-A909-9C9320851AD6}"/>
          </ac:spMkLst>
        </pc:spChg>
        <pc:spChg chg="add mod">
          <ac:chgData name="Sydney Smith (SHE/HER)" userId="75bd3373-d498-49ce-93fb-5eda2515e74b" providerId="ADAL" clId="{5CC77F53-A7CF-42A0-958E-C7735E228AB9}" dt="2022-04-20T21:38:28.101" v="7856" actId="1076"/>
          <ac:spMkLst>
            <pc:docMk/>
            <pc:sldMk cId="693699695" sldId="2072"/>
            <ac:spMk id="7" creationId="{F32D46EB-878C-4AD8-839E-4107299C61C0}"/>
          </ac:spMkLst>
        </pc:spChg>
        <pc:spChg chg="add mod ord">
          <ac:chgData name="Sydney Smith (SHE/HER)" userId="75bd3373-d498-49ce-93fb-5eda2515e74b" providerId="ADAL" clId="{5CC77F53-A7CF-42A0-958E-C7735E228AB9}" dt="2022-04-07T18:34:10.883" v="5456" actId="20577"/>
          <ac:spMkLst>
            <pc:docMk/>
            <pc:sldMk cId="693699695" sldId="2072"/>
            <ac:spMk id="8" creationId="{CF3FC591-7F2C-4527-82E7-2E056F193F1A}"/>
          </ac:spMkLst>
        </pc:spChg>
        <pc:spChg chg="add mod">
          <ac:chgData name="Sydney Smith (SHE/HER)" userId="75bd3373-d498-49ce-93fb-5eda2515e74b" providerId="ADAL" clId="{5CC77F53-A7CF-42A0-958E-C7735E228AB9}" dt="2022-04-14T21:15:17.331" v="6075" actId="13822"/>
          <ac:spMkLst>
            <pc:docMk/>
            <pc:sldMk cId="693699695" sldId="2072"/>
            <ac:spMk id="9" creationId="{21DA4F87-05C1-44AF-BD49-D70DB3B03884}"/>
          </ac:spMkLst>
        </pc:spChg>
        <pc:spChg chg="mod">
          <ac:chgData name="Sydney Smith (SHE/HER)" userId="75bd3373-d498-49ce-93fb-5eda2515e74b" providerId="ADAL" clId="{5CC77F53-A7CF-42A0-958E-C7735E228AB9}" dt="2022-04-15T16:35:36.232" v="6701" actId="1076"/>
          <ac:spMkLst>
            <pc:docMk/>
            <pc:sldMk cId="693699695" sldId="2072"/>
            <ac:spMk id="16" creationId="{0CC65AE4-4425-335E-36A4-11B2357BAFB4}"/>
          </ac:spMkLst>
        </pc:spChg>
        <pc:spChg chg="mod">
          <ac:chgData name="Sydney Smith (SHE/HER)" userId="75bd3373-d498-49ce-93fb-5eda2515e74b" providerId="ADAL" clId="{5CC77F53-A7CF-42A0-958E-C7735E228AB9}" dt="2022-04-20T19:47:26.751" v="7822" actId="1076"/>
          <ac:spMkLst>
            <pc:docMk/>
            <pc:sldMk cId="693699695" sldId="2072"/>
            <ac:spMk id="18" creationId="{826F075F-DAE2-9078-066F-DFACFB6CF320}"/>
          </ac:spMkLst>
        </pc:spChg>
        <pc:spChg chg="mod">
          <ac:chgData name="Sydney Smith (SHE/HER)" userId="75bd3373-d498-49ce-93fb-5eda2515e74b" providerId="ADAL" clId="{5CC77F53-A7CF-42A0-958E-C7735E228AB9}" dt="2022-04-20T19:47:29.377" v="7823" actId="1076"/>
          <ac:spMkLst>
            <pc:docMk/>
            <pc:sldMk cId="693699695" sldId="2072"/>
            <ac:spMk id="20" creationId="{8F280589-F346-7E10-B652-591E9A556887}"/>
          </ac:spMkLst>
        </pc:spChg>
        <pc:spChg chg="mod">
          <ac:chgData name="Sydney Smith (SHE/HER)" userId="75bd3373-d498-49ce-93fb-5eda2515e74b" providerId="ADAL" clId="{5CC77F53-A7CF-42A0-958E-C7735E228AB9}" dt="2022-04-22T18:22:23.722" v="7977" actId="208"/>
          <ac:spMkLst>
            <pc:docMk/>
            <pc:sldMk cId="693699695" sldId="2072"/>
            <ac:spMk id="22" creationId="{977AE288-ECA3-C936-1E96-B6E4C0DA8DE5}"/>
          </ac:spMkLst>
        </pc:spChg>
        <pc:picChg chg="mod">
          <ac:chgData name="Sydney Smith (SHE/HER)" userId="75bd3373-d498-49ce-93fb-5eda2515e74b" providerId="ADAL" clId="{5CC77F53-A7CF-42A0-958E-C7735E228AB9}" dt="2022-04-20T21:38:52.073" v="7903" actId="1076"/>
          <ac:picMkLst>
            <pc:docMk/>
            <pc:sldMk cId="693699695" sldId="2072"/>
            <ac:picMk id="2" creationId="{B17B2574-73D0-C5F1-DE87-830604842E68}"/>
          </ac:picMkLst>
        </pc:picChg>
      </pc:sldChg>
      <pc:sldChg chg="addSp delSp modSp new mod modNotesTx">
        <pc:chgData name="Sydney Smith (SHE/HER)" userId="75bd3373-d498-49ce-93fb-5eda2515e74b" providerId="ADAL" clId="{5CC77F53-A7CF-42A0-958E-C7735E228AB9}" dt="2022-04-15T15:56:39.573" v="6531" actId="255"/>
        <pc:sldMkLst>
          <pc:docMk/>
          <pc:sldMk cId="760651980" sldId="2073"/>
        </pc:sldMkLst>
        <pc:spChg chg="mod">
          <ac:chgData name="Sydney Smith (SHE/HER)" userId="75bd3373-d498-49ce-93fb-5eda2515e74b" providerId="ADAL" clId="{5CC77F53-A7CF-42A0-958E-C7735E228AB9}" dt="2022-04-05T22:17:53.050" v="1535" actId="1076"/>
          <ac:spMkLst>
            <pc:docMk/>
            <pc:sldMk cId="760651980" sldId="2073"/>
            <ac:spMk id="2" creationId="{55EFE759-1E8A-4954-8D7D-DA3E5DDDC7ED}"/>
          </ac:spMkLst>
        </pc:spChg>
        <pc:spChg chg="del mod">
          <ac:chgData name="Sydney Smith (SHE/HER)" userId="75bd3373-d498-49ce-93fb-5eda2515e74b" providerId="ADAL" clId="{5CC77F53-A7CF-42A0-958E-C7735E228AB9}" dt="2022-04-15T15:47:15.667" v="6275" actId="26606"/>
          <ac:spMkLst>
            <pc:docMk/>
            <pc:sldMk cId="760651980" sldId="2073"/>
            <ac:spMk id="3" creationId="{BBAE65FF-2E46-41F7-80DF-966512112FF6}"/>
          </ac:spMkLst>
        </pc:spChg>
        <pc:spChg chg="add del mod">
          <ac:chgData name="Sydney Smith (SHE/HER)" userId="75bd3373-d498-49ce-93fb-5eda2515e74b" providerId="ADAL" clId="{5CC77F53-A7CF-42A0-958E-C7735E228AB9}" dt="2022-04-07T18:33:07.920" v="5385"/>
          <ac:spMkLst>
            <pc:docMk/>
            <pc:sldMk cId="760651980" sldId="2073"/>
            <ac:spMk id="4" creationId="{5E966B71-2EF3-4BAA-B120-42802919CEA9}"/>
          </ac:spMkLst>
        </pc:spChg>
        <pc:spChg chg="add mod">
          <ac:chgData name="Sydney Smith (SHE/HER)" userId="75bd3373-d498-49ce-93fb-5eda2515e74b" providerId="ADAL" clId="{5CC77F53-A7CF-42A0-958E-C7735E228AB9}" dt="2022-04-07T18:33:11.692" v="5386"/>
          <ac:spMkLst>
            <pc:docMk/>
            <pc:sldMk cId="760651980" sldId="2073"/>
            <ac:spMk id="5" creationId="{9F65FA0D-4DF3-4986-9FA8-DF874A8E27C4}"/>
          </ac:spMkLst>
        </pc:spChg>
        <pc:graphicFrameChg chg="add mod modGraphic">
          <ac:chgData name="Sydney Smith (SHE/HER)" userId="75bd3373-d498-49ce-93fb-5eda2515e74b" providerId="ADAL" clId="{5CC77F53-A7CF-42A0-958E-C7735E228AB9}" dt="2022-04-15T15:56:39.573" v="6531" actId="255"/>
          <ac:graphicFrameMkLst>
            <pc:docMk/>
            <pc:sldMk cId="760651980" sldId="2073"/>
            <ac:graphicFrameMk id="7" creationId="{C00764F8-47C1-976C-E69A-8D8B1C49E438}"/>
          </ac:graphicFrameMkLst>
        </pc:graphicFrameChg>
      </pc:sldChg>
      <pc:sldChg chg="addSp delSp modSp new del mod modNotesTx">
        <pc:chgData name="Sydney Smith (SHE/HER)" userId="75bd3373-d498-49ce-93fb-5eda2515e74b" providerId="ADAL" clId="{5CC77F53-A7CF-42A0-958E-C7735E228AB9}" dt="2022-04-07T18:34:18.650" v="5458" actId="47"/>
        <pc:sldMkLst>
          <pc:docMk/>
          <pc:sldMk cId="1629537074" sldId="2074"/>
        </pc:sldMkLst>
        <pc:spChg chg="mod">
          <ac:chgData name="Sydney Smith (SHE/HER)" userId="75bd3373-d498-49ce-93fb-5eda2515e74b" providerId="ADAL" clId="{5CC77F53-A7CF-42A0-958E-C7735E228AB9}" dt="2022-04-05T22:22:42.367" v="1900" actId="5793"/>
          <ac:spMkLst>
            <pc:docMk/>
            <pc:sldMk cId="1629537074" sldId="2074"/>
            <ac:spMk id="2" creationId="{875D910B-49BA-4022-92CA-421E6F6E5995}"/>
          </ac:spMkLst>
        </pc:spChg>
        <pc:spChg chg="del">
          <ac:chgData name="Sydney Smith (SHE/HER)" userId="75bd3373-d498-49ce-93fb-5eda2515e74b" providerId="ADAL" clId="{5CC77F53-A7CF-42A0-958E-C7735E228AB9}" dt="2022-04-06T23:34:02.012" v="4381" actId="478"/>
          <ac:spMkLst>
            <pc:docMk/>
            <pc:sldMk cId="1629537074" sldId="2074"/>
            <ac:spMk id="3" creationId="{92380778-932C-4375-8CA9-5733DA9F5A2D}"/>
          </ac:spMkLst>
        </pc:spChg>
        <pc:picChg chg="add">
          <ac:chgData name="Sydney Smith (SHE/HER)" userId="75bd3373-d498-49ce-93fb-5eda2515e74b" providerId="ADAL" clId="{5CC77F53-A7CF-42A0-958E-C7735E228AB9}" dt="2022-04-06T23:34:02.491" v="4382" actId="22"/>
          <ac:picMkLst>
            <pc:docMk/>
            <pc:sldMk cId="1629537074" sldId="2074"/>
            <ac:picMk id="5" creationId="{5FCAE6E3-FA76-474E-A98A-CFE77B25A7B8}"/>
          </ac:picMkLst>
        </pc:picChg>
      </pc:sldChg>
      <pc:sldChg chg="new del">
        <pc:chgData name="Sydney Smith (SHE/HER)" userId="75bd3373-d498-49ce-93fb-5eda2515e74b" providerId="ADAL" clId="{5CC77F53-A7CF-42A0-958E-C7735E228AB9}" dt="2022-04-05T22:23:50.422" v="2011" actId="47"/>
        <pc:sldMkLst>
          <pc:docMk/>
          <pc:sldMk cId="3775279275" sldId="2075"/>
        </pc:sldMkLst>
      </pc:sldChg>
      <pc:sldChg chg="addSp modSp add mod modClrScheme modAnim addCm modCm chgLayout modNotesTx">
        <pc:chgData name="Sydney Smith (SHE/HER)" userId="75bd3373-d498-49ce-93fb-5eda2515e74b" providerId="ADAL" clId="{5CC77F53-A7CF-42A0-958E-C7735E228AB9}" dt="2022-04-20T20:57:58.837" v="7837" actId="20577"/>
        <pc:sldMkLst>
          <pc:docMk/>
          <pc:sldMk cId="2073379991" sldId="2076"/>
        </pc:sldMkLst>
        <pc:spChg chg="add mod ord">
          <ac:chgData name="Sydney Smith (SHE/HER)" userId="75bd3373-d498-49ce-93fb-5eda2515e74b" providerId="ADAL" clId="{5CC77F53-A7CF-42A0-958E-C7735E228AB9}" dt="2022-04-07T20:04:54.463" v="5704" actId="20577"/>
          <ac:spMkLst>
            <pc:docMk/>
            <pc:sldMk cId="2073379991" sldId="2076"/>
            <ac:spMk id="2" creationId="{E6FF4822-E2C2-4AAE-AF0E-DAA81BC5C56C}"/>
          </ac:spMkLst>
        </pc:spChg>
        <pc:spChg chg="mod">
          <ac:chgData name="Sydney Smith (SHE/HER)" userId="75bd3373-d498-49ce-93fb-5eda2515e74b" providerId="ADAL" clId="{5CC77F53-A7CF-42A0-958E-C7735E228AB9}" dt="2022-04-20T14:13:59.637" v="7584" actId="2711"/>
          <ac:spMkLst>
            <pc:docMk/>
            <pc:sldMk cId="2073379991" sldId="2076"/>
            <ac:spMk id="4" creationId="{1B87B61F-315C-4C7A-82E9-AA14A3D362D9}"/>
          </ac:spMkLst>
        </pc:spChg>
        <pc:spChg chg="mod">
          <ac:chgData name="Sydney Smith (SHE/HER)" userId="75bd3373-d498-49ce-93fb-5eda2515e74b" providerId="ADAL" clId="{5CC77F53-A7CF-42A0-958E-C7735E228AB9}" dt="2022-04-20T20:57:58.837" v="7837" actId="20577"/>
          <ac:spMkLst>
            <pc:docMk/>
            <pc:sldMk cId="2073379991" sldId="2076"/>
            <ac:spMk id="5" creationId="{67066EF7-6D56-4C6A-BB90-4CABFD9AB2C8}"/>
          </ac:spMkLst>
        </pc:spChg>
        <pc:spChg chg="mod">
          <ac:chgData name="Sydney Smith (SHE/HER)" userId="75bd3373-d498-49ce-93fb-5eda2515e74b" providerId="ADAL" clId="{5CC77F53-A7CF-42A0-958E-C7735E228AB9}" dt="2022-04-20T14:13:17.888" v="7568" actId="2711"/>
          <ac:spMkLst>
            <pc:docMk/>
            <pc:sldMk cId="2073379991" sldId="2076"/>
            <ac:spMk id="6" creationId="{914CD3BC-0AB8-434F-A909-9C9320851AD6}"/>
          </ac:spMkLst>
        </pc:spChg>
        <pc:spChg chg="add mod">
          <ac:chgData name="Sydney Smith (SHE/HER)" userId="75bd3373-d498-49ce-93fb-5eda2515e74b" providerId="ADAL" clId="{5CC77F53-A7CF-42A0-958E-C7735E228AB9}" dt="2022-04-15T18:09:05.956" v="7416" actId="1076"/>
          <ac:spMkLst>
            <pc:docMk/>
            <pc:sldMk cId="2073379991" sldId="2076"/>
            <ac:spMk id="7" creationId="{3967389B-E827-4526-91AC-3DEA56891499}"/>
          </ac:spMkLst>
        </pc:spChg>
        <pc:spChg chg="add mod">
          <ac:chgData name="Sydney Smith (SHE/HER)" userId="75bd3373-d498-49ce-93fb-5eda2515e74b" providerId="ADAL" clId="{5CC77F53-A7CF-42A0-958E-C7735E228AB9}" dt="2022-04-14T21:15:37.663" v="6077" actId="13822"/>
          <ac:spMkLst>
            <pc:docMk/>
            <pc:sldMk cId="2073379991" sldId="2076"/>
            <ac:spMk id="8" creationId="{DCD5B40B-A0D6-47D5-BF1B-C41E9B74FDDF}"/>
          </ac:spMkLst>
        </pc:spChg>
        <pc:spChg chg="add mod">
          <ac:chgData name="Sydney Smith (SHE/HER)" userId="75bd3373-d498-49ce-93fb-5eda2515e74b" providerId="ADAL" clId="{5CC77F53-A7CF-42A0-958E-C7735E228AB9}" dt="2022-04-15T18:09:12.300" v="7417" actId="1076"/>
          <ac:spMkLst>
            <pc:docMk/>
            <pc:sldMk cId="2073379991" sldId="2076"/>
            <ac:spMk id="9" creationId="{A79604B7-30A0-4500-8547-63412D18ABD8}"/>
          </ac:spMkLst>
        </pc:spChg>
        <pc:picChg chg="mod">
          <ac:chgData name="Sydney Smith (SHE/HER)" userId="75bd3373-d498-49ce-93fb-5eda2515e74b" providerId="ADAL" clId="{5CC77F53-A7CF-42A0-958E-C7735E228AB9}" dt="2022-04-15T18:08:52.740" v="7414" actId="1076"/>
          <ac:picMkLst>
            <pc:docMk/>
            <pc:sldMk cId="2073379991" sldId="2076"/>
            <ac:picMk id="3" creationId="{019AD1FD-F612-036B-23DD-CE39103231B8}"/>
          </ac:picMkLst>
        </pc:picChg>
      </pc:sldChg>
      <pc:sldChg chg="addSp delSp modSp new mod ord modClrScheme chgLayout">
        <pc:chgData name="Sydney Smith (SHE/HER)" userId="75bd3373-d498-49ce-93fb-5eda2515e74b" providerId="ADAL" clId="{5CC77F53-A7CF-42A0-958E-C7735E228AB9}" dt="2022-04-07T18:33:13.560" v="5387"/>
        <pc:sldMkLst>
          <pc:docMk/>
          <pc:sldMk cId="3308903540" sldId="2077"/>
        </pc:sldMkLst>
        <pc:spChg chg="add del mod">
          <ac:chgData name="Sydney Smith (SHE/HER)" userId="75bd3373-d498-49ce-93fb-5eda2515e74b" providerId="ADAL" clId="{5CC77F53-A7CF-42A0-958E-C7735E228AB9}" dt="2022-04-06T22:18:12.144" v="3306" actId="478"/>
          <ac:spMkLst>
            <pc:docMk/>
            <pc:sldMk cId="3308903540" sldId="2077"/>
            <ac:spMk id="2" creationId="{14C9BA7D-EA9E-43E4-8CF3-DC4ECFFD783A}"/>
          </ac:spMkLst>
        </pc:spChg>
        <pc:spChg chg="add mod">
          <ac:chgData name="Sydney Smith (SHE/HER)" userId="75bd3373-d498-49ce-93fb-5eda2515e74b" providerId="ADAL" clId="{5CC77F53-A7CF-42A0-958E-C7735E228AB9}" dt="2022-04-07T17:16:03.146" v="5247" actId="20577"/>
          <ac:spMkLst>
            <pc:docMk/>
            <pc:sldMk cId="3308903540" sldId="2077"/>
            <ac:spMk id="3" creationId="{DF4D0DBA-0AA7-4325-AD12-A1DEA53D04BB}"/>
          </ac:spMkLst>
        </pc:spChg>
        <pc:spChg chg="add mod">
          <ac:chgData name="Sydney Smith (SHE/HER)" userId="75bd3373-d498-49ce-93fb-5eda2515e74b" providerId="ADAL" clId="{5CC77F53-A7CF-42A0-958E-C7735E228AB9}" dt="2022-04-07T18:33:13.560" v="5387"/>
          <ac:spMkLst>
            <pc:docMk/>
            <pc:sldMk cId="3308903540" sldId="2077"/>
            <ac:spMk id="4" creationId="{641CEEDC-58C4-4E37-98DB-A4708C43BBC5}"/>
          </ac:spMkLst>
        </pc:spChg>
      </pc:sldChg>
      <pc:sldChg chg="addSp delSp modSp new mod modClrScheme chgLayout modNotesTx">
        <pc:chgData name="Sydney Smith (SHE/HER)" userId="75bd3373-d498-49ce-93fb-5eda2515e74b" providerId="ADAL" clId="{5CC77F53-A7CF-42A0-958E-C7735E228AB9}" dt="2022-04-15T16:58:02.404" v="7051" actId="1076"/>
        <pc:sldMkLst>
          <pc:docMk/>
          <pc:sldMk cId="1571406161" sldId="2078"/>
        </pc:sldMkLst>
        <pc:spChg chg="del">
          <ac:chgData name="Sydney Smith (SHE/HER)" userId="75bd3373-d498-49ce-93fb-5eda2515e74b" providerId="ADAL" clId="{5CC77F53-A7CF-42A0-958E-C7735E228AB9}" dt="2022-04-06T23:39:20.390" v="4384" actId="700"/>
          <ac:spMkLst>
            <pc:docMk/>
            <pc:sldMk cId="1571406161" sldId="2078"/>
            <ac:spMk id="2" creationId="{59FF9E37-BD5E-4703-92B4-074D17F3F3D2}"/>
          </ac:spMkLst>
        </pc:spChg>
        <pc:spChg chg="del">
          <ac:chgData name="Sydney Smith (SHE/HER)" userId="75bd3373-d498-49ce-93fb-5eda2515e74b" providerId="ADAL" clId="{5CC77F53-A7CF-42A0-958E-C7735E228AB9}" dt="2022-04-06T23:39:20.390" v="4384" actId="700"/>
          <ac:spMkLst>
            <pc:docMk/>
            <pc:sldMk cId="1571406161" sldId="2078"/>
            <ac:spMk id="3" creationId="{0ECE2881-E4B8-4E05-AFC3-829012EB14D5}"/>
          </ac:spMkLst>
        </pc:spChg>
        <pc:spChg chg="add mod ord">
          <ac:chgData name="Sydney Smith (SHE/HER)" userId="75bd3373-d498-49ce-93fb-5eda2515e74b" providerId="ADAL" clId="{5CC77F53-A7CF-42A0-958E-C7735E228AB9}" dt="2022-04-07T18:34:35.126" v="5486" actId="20577"/>
          <ac:spMkLst>
            <pc:docMk/>
            <pc:sldMk cId="1571406161" sldId="2078"/>
            <ac:spMk id="6" creationId="{C1D4D0EA-2B08-4B07-9744-4EB7E39FDDC0}"/>
          </ac:spMkLst>
        </pc:spChg>
        <pc:spChg chg="add mod">
          <ac:chgData name="Sydney Smith (SHE/HER)" userId="75bd3373-d498-49ce-93fb-5eda2515e74b" providerId="ADAL" clId="{5CC77F53-A7CF-42A0-958E-C7735E228AB9}" dt="2022-04-07T20:29:05.974" v="5801"/>
          <ac:spMkLst>
            <pc:docMk/>
            <pc:sldMk cId="1571406161" sldId="2078"/>
            <ac:spMk id="7" creationId="{C3741F4B-F7F0-4D9A-8305-1327EB83B48D}"/>
          </ac:spMkLst>
        </pc:spChg>
        <pc:picChg chg="add del mod">
          <ac:chgData name="Sydney Smith (SHE/HER)" userId="75bd3373-d498-49ce-93fb-5eda2515e74b" providerId="ADAL" clId="{5CC77F53-A7CF-42A0-958E-C7735E228AB9}" dt="2022-04-15T16:57:20.145" v="7048" actId="478"/>
          <ac:picMkLst>
            <pc:docMk/>
            <pc:sldMk cId="1571406161" sldId="2078"/>
            <ac:picMk id="4" creationId="{002A04ED-1F18-4442-9A37-A888617C6BA5}"/>
          </ac:picMkLst>
        </pc:picChg>
        <pc:picChg chg="add del mod">
          <ac:chgData name="Sydney Smith (SHE/HER)" userId="75bd3373-d498-49ce-93fb-5eda2515e74b" providerId="ADAL" clId="{5CC77F53-A7CF-42A0-958E-C7735E228AB9}" dt="2022-04-15T16:53:53.301" v="7036" actId="478"/>
          <ac:picMkLst>
            <pc:docMk/>
            <pc:sldMk cId="1571406161" sldId="2078"/>
            <ac:picMk id="5" creationId="{E681A9C5-CC34-43CA-BC43-3CA1EAB142BA}"/>
          </ac:picMkLst>
        </pc:picChg>
        <pc:picChg chg="add mod">
          <ac:chgData name="Sydney Smith (SHE/HER)" userId="75bd3373-d498-49ce-93fb-5eda2515e74b" providerId="ADAL" clId="{5CC77F53-A7CF-42A0-958E-C7735E228AB9}" dt="2022-04-15T16:58:02.404" v="7051" actId="1076"/>
          <ac:picMkLst>
            <pc:docMk/>
            <pc:sldMk cId="1571406161" sldId="2078"/>
            <ac:picMk id="9" creationId="{E9B863DC-0E86-4B51-8F58-498BF5B8EF8C}"/>
          </ac:picMkLst>
        </pc:picChg>
      </pc:sldChg>
      <pc:sldChg chg="addSp delSp modSp new mod modClrScheme chgLayout">
        <pc:chgData name="Sydney Smith (SHE/HER)" userId="75bd3373-d498-49ce-93fb-5eda2515e74b" providerId="ADAL" clId="{5CC77F53-A7CF-42A0-958E-C7735E228AB9}" dt="2022-04-15T16:56:55.902" v="7047" actId="1076"/>
        <pc:sldMkLst>
          <pc:docMk/>
          <pc:sldMk cId="944449694" sldId="2079"/>
        </pc:sldMkLst>
        <pc:spChg chg="add mod ord">
          <ac:chgData name="Sydney Smith (SHE/HER)" userId="75bd3373-d498-49ce-93fb-5eda2515e74b" providerId="ADAL" clId="{5CC77F53-A7CF-42A0-958E-C7735E228AB9}" dt="2022-04-07T18:34:48.502" v="5522" actId="20577"/>
          <ac:spMkLst>
            <pc:docMk/>
            <pc:sldMk cId="944449694" sldId="2079"/>
            <ac:spMk id="4" creationId="{21A4FC03-AA35-4377-A997-5DFB8393C95C}"/>
          </ac:spMkLst>
        </pc:spChg>
        <pc:spChg chg="add mod">
          <ac:chgData name="Sydney Smith (SHE/HER)" userId="75bd3373-d498-49ce-93fb-5eda2515e74b" providerId="ADAL" clId="{5CC77F53-A7CF-42A0-958E-C7735E228AB9}" dt="2022-04-07T20:29:08.923" v="5803"/>
          <ac:spMkLst>
            <pc:docMk/>
            <pc:sldMk cId="944449694" sldId="2079"/>
            <ac:spMk id="5" creationId="{2D8EF813-19DA-43A3-BDFE-189557E814CD}"/>
          </ac:spMkLst>
        </pc:spChg>
        <pc:picChg chg="add del mod">
          <ac:chgData name="Sydney Smith (SHE/HER)" userId="75bd3373-d498-49ce-93fb-5eda2515e74b" providerId="ADAL" clId="{5CC77F53-A7CF-42A0-958E-C7735E228AB9}" dt="2022-04-15T16:55:08.264" v="7042" actId="478"/>
          <ac:picMkLst>
            <pc:docMk/>
            <pc:sldMk cId="944449694" sldId="2079"/>
            <ac:picMk id="3" creationId="{0E210095-55E5-4331-9302-2BCE5D50F623}"/>
          </ac:picMkLst>
        </pc:picChg>
        <pc:picChg chg="add mod">
          <ac:chgData name="Sydney Smith (SHE/HER)" userId="75bd3373-d498-49ce-93fb-5eda2515e74b" providerId="ADAL" clId="{5CC77F53-A7CF-42A0-958E-C7735E228AB9}" dt="2022-04-15T16:56:55.902" v="7047" actId="1076"/>
          <ac:picMkLst>
            <pc:docMk/>
            <pc:sldMk cId="944449694" sldId="2079"/>
            <ac:picMk id="7" creationId="{33D8FDD5-8BD9-4899-9C46-4EF7B88F18C6}"/>
          </ac:picMkLst>
        </pc:picChg>
      </pc:sldChg>
      <pc:sldChg chg="addSp delSp modSp new mod modClrScheme chgLayout">
        <pc:chgData name="Sydney Smith (SHE/HER)" userId="75bd3373-d498-49ce-93fb-5eda2515e74b" providerId="ADAL" clId="{5CC77F53-A7CF-42A0-958E-C7735E228AB9}" dt="2022-04-15T17:00:44.466" v="7058" actId="1076"/>
        <pc:sldMkLst>
          <pc:docMk/>
          <pc:sldMk cId="2780999059" sldId="2080"/>
        </pc:sldMkLst>
        <pc:spChg chg="add mod ord">
          <ac:chgData name="Sydney Smith (SHE/HER)" userId="75bd3373-d498-49ce-93fb-5eda2515e74b" providerId="ADAL" clId="{5CC77F53-A7CF-42A0-958E-C7735E228AB9}" dt="2022-04-07T18:35:03.671" v="5548" actId="20577"/>
          <ac:spMkLst>
            <pc:docMk/>
            <pc:sldMk cId="2780999059" sldId="2080"/>
            <ac:spMk id="4" creationId="{C0D002D0-FE76-4B2A-A8B0-3743131951F2}"/>
          </ac:spMkLst>
        </pc:spChg>
        <pc:spChg chg="add mod">
          <ac:chgData name="Sydney Smith (SHE/HER)" userId="75bd3373-d498-49ce-93fb-5eda2515e74b" providerId="ADAL" clId="{5CC77F53-A7CF-42A0-958E-C7735E228AB9}" dt="2022-04-07T20:29:10.002" v="5804"/>
          <ac:spMkLst>
            <pc:docMk/>
            <pc:sldMk cId="2780999059" sldId="2080"/>
            <ac:spMk id="5" creationId="{68E18ABE-20C4-4F22-A17B-664D1A8D0C41}"/>
          </ac:spMkLst>
        </pc:spChg>
        <pc:picChg chg="add del mod">
          <ac:chgData name="Sydney Smith (SHE/HER)" userId="75bd3373-d498-49ce-93fb-5eda2515e74b" providerId="ADAL" clId="{5CC77F53-A7CF-42A0-958E-C7735E228AB9}" dt="2022-04-15T17:00:32.395" v="7052" actId="478"/>
          <ac:picMkLst>
            <pc:docMk/>
            <pc:sldMk cId="2780999059" sldId="2080"/>
            <ac:picMk id="3" creationId="{C59539E7-0986-41C6-B2A9-99A4F1D1A15C}"/>
          </ac:picMkLst>
        </pc:picChg>
        <pc:picChg chg="add mod">
          <ac:chgData name="Sydney Smith (SHE/HER)" userId="75bd3373-d498-49ce-93fb-5eda2515e74b" providerId="ADAL" clId="{5CC77F53-A7CF-42A0-958E-C7735E228AB9}" dt="2022-04-15T17:00:44.466" v="7058" actId="1076"/>
          <ac:picMkLst>
            <pc:docMk/>
            <pc:sldMk cId="2780999059" sldId="2080"/>
            <ac:picMk id="7" creationId="{57220F1C-1C4E-416A-9D0B-9CDA873BC1CE}"/>
          </ac:picMkLst>
        </pc:picChg>
      </pc:sldChg>
      <pc:sldChg chg="addSp modSp add mod">
        <pc:chgData name="Sydney Smith (SHE/HER)" userId="75bd3373-d498-49ce-93fb-5eda2515e74b" providerId="ADAL" clId="{5CC77F53-A7CF-42A0-958E-C7735E228AB9}" dt="2022-04-07T18:30:16.280" v="5366"/>
        <pc:sldMkLst>
          <pc:docMk/>
          <pc:sldMk cId="1745394271" sldId="2081"/>
        </pc:sldMkLst>
        <pc:spChg chg="mod">
          <ac:chgData name="Sydney Smith (SHE/HER)" userId="75bd3373-d498-49ce-93fb-5eda2515e74b" providerId="ADAL" clId="{5CC77F53-A7CF-42A0-958E-C7735E228AB9}" dt="2022-04-06T23:49:20.970" v="4419" actId="20577"/>
          <ac:spMkLst>
            <pc:docMk/>
            <pc:sldMk cId="1745394271" sldId="2081"/>
            <ac:spMk id="2" creationId="{A6AB5CF8-5AB3-4190-AA26-89724F81FF71}"/>
          </ac:spMkLst>
        </pc:spChg>
        <pc:spChg chg="mod">
          <ac:chgData name="Sydney Smith (SHE/HER)" userId="75bd3373-d498-49ce-93fb-5eda2515e74b" providerId="ADAL" clId="{5CC77F53-A7CF-42A0-958E-C7735E228AB9}" dt="2022-04-07T00:10:59.451" v="4689" actId="20577"/>
          <ac:spMkLst>
            <pc:docMk/>
            <pc:sldMk cId="1745394271" sldId="2081"/>
            <ac:spMk id="3" creationId="{57A58D48-163A-4E35-9F94-3E6A53B77E95}"/>
          </ac:spMkLst>
        </pc:spChg>
        <pc:spChg chg="add mod">
          <ac:chgData name="Sydney Smith (SHE/HER)" userId="75bd3373-d498-49ce-93fb-5eda2515e74b" providerId="ADAL" clId="{5CC77F53-A7CF-42A0-958E-C7735E228AB9}" dt="2022-04-07T18:30:16.280" v="5366"/>
          <ac:spMkLst>
            <pc:docMk/>
            <pc:sldMk cId="1745394271" sldId="2081"/>
            <ac:spMk id="4" creationId="{7C5BB1AD-5592-402A-8DE5-98E8A2AD4593}"/>
          </ac:spMkLst>
        </pc:spChg>
      </pc:sldChg>
      <pc:sldChg chg="addSp delSp modSp add mod">
        <pc:chgData name="Sydney Smith (SHE/HER)" userId="75bd3373-d498-49ce-93fb-5eda2515e74b" providerId="ADAL" clId="{5CC77F53-A7CF-42A0-958E-C7735E228AB9}" dt="2022-04-14T21:12:24.305" v="6057" actId="13822"/>
        <pc:sldMkLst>
          <pc:docMk/>
          <pc:sldMk cId="1204416956" sldId="2082"/>
        </pc:sldMkLst>
        <pc:spChg chg="mod">
          <ac:chgData name="Sydney Smith (SHE/HER)" userId="75bd3373-d498-49ce-93fb-5eda2515e74b" providerId="ADAL" clId="{5CC77F53-A7CF-42A0-958E-C7735E228AB9}" dt="2022-04-07T00:07:11.763" v="4654" actId="1076"/>
          <ac:spMkLst>
            <pc:docMk/>
            <pc:sldMk cId="1204416956" sldId="2082"/>
            <ac:spMk id="5" creationId="{36A94373-1318-4DA1-B584-1BED9EB719DF}"/>
          </ac:spMkLst>
        </pc:spChg>
        <pc:spChg chg="add mod">
          <ac:chgData name="Sydney Smith (SHE/HER)" userId="75bd3373-d498-49ce-93fb-5eda2515e74b" providerId="ADAL" clId="{5CC77F53-A7CF-42A0-958E-C7735E228AB9}" dt="2022-04-07T18:30:19.963" v="5367"/>
          <ac:spMkLst>
            <pc:docMk/>
            <pc:sldMk cId="1204416956" sldId="2082"/>
            <ac:spMk id="9" creationId="{C3140F80-305F-455B-93F3-456DFD87CA8D}"/>
          </ac:spMkLst>
        </pc:spChg>
        <pc:spChg chg="add mod">
          <ac:chgData name="Sydney Smith (SHE/HER)" userId="75bd3373-d498-49ce-93fb-5eda2515e74b" providerId="ADAL" clId="{5CC77F53-A7CF-42A0-958E-C7735E228AB9}" dt="2022-04-14T21:12:24.305" v="6057" actId="13822"/>
          <ac:spMkLst>
            <pc:docMk/>
            <pc:sldMk cId="1204416956" sldId="2082"/>
            <ac:spMk id="10" creationId="{CA38829F-3C9E-47DB-A1B2-1E4EF8DD9F93}"/>
          </ac:spMkLst>
        </pc:spChg>
        <pc:picChg chg="mod">
          <ac:chgData name="Sydney Smith (SHE/HER)" userId="75bd3373-d498-49ce-93fb-5eda2515e74b" providerId="ADAL" clId="{5CC77F53-A7CF-42A0-958E-C7735E228AB9}" dt="2022-04-07T00:04:14.784" v="4619" actId="1076"/>
          <ac:picMkLst>
            <pc:docMk/>
            <pc:sldMk cId="1204416956" sldId="2082"/>
            <ac:picMk id="7" creationId="{E14F7038-1122-42B4-9BFB-3AF89AFF6E62}"/>
          </ac:picMkLst>
        </pc:picChg>
        <pc:picChg chg="add mod">
          <ac:chgData name="Sydney Smith (SHE/HER)" userId="75bd3373-d498-49ce-93fb-5eda2515e74b" providerId="ADAL" clId="{5CC77F53-A7CF-42A0-958E-C7735E228AB9}" dt="2022-04-07T00:10:42.794" v="4687"/>
          <ac:picMkLst>
            <pc:docMk/>
            <pc:sldMk cId="1204416956" sldId="2082"/>
            <ac:picMk id="8" creationId="{8CB689E1-9271-410A-BB9C-7C7F2037B69E}"/>
          </ac:picMkLst>
        </pc:picChg>
        <pc:picChg chg="del">
          <ac:chgData name="Sydney Smith (SHE/HER)" userId="75bd3373-d498-49ce-93fb-5eda2515e74b" providerId="ADAL" clId="{5CC77F53-A7CF-42A0-958E-C7735E228AB9}" dt="2022-04-07T00:04:10.360" v="4617" actId="478"/>
          <ac:picMkLst>
            <pc:docMk/>
            <pc:sldMk cId="1204416956" sldId="2082"/>
            <ac:picMk id="4100" creationId="{A314C75D-F057-43F8-981B-B73BF5226E60}"/>
          </ac:picMkLst>
        </pc:picChg>
        <pc:picChg chg="del">
          <ac:chgData name="Sydney Smith (SHE/HER)" userId="75bd3373-d498-49ce-93fb-5eda2515e74b" providerId="ADAL" clId="{5CC77F53-A7CF-42A0-958E-C7735E228AB9}" dt="2022-04-07T00:04:05.113" v="4615" actId="478"/>
          <ac:picMkLst>
            <pc:docMk/>
            <pc:sldMk cId="1204416956" sldId="2082"/>
            <ac:picMk id="4102" creationId="{C3B81BE6-F8F0-4288-96D0-702E3F4EAC09}"/>
          </ac:picMkLst>
        </pc:picChg>
        <pc:picChg chg="add mod">
          <ac:chgData name="Sydney Smith (SHE/HER)" userId="75bd3373-d498-49ce-93fb-5eda2515e74b" providerId="ADAL" clId="{5CC77F53-A7CF-42A0-958E-C7735E228AB9}" dt="2022-04-07T00:07:08.327" v="4653" actId="1076"/>
          <ac:picMkLst>
            <pc:docMk/>
            <pc:sldMk cId="1204416956" sldId="2082"/>
            <ac:picMk id="6146" creationId="{1D7A1F65-07B1-49A3-A95F-54DF14C8C8ED}"/>
          </ac:picMkLst>
        </pc:picChg>
      </pc:sldChg>
      <pc:sldChg chg="delSp new del mod modClrScheme chgLayout">
        <pc:chgData name="Sydney Smith (SHE/HER)" userId="75bd3373-d498-49ce-93fb-5eda2515e74b" providerId="ADAL" clId="{5CC77F53-A7CF-42A0-958E-C7735E228AB9}" dt="2022-04-07T00:02:25.441" v="4534" actId="47"/>
        <pc:sldMkLst>
          <pc:docMk/>
          <pc:sldMk cId="4068344164" sldId="2082"/>
        </pc:sldMkLst>
        <pc:spChg chg="del">
          <ac:chgData name="Sydney Smith (SHE/HER)" userId="75bd3373-d498-49ce-93fb-5eda2515e74b" providerId="ADAL" clId="{5CC77F53-A7CF-42A0-958E-C7735E228AB9}" dt="2022-04-07T00:01:55.253" v="4529" actId="478"/>
          <ac:spMkLst>
            <pc:docMk/>
            <pc:sldMk cId="4068344164" sldId="2082"/>
            <ac:spMk id="2" creationId="{49D0B22B-BC16-4F4B-A87E-7985B1D60435}"/>
          </ac:spMkLst>
        </pc:spChg>
        <pc:spChg chg="del">
          <ac:chgData name="Sydney Smith (SHE/HER)" userId="75bd3373-d498-49ce-93fb-5eda2515e74b" providerId="ADAL" clId="{5CC77F53-A7CF-42A0-958E-C7735E228AB9}" dt="2022-04-07T00:01:57.912" v="4530" actId="700"/>
          <ac:spMkLst>
            <pc:docMk/>
            <pc:sldMk cId="4068344164" sldId="2082"/>
            <ac:spMk id="3" creationId="{51EB44D2-7396-4170-9883-708CEF5DEDEA}"/>
          </ac:spMkLst>
        </pc:spChg>
      </pc:sldChg>
      <pc:sldChg chg="delSp new del mod modClrScheme chgLayout">
        <pc:chgData name="Sydney Smith (SHE/HER)" userId="75bd3373-d498-49ce-93fb-5eda2515e74b" providerId="ADAL" clId="{5CC77F53-A7CF-42A0-958E-C7735E228AB9}" dt="2022-04-07T00:02:23.973" v="4533" actId="47"/>
        <pc:sldMkLst>
          <pc:docMk/>
          <pc:sldMk cId="150126056" sldId="2083"/>
        </pc:sldMkLst>
        <pc:spChg chg="del">
          <ac:chgData name="Sydney Smith (SHE/HER)" userId="75bd3373-d498-49ce-93fb-5eda2515e74b" providerId="ADAL" clId="{5CC77F53-A7CF-42A0-958E-C7735E228AB9}" dt="2022-04-07T00:02:02.571" v="4531" actId="700"/>
          <ac:spMkLst>
            <pc:docMk/>
            <pc:sldMk cId="150126056" sldId="2083"/>
            <ac:spMk id="2" creationId="{0130E7B3-CD4B-4AAE-86DB-642AD1F4967B}"/>
          </ac:spMkLst>
        </pc:spChg>
        <pc:spChg chg="del">
          <ac:chgData name="Sydney Smith (SHE/HER)" userId="75bd3373-d498-49ce-93fb-5eda2515e74b" providerId="ADAL" clId="{5CC77F53-A7CF-42A0-958E-C7735E228AB9}" dt="2022-04-07T00:02:02.571" v="4531" actId="700"/>
          <ac:spMkLst>
            <pc:docMk/>
            <pc:sldMk cId="150126056" sldId="2083"/>
            <ac:spMk id="3" creationId="{EF4D7FBC-1CAB-4ED6-ACCC-21E2035E3BA2}"/>
          </ac:spMkLst>
        </pc:spChg>
      </pc:sldChg>
      <pc:sldChg chg="addSp delSp modSp add mod">
        <pc:chgData name="Sydney Smith (SHE/HER)" userId="75bd3373-d498-49ce-93fb-5eda2515e74b" providerId="ADAL" clId="{5CC77F53-A7CF-42A0-958E-C7735E228AB9}" dt="2022-04-07T18:30:58.226" v="5372"/>
        <pc:sldMkLst>
          <pc:docMk/>
          <pc:sldMk cId="163789327" sldId="2083"/>
        </pc:sldMkLst>
        <pc:spChg chg="del">
          <ac:chgData name="Sydney Smith (SHE/HER)" userId="75bd3373-d498-49ce-93fb-5eda2515e74b" providerId="ADAL" clId="{5CC77F53-A7CF-42A0-958E-C7735E228AB9}" dt="2022-04-07T00:07:24.678" v="4658" actId="478"/>
          <ac:spMkLst>
            <pc:docMk/>
            <pc:sldMk cId="163789327" sldId="2083"/>
            <ac:spMk id="5" creationId="{36A94373-1318-4DA1-B584-1BED9EB719DF}"/>
          </ac:spMkLst>
        </pc:spChg>
        <pc:spChg chg="add mod">
          <ac:chgData name="Sydney Smith (SHE/HER)" userId="75bd3373-d498-49ce-93fb-5eda2515e74b" providerId="ADAL" clId="{5CC77F53-A7CF-42A0-958E-C7735E228AB9}" dt="2022-04-07T00:08:52.181" v="4676" actId="20577"/>
          <ac:spMkLst>
            <pc:docMk/>
            <pc:sldMk cId="163789327" sldId="2083"/>
            <ac:spMk id="6" creationId="{2115008B-ECBE-4DD3-8B52-94890F99F7CE}"/>
          </ac:spMkLst>
        </pc:spChg>
        <pc:spChg chg="add mod">
          <ac:chgData name="Sydney Smith (SHE/HER)" userId="75bd3373-d498-49ce-93fb-5eda2515e74b" providerId="ADAL" clId="{5CC77F53-A7CF-42A0-958E-C7735E228AB9}" dt="2022-04-07T18:30:58.226" v="5372"/>
          <ac:spMkLst>
            <pc:docMk/>
            <pc:sldMk cId="163789327" sldId="2083"/>
            <ac:spMk id="8" creationId="{A2D1F266-CBC3-4183-BF63-D32A4C9FFAB8}"/>
          </ac:spMkLst>
        </pc:spChg>
        <pc:picChg chg="del">
          <ac:chgData name="Sydney Smith (SHE/HER)" userId="75bd3373-d498-49ce-93fb-5eda2515e74b" providerId="ADAL" clId="{5CC77F53-A7CF-42A0-958E-C7735E228AB9}" dt="2022-04-07T00:07:21.476" v="4657" actId="478"/>
          <ac:picMkLst>
            <pc:docMk/>
            <pc:sldMk cId="163789327" sldId="2083"/>
            <ac:picMk id="7" creationId="{E14F7038-1122-42B4-9BFB-3AF89AFF6E62}"/>
          </ac:picMkLst>
        </pc:picChg>
        <pc:picChg chg="del">
          <ac:chgData name="Sydney Smith (SHE/HER)" userId="75bd3373-d498-49ce-93fb-5eda2515e74b" providerId="ADAL" clId="{5CC77F53-A7CF-42A0-958E-C7735E228AB9}" dt="2022-04-07T00:07:20.522" v="4656" actId="478"/>
          <ac:picMkLst>
            <pc:docMk/>
            <pc:sldMk cId="163789327" sldId="2083"/>
            <ac:picMk id="6146" creationId="{1D7A1F65-07B1-49A3-A95F-54DF14C8C8ED}"/>
          </ac:picMkLst>
        </pc:picChg>
        <pc:picChg chg="add mod">
          <ac:chgData name="Sydney Smith (SHE/HER)" userId="75bd3373-d498-49ce-93fb-5eda2515e74b" providerId="ADAL" clId="{5CC77F53-A7CF-42A0-958E-C7735E228AB9}" dt="2022-04-07T00:10:39.430" v="4686" actId="1076"/>
          <ac:picMkLst>
            <pc:docMk/>
            <pc:sldMk cId="163789327" sldId="2083"/>
            <ac:picMk id="7170" creationId="{5CC68833-B2DB-4DF1-81B9-2476D1C94463}"/>
          </ac:picMkLst>
        </pc:picChg>
      </pc:sldChg>
      <pc:sldChg chg="modSp new mod modNotesTx">
        <pc:chgData name="Sydney Smith (SHE/HER)" userId="75bd3373-d498-49ce-93fb-5eda2515e74b" providerId="ADAL" clId="{5CC77F53-A7CF-42A0-958E-C7735E228AB9}" dt="2022-04-07T18:35:27.719" v="5644" actId="20577"/>
        <pc:sldMkLst>
          <pc:docMk/>
          <pc:sldMk cId="3110659335" sldId="2084"/>
        </pc:sldMkLst>
        <pc:spChg chg="mod">
          <ac:chgData name="Sydney Smith (SHE/HER)" userId="75bd3373-d498-49ce-93fb-5eda2515e74b" providerId="ADAL" clId="{5CC77F53-A7CF-42A0-958E-C7735E228AB9}" dt="2022-04-07T18:35:15.635" v="5585" actId="20577"/>
          <ac:spMkLst>
            <pc:docMk/>
            <pc:sldMk cId="3110659335" sldId="2084"/>
            <ac:spMk id="2" creationId="{C3012AF7-EC42-4559-AEF4-1B5B0B5E9E73}"/>
          </ac:spMkLst>
        </pc:spChg>
      </pc:sldChg>
      <pc:sldChg chg="addSp delSp modSp mod">
        <pc:chgData name="Sydney Smith (SHE/HER)" userId="75bd3373-d498-49ce-93fb-5eda2515e74b" providerId="ADAL" clId="{5CC77F53-A7CF-42A0-958E-C7735E228AB9}" dt="2022-04-20T19:37:18.460" v="7774" actId="478"/>
        <pc:sldMkLst>
          <pc:docMk/>
          <pc:sldMk cId="855941707" sldId="2086"/>
        </pc:sldMkLst>
        <pc:spChg chg="del">
          <ac:chgData name="Sydney Smith (SHE/HER)" userId="75bd3373-d498-49ce-93fb-5eda2515e74b" providerId="ADAL" clId="{5CC77F53-A7CF-42A0-958E-C7735E228AB9}" dt="2022-04-20T19:37:18.460" v="7774" actId="478"/>
          <ac:spMkLst>
            <pc:docMk/>
            <pc:sldMk cId="855941707" sldId="2086"/>
            <ac:spMk id="3" creationId="{517D5D24-422C-DFF7-2E69-409D6535BF34}"/>
          </ac:spMkLst>
        </pc:spChg>
        <pc:spChg chg="add mod">
          <ac:chgData name="Sydney Smith (SHE/HER)" userId="75bd3373-d498-49ce-93fb-5eda2515e74b" providerId="ADAL" clId="{5CC77F53-A7CF-42A0-958E-C7735E228AB9}" dt="2022-04-15T15:40:47.709" v="6153"/>
          <ac:spMkLst>
            <pc:docMk/>
            <pc:sldMk cId="855941707" sldId="2086"/>
            <ac:spMk id="6" creationId="{839CA982-65D9-45F1-9E9A-E8964EBAA6E5}"/>
          </ac:spMkLst>
        </pc:spChg>
        <pc:picChg chg="add del">
          <ac:chgData name="Sydney Smith (SHE/HER)" userId="75bd3373-d498-49ce-93fb-5eda2515e74b" providerId="ADAL" clId="{5CC77F53-A7CF-42A0-958E-C7735E228AB9}" dt="2022-04-20T19:37:14.494" v="7773" actId="478"/>
          <ac:picMkLst>
            <pc:docMk/>
            <pc:sldMk cId="855941707" sldId="2086"/>
            <ac:picMk id="5" creationId="{C79F5DAA-4BF7-5FCA-120E-AC3112B4C4D0}"/>
          </ac:picMkLst>
        </pc:picChg>
      </pc:sldChg>
      <pc:sldChg chg="addCm modCm">
        <pc:chgData name="Sydney Smith (SHE/HER)" userId="75bd3373-d498-49ce-93fb-5eda2515e74b" providerId="ADAL" clId="{5CC77F53-A7CF-42A0-958E-C7735E228AB9}" dt="2022-04-15T17:25:24.134" v="7267"/>
        <pc:sldMkLst>
          <pc:docMk/>
          <pc:sldMk cId="990397270" sldId="2087"/>
        </pc:sldMkLst>
      </pc:sldChg>
      <pc:sldChg chg="addSp modSp mod">
        <pc:chgData name="Sydney Smith (SHE/HER)" userId="75bd3373-d498-49ce-93fb-5eda2515e74b" providerId="ADAL" clId="{5CC77F53-A7CF-42A0-958E-C7735E228AB9}" dt="2022-04-14T21:15:05.411" v="6074" actId="13822"/>
        <pc:sldMkLst>
          <pc:docMk/>
          <pc:sldMk cId="3494670872" sldId="2088"/>
        </pc:sldMkLst>
        <pc:spChg chg="add mod">
          <ac:chgData name="Sydney Smith (SHE/HER)" userId="75bd3373-d498-49ce-93fb-5eda2515e74b" providerId="ADAL" clId="{5CC77F53-A7CF-42A0-958E-C7735E228AB9}" dt="2022-04-14T21:15:05.411" v="6074" actId="13822"/>
          <ac:spMkLst>
            <pc:docMk/>
            <pc:sldMk cId="3494670872" sldId="2088"/>
            <ac:spMk id="4" creationId="{D6A95EBA-E859-4AA5-ACAB-85C5998A58A6}"/>
          </ac:spMkLst>
        </pc:spChg>
      </pc:sldChg>
      <pc:sldChg chg="addSp delSp modSp mod">
        <pc:chgData name="Sydney Smith (SHE/HER)" userId="75bd3373-d498-49ce-93fb-5eda2515e74b" providerId="ADAL" clId="{5CC77F53-A7CF-42A0-958E-C7735E228AB9}" dt="2022-04-15T16:43:07.765" v="7035" actId="478"/>
        <pc:sldMkLst>
          <pc:docMk/>
          <pc:sldMk cId="1158043453" sldId="2089"/>
        </pc:sldMkLst>
        <pc:spChg chg="del">
          <ac:chgData name="Sydney Smith (SHE/HER)" userId="75bd3373-d498-49ce-93fb-5eda2515e74b" providerId="ADAL" clId="{5CC77F53-A7CF-42A0-958E-C7735E228AB9}" dt="2022-04-15T16:43:07.765" v="7035" actId="478"/>
          <ac:spMkLst>
            <pc:docMk/>
            <pc:sldMk cId="1158043453" sldId="2089"/>
            <ac:spMk id="3" creationId="{517D5D24-422C-DFF7-2E69-409D6535BF34}"/>
          </ac:spMkLst>
        </pc:spChg>
        <pc:spChg chg="add mod">
          <ac:chgData name="Sydney Smith (SHE/HER)" userId="75bd3373-d498-49ce-93fb-5eda2515e74b" providerId="ADAL" clId="{5CC77F53-A7CF-42A0-958E-C7735E228AB9}" dt="2022-04-07T20:29:07.624" v="5802"/>
          <ac:spMkLst>
            <pc:docMk/>
            <pc:sldMk cId="1158043453" sldId="2089"/>
            <ac:spMk id="4" creationId="{1A3CE3E9-7FCF-4DBF-9F96-A6476A1A5F8F}"/>
          </ac:spMkLst>
        </pc:spChg>
      </pc:sldChg>
      <pc:sldChg chg="addSp modSp">
        <pc:chgData name="Sydney Smith (SHE/HER)" userId="75bd3373-d498-49ce-93fb-5eda2515e74b" providerId="ADAL" clId="{5CC77F53-A7CF-42A0-958E-C7735E228AB9}" dt="2022-04-15T15:40:53.896" v="6154"/>
        <pc:sldMkLst>
          <pc:docMk/>
          <pc:sldMk cId="2405108809" sldId="2091"/>
        </pc:sldMkLst>
        <pc:spChg chg="add mod">
          <ac:chgData name="Sydney Smith (SHE/HER)" userId="75bd3373-d498-49ce-93fb-5eda2515e74b" providerId="ADAL" clId="{5CC77F53-A7CF-42A0-958E-C7735E228AB9}" dt="2022-04-15T15:40:53.896" v="6154"/>
          <ac:spMkLst>
            <pc:docMk/>
            <pc:sldMk cId="2405108809" sldId="2091"/>
            <ac:spMk id="5" creationId="{722C1DC9-CAA0-46F1-8DCA-597769E99E7C}"/>
          </ac:spMkLst>
        </pc:spChg>
      </pc:sldChg>
      <pc:sldChg chg="addSp delSp modSp new mod modClrScheme modAnim chgLayout modNotesTx">
        <pc:chgData name="Sydney Smith (SHE/HER)" userId="75bd3373-d498-49ce-93fb-5eda2515e74b" providerId="ADAL" clId="{5CC77F53-A7CF-42A0-958E-C7735E228AB9}" dt="2022-04-22T14:59:53.985" v="7969" actId="20577"/>
        <pc:sldMkLst>
          <pc:docMk/>
          <pc:sldMk cId="1987332037" sldId="2092"/>
        </pc:sldMkLst>
        <pc:spChg chg="del mod ord">
          <ac:chgData name="Sydney Smith (SHE/HER)" userId="75bd3373-d498-49ce-93fb-5eda2515e74b" providerId="ADAL" clId="{5CC77F53-A7CF-42A0-958E-C7735E228AB9}" dt="2022-04-20T14:39:46.080" v="7681" actId="478"/>
          <ac:spMkLst>
            <pc:docMk/>
            <pc:sldMk cId="1987332037" sldId="2092"/>
            <ac:spMk id="2" creationId="{A12BE290-C0F0-42A6-9B34-2E8C0F7A65D7}"/>
          </ac:spMkLst>
        </pc:spChg>
        <pc:spChg chg="add mod ord">
          <ac:chgData name="Sydney Smith (SHE/HER)" userId="75bd3373-d498-49ce-93fb-5eda2515e74b" providerId="ADAL" clId="{5CC77F53-A7CF-42A0-958E-C7735E228AB9}" dt="2022-04-22T14:59:53.985" v="7969" actId="20577"/>
          <ac:spMkLst>
            <pc:docMk/>
            <pc:sldMk cId="1987332037" sldId="2092"/>
            <ac:spMk id="3" creationId="{A1F1C629-96D2-4026-B2BE-4E3F2C857CE5}"/>
          </ac:spMkLst>
        </pc:spChg>
        <pc:spChg chg="add mod">
          <ac:chgData name="Sydney Smith (SHE/HER)" userId="75bd3373-d498-49ce-93fb-5eda2515e74b" providerId="ADAL" clId="{5CC77F53-A7CF-42A0-958E-C7735E228AB9}" dt="2022-04-07T20:29:11.924" v="5805"/>
          <ac:spMkLst>
            <pc:docMk/>
            <pc:sldMk cId="1987332037" sldId="2092"/>
            <ac:spMk id="4" creationId="{45A096CF-5ED5-41D3-B422-B8990C669A4C}"/>
          </ac:spMkLst>
        </pc:spChg>
        <pc:spChg chg="add del mod">
          <ac:chgData name="Sydney Smith (SHE/HER)" userId="75bd3373-d498-49ce-93fb-5eda2515e74b" providerId="ADAL" clId="{5CC77F53-A7CF-42A0-958E-C7735E228AB9}" dt="2022-04-20T14:39:44.099" v="7680"/>
          <ac:spMkLst>
            <pc:docMk/>
            <pc:sldMk cId="1987332037" sldId="2092"/>
            <ac:spMk id="7" creationId="{DD4720C7-BD2C-478B-86DA-25A410CDFF79}"/>
          </ac:spMkLst>
        </pc:spChg>
        <pc:spChg chg="add del mod">
          <ac:chgData name="Sydney Smith (SHE/HER)" userId="75bd3373-d498-49ce-93fb-5eda2515e74b" providerId="ADAL" clId="{5CC77F53-A7CF-42A0-958E-C7735E228AB9}" dt="2022-04-20T14:39:48.553" v="7682" actId="478"/>
          <ac:spMkLst>
            <pc:docMk/>
            <pc:sldMk cId="1987332037" sldId="2092"/>
            <ac:spMk id="8" creationId="{D9660267-100F-4166-A8B7-CE533385C412}"/>
          </ac:spMkLst>
        </pc:spChg>
        <pc:spChg chg="add mod">
          <ac:chgData name="Sydney Smith (SHE/HER)" userId="75bd3373-d498-49ce-93fb-5eda2515e74b" providerId="ADAL" clId="{5CC77F53-A7CF-42A0-958E-C7735E228AB9}" dt="2022-04-20T14:39:49.226" v="7683"/>
          <ac:spMkLst>
            <pc:docMk/>
            <pc:sldMk cId="1987332037" sldId="2092"/>
            <ac:spMk id="9" creationId="{CA2543A4-AD22-40F1-80DF-34CA2F860947}"/>
          </ac:spMkLst>
        </pc:spChg>
      </pc:sldChg>
      <pc:sldChg chg="modSp mod">
        <pc:chgData name="Sydney Smith (SHE/HER)" userId="75bd3373-d498-49ce-93fb-5eda2515e74b" providerId="ADAL" clId="{5CC77F53-A7CF-42A0-958E-C7735E228AB9}" dt="2022-04-14T21:12:38.708" v="6059" actId="13822"/>
        <pc:sldMkLst>
          <pc:docMk/>
          <pc:sldMk cId="2688108587" sldId="2093"/>
        </pc:sldMkLst>
        <pc:spChg chg="mod">
          <ac:chgData name="Sydney Smith (SHE/HER)" userId="75bd3373-d498-49ce-93fb-5eda2515e74b" providerId="ADAL" clId="{5CC77F53-A7CF-42A0-958E-C7735E228AB9}" dt="2022-04-14T21:12:38.708" v="6059" actId="13822"/>
          <ac:spMkLst>
            <pc:docMk/>
            <pc:sldMk cId="2688108587" sldId="2093"/>
            <ac:spMk id="10" creationId="{F4E723A1-4E5C-9EDB-99BA-4D8215C4C0F3}"/>
          </ac:spMkLst>
        </pc:spChg>
      </pc:sldChg>
      <pc:sldChg chg="modSp mod">
        <pc:chgData name="Sydney Smith (SHE/HER)" userId="75bd3373-d498-49ce-93fb-5eda2515e74b" providerId="ADAL" clId="{5CC77F53-A7CF-42A0-958E-C7735E228AB9}" dt="2022-04-14T21:15:24.807" v="6076" actId="13822"/>
        <pc:sldMkLst>
          <pc:docMk/>
          <pc:sldMk cId="2797187859" sldId="2095"/>
        </pc:sldMkLst>
        <pc:spChg chg="mod">
          <ac:chgData name="Sydney Smith (SHE/HER)" userId="75bd3373-d498-49ce-93fb-5eda2515e74b" providerId="ADAL" clId="{5CC77F53-A7CF-42A0-958E-C7735E228AB9}" dt="2022-04-14T21:15:24.807" v="6076" actId="13822"/>
          <ac:spMkLst>
            <pc:docMk/>
            <pc:sldMk cId="2797187859" sldId="2095"/>
            <ac:spMk id="9" creationId="{21DA4F87-05C1-44AF-BD49-D70DB3B03884}"/>
          </ac:spMkLst>
        </pc:spChg>
      </pc:sldChg>
      <pc:sldChg chg="new del">
        <pc:chgData name="Sydney Smith (SHE/HER)" userId="75bd3373-d498-49ce-93fb-5eda2515e74b" providerId="ADAL" clId="{5CC77F53-A7CF-42A0-958E-C7735E228AB9}" dt="2022-04-14T21:14:47.100" v="6066" actId="47"/>
        <pc:sldMkLst>
          <pc:docMk/>
          <pc:sldMk cId="2976464448" sldId="2096"/>
        </pc:sldMkLst>
      </pc:sldChg>
      <pc:sldChg chg="addSp delSp modSp add mod">
        <pc:chgData name="Sydney Smith (SHE/HER)" userId="75bd3373-d498-49ce-93fb-5eda2515e74b" providerId="ADAL" clId="{5CC77F53-A7CF-42A0-958E-C7735E228AB9}" dt="2022-04-20T14:17:08.521" v="7597" actId="478"/>
        <pc:sldMkLst>
          <pc:docMk/>
          <pc:sldMk cId="3206023650" sldId="2076138360"/>
        </pc:sldMkLst>
        <pc:spChg chg="mod">
          <ac:chgData name="Sydney Smith (SHE/HER)" userId="75bd3373-d498-49ce-93fb-5eda2515e74b" providerId="ADAL" clId="{5CC77F53-A7CF-42A0-958E-C7735E228AB9}" dt="2022-04-20T14:16:43.678" v="7593" actId="1076"/>
          <ac:spMkLst>
            <pc:docMk/>
            <pc:sldMk cId="3206023650" sldId="2076138360"/>
            <ac:spMk id="3" creationId="{6E0F9BCD-2B6E-42BD-93A7-BD4B38839ED2}"/>
          </ac:spMkLst>
        </pc:spChg>
        <pc:spChg chg="mod">
          <ac:chgData name="Sydney Smith (SHE/HER)" userId="75bd3373-d498-49ce-93fb-5eda2515e74b" providerId="ADAL" clId="{5CC77F53-A7CF-42A0-958E-C7735E228AB9}" dt="2022-04-20T14:16:51.137" v="7594" actId="1076"/>
          <ac:spMkLst>
            <pc:docMk/>
            <pc:sldMk cId="3206023650" sldId="2076138360"/>
            <ac:spMk id="5" creationId="{F70B8CD5-118D-49E6-BD7A-77A3449B282C}"/>
          </ac:spMkLst>
        </pc:spChg>
        <pc:spChg chg="mod">
          <ac:chgData name="Sydney Smith (SHE/HER)" userId="75bd3373-d498-49ce-93fb-5eda2515e74b" providerId="ADAL" clId="{5CC77F53-A7CF-42A0-958E-C7735E228AB9}" dt="2022-04-15T15:45:14.711" v="6208" actId="17032"/>
          <ac:spMkLst>
            <pc:docMk/>
            <pc:sldMk cId="3206023650" sldId="2076138360"/>
            <ac:spMk id="6" creationId="{F33452A3-B5EF-49D6-91DB-D136BA85588D}"/>
          </ac:spMkLst>
        </pc:spChg>
        <pc:picChg chg="add mod ord">
          <ac:chgData name="Sydney Smith (SHE/HER)" userId="75bd3373-d498-49ce-93fb-5eda2515e74b" providerId="ADAL" clId="{5CC77F53-A7CF-42A0-958E-C7735E228AB9}" dt="2022-04-20T14:15:52.957" v="7588" actId="167"/>
          <ac:picMkLst>
            <pc:docMk/>
            <pc:sldMk cId="3206023650" sldId="2076138360"/>
            <ac:picMk id="7" creationId="{D292A817-133C-4726-B214-231128241696}"/>
          </ac:picMkLst>
        </pc:picChg>
        <pc:picChg chg="add del mod">
          <ac:chgData name="Sydney Smith (SHE/HER)" userId="75bd3373-d498-49ce-93fb-5eda2515e74b" providerId="ADAL" clId="{5CC77F53-A7CF-42A0-958E-C7735E228AB9}" dt="2022-04-20T14:17:08.521" v="7597" actId="478"/>
          <ac:picMkLst>
            <pc:docMk/>
            <pc:sldMk cId="3206023650" sldId="2076138360"/>
            <ac:picMk id="8" creationId="{5CEC7BE9-C135-4B1D-A641-C6406A91CB83}"/>
          </ac:picMkLst>
        </pc:picChg>
      </pc:sldChg>
      <pc:sldChg chg="addSp delSp modSp add mod">
        <pc:chgData name="Sydney Smith (SHE/HER)" userId="75bd3373-d498-49ce-93fb-5eda2515e74b" providerId="ADAL" clId="{5CC77F53-A7CF-42A0-958E-C7735E228AB9}" dt="2022-04-20T14:18:02.966" v="7613" actId="113"/>
        <pc:sldMkLst>
          <pc:docMk/>
          <pc:sldMk cId="541072656" sldId="2076138362"/>
        </pc:sldMkLst>
        <pc:spChg chg="del mod">
          <ac:chgData name="Sydney Smith (SHE/HER)" userId="75bd3373-d498-49ce-93fb-5eda2515e74b" providerId="ADAL" clId="{5CC77F53-A7CF-42A0-958E-C7735E228AB9}" dt="2022-04-20T14:17:17.496" v="7600" actId="478"/>
          <ac:spMkLst>
            <pc:docMk/>
            <pc:sldMk cId="541072656" sldId="2076138362"/>
            <ac:spMk id="3" creationId="{6E0F9BCD-2B6E-42BD-93A7-BD4B38839ED2}"/>
          </ac:spMkLst>
        </pc:spChg>
        <pc:spChg chg="mod">
          <ac:chgData name="Sydney Smith (SHE/HER)" userId="75bd3373-d498-49ce-93fb-5eda2515e74b" providerId="ADAL" clId="{5CC77F53-A7CF-42A0-958E-C7735E228AB9}" dt="2022-04-20T14:17:55.498" v="7611" actId="1076"/>
          <ac:spMkLst>
            <pc:docMk/>
            <pc:sldMk cId="541072656" sldId="2076138362"/>
            <ac:spMk id="5" creationId="{F70B8CD5-118D-49E6-BD7A-77A3449B282C}"/>
          </ac:spMkLst>
        </pc:spChg>
        <pc:spChg chg="mod">
          <ac:chgData name="Sydney Smith (SHE/HER)" userId="75bd3373-d498-49ce-93fb-5eda2515e74b" providerId="ADAL" clId="{5CC77F53-A7CF-42A0-958E-C7735E228AB9}" dt="2022-04-15T15:45:24.808" v="6209" actId="17032"/>
          <ac:spMkLst>
            <pc:docMk/>
            <pc:sldMk cId="541072656" sldId="2076138362"/>
            <ac:spMk id="6" creationId="{7F2A47C0-6F78-4F95-9D9E-1141495E0207}"/>
          </ac:spMkLst>
        </pc:spChg>
        <pc:spChg chg="add del mod">
          <ac:chgData name="Sydney Smith (SHE/HER)" userId="75bd3373-d498-49ce-93fb-5eda2515e74b" providerId="ADAL" clId="{5CC77F53-A7CF-42A0-958E-C7735E228AB9}" dt="2022-04-20T14:17:15.475" v="7599"/>
          <ac:spMkLst>
            <pc:docMk/>
            <pc:sldMk cId="541072656" sldId="2076138362"/>
            <ac:spMk id="8" creationId="{BB97363C-DEFA-44A7-8510-77C94208F700}"/>
          </ac:spMkLst>
        </pc:spChg>
        <pc:spChg chg="add del mod">
          <ac:chgData name="Sydney Smith (SHE/HER)" userId="75bd3373-d498-49ce-93fb-5eda2515e74b" providerId="ADAL" clId="{5CC77F53-A7CF-42A0-958E-C7735E228AB9}" dt="2022-04-20T14:17:20.212" v="7601" actId="478"/>
          <ac:spMkLst>
            <pc:docMk/>
            <pc:sldMk cId="541072656" sldId="2076138362"/>
            <ac:spMk id="9" creationId="{12F1B4F8-1995-4938-B04C-1178B4C2A9E7}"/>
          </ac:spMkLst>
        </pc:spChg>
        <pc:spChg chg="add mod">
          <ac:chgData name="Sydney Smith (SHE/HER)" userId="75bd3373-d498-49ce-93fb-5eda2515e74b" providerId="ADAL" clId="{5CC77F53-A7CF-42A0-958E-C7735E228AB9}" dt="2022-04-20T14:18:02.966" v="7613" actId="113"/>
          <ac:spMkLst>
            <pc:docMk/>
            <pc:sldMk cId="541072656" sldId="2076138362"/>
            <ac:spMk id="10" creationId="{7BE1FE42-DFD9-4EEE-A451-0C368D0C147D}"/>
          </ac:spMkLst>
        </pc:spChg>
        <pc:picChg chg="add mod ord">
          <ac:chgData name="Sydney Smith (SHE/HER)" userId="75bd3373-d498-49ce-93fb-5eda2515e74b" providerId="ADAL" clId="{5CC77F53-A7CF-42A0-958E-C7735E228AB9}" dt="2022-04-20T14:15:57.899" v="7590" actId="167"/>
          <ac:picMkLst>
            <pc:docMk/>
            <pc:sldMk cId="541072656" sldId="2076138362"/>
            <ac:picMk id="7" creationId="{4606BD4F-D575-425A-92DF-6FFC6044D2C0}"/>
          </ac:picMkLst>
        </pc:picChg>
      </pc:sldChg>
      <pc:sldChg chg="addSp delSp modSp add mod">
        <pc:chgData name="Sydney Smith (SHE/HER)" userId="75bd3373-d498-49ce-93fb-5eda2515e74b" providerId="ADAL" clId="{5CC77F53-A7CF-42A0-958E-C7735E228AB9}" dt="2022-04-20T14:17:50.545" v="7610" actId="1076"/>
        <pc:sldMkLst>
          <pc:docMk/>
          <pc:sldMk cId="574010004" sldId="2076138363"/>
        </pc:sldMkLst>
        <pc:spChg chg="del">
          <ac:chgData name="Sydney Smith (SHE/HER)" userId="75bd3373-d498-49ce-93fb-5eda2515e74b" providerId="ADAL" clId="{5CC77F53-A7CF-42A0-958E-C7735E228AB9}" dt="2022-04-20T14:17:24.613" v="7603" actId="478"/>
          <ac:spMkLst>
            <pc:docMk/>
            <pc:sldMk cId="574010004" sldId="2076138363"/>
            <ac:spMk id="3" creationId="{6E0F9BCD-2B6E-42BD-93A7-BD4B38839ED2}"/>
          </ac:spMkLst>
        </pc:spChg>
        <pc:spChg chg="mod">
          <ac:chgData name="Sydney Smith (SHE/HER)" userId="75bd3373-d498-49ce-93fb-5eda2515e74b" providerId="ADAL" clId="{5CC77F53-A7CF-42A0-958E-C7735E228AB9}" dt="2022-04-20T14:17:50.545" v="7610" actId="1076"/>
          <ac:spMkLst>
            <pc:docMk/>
            <pc:sldMk cId="574010004" sldId="2076138363"/>
            <ac:spMk id="5" creationId="{F70B8CD5-118D-49E6-BD7A-77A3449B282C}"/>
          </ac:spMkLst>
        </pc:spChg>
        <pc:spChg chg="mod">
          <ac:chgData name="Sydney Smith (SHE/HER)" userId="75bd3373-d498-49ce-93fb-5eda2515e74b" providerId="ADAL" clId="{5CC77F53-A7CF-42A0-958E-C7735E228AB9}" dt="2022-04-15T15:45:28.221" v="6210" actId="17032"/>
          <ac:spMkLst>
            <pc:docMk/>
            <pc:sldMk cId="574010004" sldId="2076138363"/>
            <ac:spMk id="6" creationId="{A96908AD-4B16-4496-B9BF-C276822A6AE2}"/>
          </ac:spMkLst>
        </pc:spChg>
        <pc:spChg chg="add del mod">
          <ac:chgData name="Sydney Smith (SHE/HER)" userId="75bd3373-d498-49ce-93fb-5eda2515e74b" providerId="ADAL" clId="{5CC77F53-A7CF-42A0-958E-C7735E228AB9}" dt="2022-04-20T14:17:33.572" v="7606" actId="478"/>
          <ac:spMkLst>
            <pc:docMk/>
            <pc:sldMk cId="574010004" sldId="2076138363"/>
            <ac:spMk id="8" creationId="{BBFBF3F2-5AB3-48D2-8E63-C5BC97F3C0F9}"/>
          </ac:spMkLst>
        </pc:spChg>
        <pc:spChg chg="add mod">
          <ac:chgData name="Sydney Smith (SHE/HER)" userId="75bd3373-d498-49ce-93fb-5eda2515e74b" providerId="ADAL" clId="{5CC77F53-A7CF-42A0-958E-C7735E228AB9}" dt="2022-04-20T14:17:44.702" v="7609" actId="113"/>
          <ac:spMkLst>
            <pc:docMk/>
            <pc:sldMk cId="574010004" sldId="2076138363"/>
            <ac:spMk id="9" creationId="{6A80B777-665C-45FC-80ED-EDFBAFCE5CC8}"/>
          </ac:spMkLst>
        </pc:spChg>
        <pc:picChg chg="add del mod ord">
          <ac:chgData name="Sydney Smith (SHE/HER)" userId="75bd3373-d498-49ce-93fb-5eda2515e74b" providerId="ADAL" clId="{5CC77F53-A7CF-42A0-958E-C7735E228AB9}" dt="2022-04-20T14:17:28.815" v="7605" actId="478"/>
          <ac:picMkLst>
            <pc:docMk/>
            <pc:sldMk cId="574010004" sldId="2076138363"/>
            <ac:picMk id="7" creationId="{755A4A77-1EBE-4809-BD28-01A7F82D1D5D}"/>
          </ac:picMkLst>
        </pc:picChg>
      </pc:sldChg>
      <pc:sldChg chg="addSp modSp mod">
        <pc:chgData name="Sydney Smith (SHE/HER)" userId="75bd3373-d498-49ce-93fb-5eda2515e74b" providerId="ADAL" clId="{5CC77F53-A7CF-42A0-958E-C7735E228AB9}" dt="2022-04-20T15:21:15.210" v="7738" actId="1076"/>
        <pc:sldMkLst>
          <pc:docMk/>
          <pc:sldMk cId="3016859616" sldId="2076138364"/>
        </pc:sldMkLst>
        <pc:picChg chg="add mod ord">
          <ac:chgData name="Sydney Smith (SHE/HER)" userId="75bd3373-d498-49ce-93fb-5eda2515e74b" providerId="ADAL" clId="{5CC77F53-A7CF-42A0-958E-C7735E228AB9}" dt="2022-04-20T15:21:11.129" v="7737" actId="167"/>
          <ac:picMkLst>
            <pc:docMk/>
            <pc:sldMk cId="3016859616" sldId="2076138364"/>
            <ac:picMk id="7" creationId="{08074306-3062-4260-A4AF-6BBFDAAC1758}"/>
          </ac:picMkLst>
        </pc:picChg>
        <pc:picChg chg="mod">
          <ac:chgData name="Sydney Smith (SHE/HER)" userId="75bd3373-d498-49ce-93fb-5eda2515e74b" providerId="ADAL" clId="{5CC77F53-A7CF-42A0-958E-C7735E228AB9}" dt="2022-04-20T15:21:15.210" v="7738" actId="1076"/>
          <ac:picMkLst>
            <pc:docMk/>
            <pc:sldMk cId="3016859616" sldId="2076138364"/>
            <ac:picMk id="8" creationId="{728FA68D-233C-E979-AB81-88F9FB9BCE33}"/>
          </ac:picMkLst>
        </pc:picChg>
      </pc:sldChg>
      <pc:sldChg chg="addSp delSp modSp mod">
        <pc:chgData name="Sydney Smith (SHE/HER)" userId="75bd3373-d498-49ce-93fb-5eda2515e74b" providerId="ADAL" clId="{5CC77F53-A7CF-42A0-958E-C7735E228AB9}" dt="2022-04-20T21:36:54.742" v="7845" actId="208"/>
        <pc:sldMkLst>
          <pc:docMk/>
          <pc:sldMk cId="1167393463" sldId="2076138367"/>
        </pc:sldMkLst>
        <pc:spChg chg="del">
          <ac:chgData name="Sydney Smith (SHE/HER)" userId="75bd3373-d498-49ce-93fb-5eda2515e74b" providerId="ADAL" clId="{5CC77F53-A7CF-42A0-958E-C7735E228AB9}" dt="2022-04-20T14:07:18.023" v="7518" actId="478"/>
          <ac:spMkLst>
            <pc:docMk/>
            <pc:sldMk cId="1167393463" sldId="2076138367"/>
            <ac:spMk id="3" creationId="{14563EF4-D981-41CB-A5B1-E3E2930837F8}"/>
          </ac:spMkLst>
        </pc:spChg>
        <pc:spChg chg="mod">
          <ac:chgData name="Sydney Smith (SHE/HER)" userId="75bd3373-d498-49ce-93fb-5eda2515e74b" providerId="ADAL" clId="{5CC77F53-A7CF-42A0-958E-C7735E228AB9}" dt="2022-04-20T14:08:10.443" v="7527" actId="1076"/>
          <ac:spMkLst>
            <pc:docMk/>
            <pc:sldMk cId="1167393463" sldId="2076138367"/>
            <ac:spMk id="4" creationId="{2E478CD0-70D7-4608-C2F6-6F4A216C99DD}"/>
          </ac:spMkLst>
        </pc:spChg>
        <pc:spChg chg="del">
          <ac:chgData name="Sydney Smith (SHE/HER)" userId="75bd3373-d498-49ce-93fb-5eda2515e74b" providerId="ADAL" clId="{5CC77F53-A7CF-42A0-958E-C7735E228AB9}" dt="2022-04-20T14:07:10.249" v="7517" actId="478"/>
          <ac:spMkLst>
            <pc:docMk/>
            <pc:sldMk cId="1167393463" sldId="2076138367"/>
            <ac:spMk id="5" creationId="{36A94373-1318-4DA1-B584-1BED9EB719DF}"/>
          </ac:spMkLst>
        </pc:spChg>
        <pc:spChg chg="mod">
          <ac:chgData name="Sydney Smith (SHE/HER)" userId="75bd3373-d498-49ce-93fb-5eda2515e74b" providerId="ADAL" clId="{5CC77F53-A7CF-42A0-958E-C7735E228AB9}" dt="2022-04-20T14:08:10.443" v="7527" actId="1076"/>
          <ac:spMkLst>
            <pc:docMk/>
            <pc:sldMk cId="1167393463" sldId="2076138367"/>
            <ac:spMk id="6" creationId="{A18C6DB3-41BE-F362-1ACA-3419A819A21E}"/>
          </ac:spMkLst>
        </pc:spChg>
        <pc:spChg chg="mod">
          <ac:chgData name="Sydney Smith (SHE/HER)" userId="75bd3373-d498-49ce-93fb-5eda2515e74b" providerId="ADAL" clId="{5CC77F53-A7CF-42A0-958E-C7735E228AB9}" dt="2022-04-20T14:08:10.443" v="7527" actId="1076"/>
          <ac:spMkLst>
            <pc:docMk/>
            <pc:sldMk cId="1167393463" sldId="2076138367"/>
            <ac:spMk id="13" creationId="{54B49851-3AF8-408D-B122-E34AA662BB47}"/>
          </ac:spMkLst>
        </pc:spChg>
        <pc:spChg chg="add mod">
          <ac:chgData name="Sydney Smith (SHE/HER)" userId="75bd3373-d498-49ce-93fb-5eda2515e74b" providerId="ADAL" clId="{5CC77F53-A7CF-42A0-958E-C7735E228AB9}" dt="2022-04-20T14:10:53.677" v="7566" actId="20577"/>
          <ac:spMkLst>
            <pc:docMk/>
            <pc:sldMk cId="1167393463" sldId="2076138367"/>
            <ac:spMk id="19" creationId="{B9637E3C-CF71-4754-AEB8-FD9CAF3AF386}"/>
          </ac:spMkLst>
        </pc:spChg>
        <pc:spChg chg="add del mod">
          <ac:chgData name="Sydney Smith (SHE/HER)" userId="75bd3373-d498-49ce-93fb-5eda2515e74b" providerId="ADAL" clId="{5CC77F53-A7CF-42A0-958E-C7735E228AB9}" dt="2022-04-20T21:36:25.572" v="7840"/>
          <ac:spMkLst>
            <pc:docMk/>
            <pc:sldMk cId="1167393463" sldId="2076138367"/>
            <ac:spMk id="20" creationId="{41E17B03-FE29-4434-954D-49694712BABA}"/>
          </ac:spMkLst>
        </pc:spChg>
        <pc:spChg chg="add mod">
          <ac:chgData name="Sydney Smith (SHE/HER)" userId="75bd3373-d498-49ce-93fb-5eda2515e74b" providerId="ADAL" clId="{5CC77F53-A7CF-42A0-958E-C7735E228AB9}" dt="2022-04-20T21:36:54.742" v="7845" actId="208"/>
          <ac:spMkLst>
            <pc:docMk/>
            <pc:sldMk cId="1167393463" sldId="2076138367"/>
            <ac:spMk id="21" creationId="{086222E5-4FAC-4421-B853-FD0DD4594DF7}"/>
          </ac:spMkLst>
        </pc:spChg>
        <pc:picChg chg="add del mod">
          <ac:chgData name="Sydney Smith (SHE/HER)" userId="75bd3373-d498-49ce-93fb-5eda2515e74b" providerId="ADAL" clId="{5CC77F53-A7CF-42A0-958E-C7735E228AB9}" dt="2022-04-20T14:09:07.269" v="7534" actId="478"/>
          <ac:picMkLst>
            <pc:docMk/>
            <pc:sldMk cId="1167393463" sldId="2076138367"/>
            <ac:picMk id="2" creationId="{1A58CCE7-0495-3244-C362-BB7B0B17CB8C}"/>
          </ac:picMkLst>
        </pc:picChg>
        <pc:picChg chg="mod">
          <ac:chgData name="Sydney Smith (SHE/HER)" userId="75bd3373-d498-49ce-93fb-5eda2515e74b" providerId="ADAL" clId="{5CC77F53-A7CF-42A0-958E-C7735E228AB9}" dt="2022-04-20T14:08:10.443" v="7527" actId="1076"/>
          <ac:picMkLst>
            <pc:docMk/>
            <pc:sldMk cId="1167393463" sldId="2076138367"/>
            <ac:picMk id="7" creationId="{E14F7038-1122-42B4-9BFB-3AF89AFF6E62}"/>
          </ac:picMkLst>
        </pc:picChg>
        <pc:picChg chg="mod">
          <ac:chgData name="Sydney Smith (SHE/HER)" userId="75bd3373-d498-49ce-93fb-5eda2515e74b" providerId="ADAL" clId="{5CC77F53-A7CF-42A0-958E-C7735E228AB9}" dt="2022-04-20T14:08:10.443" v="7527" actId="1076"/>
          <ac:picMkLst>
            <pc:docMk/>
            <pc:sldMk cId="1167393463" sldId="2076138367"/>
            <ac:picMk id="10" creationId="{97A7B69B-B6BF-4FA2-951E-20D3A645C83C}"/>
          </ac:picMkLst>
        </pc:picChg>
        <pc:picChg chg="mod">
          <ac:chgData name="Sydney Smith (SHE/HER)" userId="75bd3373-d498-49ce-93fb-5eda2515e74b" providerId="ADAL" clId="{5CC77F53-A7CF-42A0-958E-C7735E228AB9}" dt="2022-04-20T14:08:10.443" v="7527" actId="1076"/>
          <ac:picMkLst>
            <pc:docMk/>
            <pc:sldMk cId="1167393463" sldId="2076138367"/>
            <ac:picMk id="11" creationId="{1C6A0CD8-1AC8-4690-85FE-130A098D39C8}"/>
          </ac:picMkLst>
        </pc:picChg>
        <pc:picChg chg="add del mod">
          <ac:chgData name="Sydney Smith (SHE/HER)" userId="75bd3373-d498-49ce-93fb-5eda2515e74b" providerId="ADAL" clId="{5CC77F53-A7CF-42A0-958E-C7735E228AB9}" dt="2022-04-20T14:06:56.197" v="7512"/>
          <ac:picMkLst>
            <pc:docMk/>
            <pc:sldMk cId="1167393463" sldId="2076138367"/>
            <ac:picMk id="1026" creationId="{EC2CD4BF-C526-48D1-A958-E7D2169B518F}"/>
          </ac:picMkLst>
        </pc:picChg>
        <pc:picChg chg="add mod">
          <ac:chgData name="Sydney Smith (SHE/HER)" userId="75bd3373-d498-49ce-93fb-5eda2515e74b" providerId="ADAL" clId="{5CC77F53-A7CF-42A0-958E-C7735E228AB9}" dt="2022-04-20T14:08:18.782" v="7531" actId="1076"/>
          <ac:picMkLst>
            <pc:docMk/>
            <pc:sldMk cId="1167393463" sldId="2076138367"/>
            <ac:picMk id="1028" creationId="{641B2346-7237-4D9B-BCCD-CA67A6C9FE93}"/>
          </ac:picMkLst>
        </pc:picChg>
        <pc:picChg chg="add del">
          <ac:chgData name="Sydney Smith (SHE/HER)" userId="75bd3373-d498-49ce-93fb-5eda2515e74b" providerId="ADAL" clId="{5CC77F53-A7CF-42A0-958E-C7735E228AB9}" dt="2022-04-20T14:09:08.462" v="7535"/>
          <ac:picMkLst>
            <pc:docMk/>
            <pc:sldMk cId="1167393463" sldId="2076138367"/>
            <ac:picMk id="1030" creationId="{011461B9-35A7-4443-B3DB-6AB83A244890}"/>
          </ac:picMkLst>
        </pc:picChg>
        <pc:picChg chg="add mod">
          <ac:chgData name="Sydney Smith (SHE/HER)" userId="75bd3373-d498-49ce-93fb-5eda2515e74b" providerId="ADAL" clId="{5CC77F53-A7CF-42A0-958E-C7735E228AB9}" dt="2022-04-20T14:10:28.279" v="7548" actId="688"/>
          <ac:picMkLst>
            <pc:docMk/>
            <pc:sldMk cId="1167393463" sldId="2076138367"/>
            <ac:picMk id="1032" creationId="{4A8EEB6E-A3FE-418F-A190-182971A33E5C}"/>
          </ac:picMkLst>
        </pc:picChg>
        <pc:picChg chg="mod">
          <ac:chgData name="Sydney Smith (SHE/HER)" userId="75bd3373-d498-49ce-93fb-5eda2515e74b" providerId="ADAL" clId="{5CC77F53-A7CF-42A0-958E-C7735E228AB9}" dt="2022-04-20T14:08:10.443" v="7527" actId="1076"/>
          <ac:picMkLst>
            <pc:docMk/>
            <pc:sldMk cId="1167393463" sldId="2076138367"/>
            <ac:picMk id="4098" creationId="{F3D56ED4-5866-4BCA-B402-3593118BF87A}"/>
          </ac:picMkLst>
        </pc:picChg>
        <pc:picChg chg="mod">
          <ac:chgData name="Sydney Smith (SHE/HER)" userId="75bd3373-d498-49ce-93fb-5eda2515e74b" providerId="ADAL" clId="{5CC77F53-A7CF-42A0-958E-C7735E228AB9}" dt="2022-04-20T14:08:10.443" v="7527" actId="1076"/>
          <ac:picMkLst>
            <pc:docMk/>
            <pc:sldMk cId="1167393463" sldId="2076138367"/>
            <ac:picMk id="4100" creationId="{A314C75D-F057-43F8-981B-B73BF5226E60}"/>
          </ac:picMkLst>
        </pc:picChg>
        <pc:picChg chg="mod">
          <ac:chgData name="Sydney Smith (SHE/HER)" userId="75bd3373-d498-49ce-93fb-5eda2515e74b" providerId="ADAL" clId="{5CC77F53-A7CF-42A0-958E-C7735E228AB9}" dt="2022-04-20T14:08:10.443" v="7527" actId="1076"/>
          <ac:picMkLst>
            <pc:docMk/>
            <pc:sldMk cId="1167393463" sldId="2076138367"/>
            <ac:picMk id="4102" creationId="{C3B81BE6-F8F0-4288-96D0-702E3F4EAC09}"/>
          </ac:picMkLst>
        </pc:picChg>
      </pc:sldChg>
      <pc:sldChg chg="modSp mod">
        <pc:chgData name="Sydney Smith (SHE/HER)" userId="75bd3373-d498-49ce-93fb-5eda2515e74b" providerId="ADAL" clId="{5CC77F53-A7CF-42A0-958E-C7735E228AB9}" dt="2022-04-20T19:46:23.428" v="7780" actId="13822"/>
        <pc:sldMkLst>
          <pc:docMk/>
          <pc:sldMk cId="3459715928" sldId="2076138368"/>
        </pc:sldMkLst>
        <pc:spChg chg="mod">
          <ac:chgData name="Sydney Smith (SHE/HER)" userId="75bd3373-d498-49ce-93fb-5eda2515e74b" providerId="ADAL" clId="{5CC77F53-A7CF-42A0-958E-C7735E228AB9}" dt="2022-04-20T19:46:23.428" v="7780" actId="13822"/>
          <ac:spMkLst>
            <pc:docMk/>
            <pc:sldMk cId="3459715928" sldId="2076138368"/>
            <ac:spMk id="5" creationId="{81C52635-295B-6E77-DC1F-89B3CFA0AD93}"/>
          </ac:spMkLst>
        </pc:spChg>
        <pc:picChg chg="mod">
          <ac:chgData name="Sydney Smith (SHE/HER)" userId="75bd3373-d498-49ce-93fb-5eda2515e74b" providerId="ADAL" clId="{5CC77F53-A7CF-42A0-958E-C7735E228AB9}" dt="2022-04-20T14:40:28.212" v="7684" actId="1076"/>
          <ac:picMkLst>
            <pc:docMk/>
            <pc:sldMk cId="3459715928" sldId="2076138368"/>
            <ac:picMk id="4" creationId="{D320DDD3-97FE-DD7F-A952-AAEAD67985B8}"/>
          </ac:picMkLst>
        </pc:picChg>
      </pc:sldChg>
      <pc:sldChg chg="del">
        <pc:chgData name="Sydney Smith (SHE/HER)" userId="75bd3373-d498-49ce-93fb-5eda2515e74b" providerId="ADAL" clId="{5CC77F53-A7CF-42A0-958E-C7735E228AB9}" dt="2022-04-20T14:15:27.704" v="7585" actId="47"/>
        <pc:sldMkLst>
          <pc:docMk/>
          <pc:sldMk cId="2539197032" sldId="2076138369"/>
        </pc:sldMkLst>
      </pc:sldChg>
      <pc:sldChg chg="del">
        <pc:chgData name="Sydney Smith (SHE/HER)" userId="75bd3373-d498-49ce-93fb-5eda2515e74b" providerId="ADAL" clId="{5CC77F53-A7CF-42A0-958E-C7735E228AB9}" dt="2022-04-20T14:15:29.119" v="7586" actId="47"/>
        <pc:sldMkLst>
          <pc:docMk/>
          <pc:sldMk cId="3831984282" sldId="2076138370"/>
        </pc:sldMkLst>
      </pc:sldChg>
      <pc:sldChg chg="addSp delSp modSp mod setBg">
        <pc:chgData name="Sydney Smith (SHE/HER)" userId="75bd3373-d498-49ce-93fb-5eda2515e74b" providerId="ADAL" clId="{5CC77F53-A7CF-42A0-958E-C7735E228AB9}" dt="2022-04-20T14:38:49.625" v="7669" actId="1076"/>
        <pc:sldMkLst>
          <pc:docMk/>
          <pc:sldMk cId="2799843568" sldId="2076138371"/>
        </pc:sldMkLst>
        <pc:spChg chg="mod">
          <ac:chgData name="Sydney Smith (SHE/HER)" userId="75bd3373-d498-49ce-93fb-5eda2515e74b" providerId="ADAL" clId="{5CC77F53-A7CF-42A0-958E-C7735E228AB9}" dt="2022-04-20T14:32:16.398" v="7644" actId="1076"/>
          <ac:spMkLst>
            <pc:docMk/>
            <pc:sldMk cId="2799843568" sldId="2076138371"/>
            <ac:spMk id="4" creationId="{C0D002D0-FE76-4B2A-A8B0-3743131951F2}"/>
          </ac:spMkLst>
        </pc:spChg>
        <pc:spChg chg="ord">
          <ac:chgData name="Sydney Smith (SHE/HER)" userId="75bd3373-d498-49ce-93fb-5eda2515e74b" providerId="ADAL" clId="{5CC77F53-A7CF-42A0-958E-C7735E228AB9}" dt="2022-04-20T14:31:24.927" v="7638" actId="26606"/>
          <ac:spMkLst>
            <pc:docMk/>
            <pc:sldMk cId="2799843568" sldId="2076138371"/>
            <ac:spMk id="5" creationId="{68E18ABE-20C4-4F22-A17B-664D1A8D0C41}"/>
          </ac:spMkLst>
        </pc:spChg>
        <pc:spChg chg="add mod">
          <ac:chgData name="Sydney Smith (SHE/HER)" userId="75bd3373-d498-49ce-93fb-5eda2515e74b" providerId="ADAL" clId="{5CC77F53-A7CF-42A0-958E-C7735E228AB9}" dt="2022-04-20T14:32:43.244" v="7648" actId="13822"/>
          <ac:spMkLst>
            <pc:docMk/>
            <pc:sldMk cId="2799843568" sldId="2076138371"/>
            <ac:spMk id="10" creationId="{DA04839A-268A-4B34-9BF8-14FC37D83F9B}"/>
          </ac:spMkLst>
        </pc:spChg>
        <pc:spChg chg="add del">
          <ac:chgData name="Sydney Smith (SHE/HER)" userId="75bd3373-d498-49ce-93fb-5eda2515e74b" providerId="ADAL" clId="{5CC77F53-A7CF-42A0-958E-C7735E228AB9}" dt="2022-04-20T14:31:24.927" v="7638" actId="26606"/>
          <ac:spMkLst>
            <pc:docMk/>
            <pc:sldMk cId="2799843568" sldId="2076138371"/>
            <ac:spMk id="14" creationId="{823AC064-BC96-4F32-8AE1-B2FD38754823}"/>
          </ac:spMkLst>
        </pc:spChg>
        <pc:picChg chg="mod ord">
          <ac:chgData name="Sydney Smith (SHE/HER)" userId="75bd3373-d498-49ce-93fb-5eda2515e74b" providerId="ADAL" clId="{5CC77F53-A7CF-42A0-958E-C7735E228AB9}" dt="2022-04-20T14:31:24.927" v="7638" actId="26606"/>
          <ac:picMkLst>
            <pc:docMk/>
            <pc:sldMk cId="2799843568" sldId="2076138371"/>
            <ac:picMk id="2" creationId="{659DA48C-50CC-E3D7-7DB6-91A16832C189}"/>
          </ac:picMkLst>
        </pc:picChg>
        <pc:picChg chg="add del mod">
          <ac:chgData name="Sydney Smith (SHE/HER)" userId="75bd3373-d498-49ce-93fb-5eda2515e74b" providerId="ADAL" clId="{5CC77F53-A7CF-42A0-958E-C7735E228AB9}" dt="2022-04-20T14:31:18.892" v="7633" actId="478"/>
          <ac:picMkLst>
            <pc:docMk/>
            <pc:sldMk cId="2799843568" sldId="2076138371"/>
            <ac:picMk id="6" creationId="{A9CCF038-CB63-4758-9271-00DD8415E288}"/>
          </ac:picMkLst>
        </pc:picChg>
        <pc:picChg chg="del">
          <ac:chgData name="Sydney Smith (SHE/HER)" userId="75bd3373-d498-49ce-93fb-5eda2515e74b" providerId="ADAL" clId="{5CC77F53-A7CF-42A0-958E-C7735E228AB9}" dt="2022-04-20T14:23:15.197" v="7623" actId="478"/>
          <ac:picMkLst>
            <pc:docMk/>
            <pc:sldMk cId="2799843568" sldId="2076138371"/>
            <ac:picMk id="7" creationId="{57220F1C-1C4E-416A-9D0B-9CDA873BC1CE}"/>
          </ac:picMkLst>
        </pc:picChg>
        <pc:picChg chg="add mod">
          <ac:chgData name="Sydney Smith (SHE/HER)" userId="75bd3373-d498-49ce-93fb-5eda2515e74b" providerId="ADAL" clId="{5CC77F53-A7CF-42A0-958E-C7735E228AB9}" dt="2022-04-20T14:31:35.221" v="7643" actId="1076"/>
          <ac:picMkLst>
            <pc:docMk/>
            <pc:sldMk cId="2799843568" sldId="2076138371"/>
            <ac:picMk id="9" creationId="{77C73B5C-C624-4E7E-872D-F1513CA02383}"/>
          </ac:picMkLst>
        </pc:picChg>
        <pc:picChg chg="add mod">
          <ac:chgData name="Sydney Smith (SHE/HER)" userId="75bd3373-d498-49ce-93fb-5eda2515e74b" providerId="ADAL" clId="{5CC77F53-A7CF-42A0-958E-C7735E228AB9}" dt="2022-04-20T14:38:49.625" v="7669" actId="1076"/>
          <ac:picMkLst>
            <pc:docMk/>
            <pc:sldMk cId="2799843568" sldId="2076138371"/>
            <ac:picMk id="12" creationId="{0442D4D4-6E86-415A-9211-F192C1700D6F}"/>
          </ac:picMkLst>
        </pc:picChg>
        <pc:cxnChg chg="add del">
          <ac:chgData name="Sydney Smith (SHE/HER)" userId="75bd3373-d498-49ce-93fb-5eda2515e74b" providerId="ADAL" clId="{5CC77F53-A7CF-42A0-958E-C7735E228AB9}" dt="2022-04-20T14:31:24.927" v="7638" actId="26606"/>
          <ac:cxnSpMkLst>
            <pc:docMk/>
            <pc:sldMk cId="2799843568" sldId="2076138371"/>
            <ac:cxnSpMk id="16" creationId="{7E7C77BC-7138-40B1-A15B-20F57A494629}"/>
          </ac:cxnSpMkLst>
        </pc:cxnChg>
        <pc:cxnChg chg="add del">
          <ac:chgData name="Sydney Smith (SHE/HER)" userId="75bd3373-d498-49ce-93fb-5eda2515e74b" providerId="ADAL" clId="{5CC77F53-A7CF-42A0-958E-C7735E228AB9}" dt="2022-04-20T14:31:24.927" v="7638" actId="26606"/>
          <ac:cxnSpMkLst>
            <pc:docMk/>
            <pc:sldMk cId="2799843568" sldId="2076138371"/>
            <ac:cxnSpMk id="18" creationId="{DB146403-F3D6-484B-B2ED-97F9565D0370}"/>
          </ac:cxnSpMkLst>
        </pc:cxnChg>
      </pc:sldChg>
      <pc:sldChg chg="addSp modSp mod">
        <pc:chgData name="Sydney Smith (SHE/HER)" userId="75bd3373-d498-49ce-93fb-5eda2515e74b" providerId="ADAL" clId="{5CC77F53-A7CF-42A0-958E-C7735E228AB9}" dt="2022-04-20T15:34:03.608" v="7753" actId="171"/>
        <pc:sldMkLst>
          <pc:docMk/>
          <pc:sldMk cId="3567916791" sldId="2076138372"/>
        </pc:sldMkLst>
        <pc:picChg chg="add mod ord">
          <ac:chgData name="Sydney Smith (SHE/HER)" userId="75bd3373-d498-49ce-93fb-5eda2515e74b" providerId="ADAL" clId="{5CC77F53-A7CF-42A0-958E-C7735E228AB9}" dt="2022-04-20T15:34:03.608" v="7753" actId="171"/>
          <ac:picMkLst>
            <pc:docMk/>
            <pc:sldMk cId="3567916791" sldId="2076138372"/>
            <ac:picMk id="5" creationId="{14AB8851-2E73-44E0-8FD7-A292F631BBDE}"/>
          </ac:picMkLst>
        </pc:picChg>
        <pc:picChg chg="mod">
          <ac:chgData name="Sydney Smith (SHE/HER)" userId="75bd3373-d498-49ce-93fb-5eda2515e74b" providerId="ADAL" clId="{5CC77F53-A7CF-42A0-958E-C7735E228AB9}" dt="2022-04-20T15:33:44.289" v="7747" actId="1076"/>
          <ac:picMkLst>
            <pc:docMk/>
            <pc:sldMk cId="3567916791" sldId="2076138372"/>
            <ac:picMk id="6" creationId="{ABAEC614-A971-2CAD-79CC-C48B1A2DB177}"/>
          </ac:picMkLst>
        </pc:picChg>
      </pc:sldChg>
      <pc:sldChg chg="addSp modSp mod">
        <pc:chgData name="Sydney Smith (SHE/HER)" userId="75bd3373-d498-49ce-93fb-5eda2515e74b" providerId="ADAL" clId="{5CC77F53-A7CF-42A0-958E-C7735E228AB9}" dt="2022-04-20T15:39:39.635" v="7757" actId="1076"/>
        <pc:sldMkLst>
          <pc:docMk/>
          <pc:sldMk cId="2015356509" sldId="2076138373"/>
        </pc:sldMkLst>
        <pc:spChg chg="mod">
          <ac:chgData name="Sydney Smith (SHE/HER)" userId="75bd3373-d498-49ce-93fb-5eda2515e74b" providerId="ADAL" clId="{5CC77F53-A7CF-42A0-958E-C7735E228AB9}" dt="2022-04-20T15:39:32.799" v="7756" actId="1076"/>
          <ac:spMkLst>
            <pc:docMk/>
            <pc:sldMk cId="2015356509" sldId="2076138373"/>
            <ac:spMk id="2" creationId="{5E131A54-6B27-F58A-1914-7183E3F03DBD}"/>
          </ac:spMkLst>
        </pc:spChg>
        <pc:spChg chg="mod">
          <ac:chgData name="Sydney Smith (SHE/HER)" userId="75bd3373-d498-49ce-93fb-5eda2515e74b" providerId="ADAL" clId="{5CC77F53-A7CF-42A0-958E-C7735E228AB9}" dt="2022-04-20T15:39:39.635" v="7757" actId="1076"/>
          <ac:spMkLst>
            <pc:docMk/>
            <pc:sldMk cId="2015356509" sldId="2076138373"/>
            <ac:spMk id="3" creationId="{CCEA2D2C-165B-106F-DB46-E1D96A09EA6D}"/>
          </ac:spMkLst>
        </pc:spChg>
        <pc:picChg chg="add mod ord">
          <ac:chgData name="Sydney Smith (SHE/HER)" userId="75bd3373-d498-49ce-93fb-5eda2515e74b" providerId="ADAL" clId="{5CC77F53-A7CF-42A0-958E-C7735E228AB9}" dt="2022-04-20T15:34:14.724" v="7755" actId="167"/>
          <ac:picMkLst>
            <pc:docMk/>
            <pc:sldMk cId="2015356509" sldId="2076138373"/>
            <ac:picMk id="4" creationId="{B56CBCBF-8D87-457D-98EB-BFBEB101F8C1}"/>
          </ac:picMkLst>
        </pc:picChg>
      </pc:sldChg>
      <pc:sldChg chg="add del">
        <pc:chgData name="Sydney Smith (SHE/HER)" userId="75bd3373-d498-49ce-93fb-5eda2515e74b" providerId="ADAL" clId="{5CC77F53-A7CF-42A0-958E-C7735E228AB9}" dt="2022-04-20T14:23:52.987" v="7632"/>
        <pc:sldMkLst>
          <pc:docMk/>
          <pc:sldMk cId="1548939806" sldId="2076138374"/>
        </pc:sldMkLst>
      </pc:sldChg>
      <pc:sldChg chg="addSp modSp add mod">
        <pc:chgData name="Sydney Smith (SHE/HER)" userId="75bd3373-d498-49ce-93fb-5eda2515e74b" providerId="ADAL" clId="{5CC77F53-A7CF-42A0-958E-C7735E228AB9}" dt="2022-04-20T21:37:29.172" v="7848"/>
        <pc:sldMkLst>
          <pc:docMk/>
          <pc:sldMk cId="2117856251" sldId="2076138374"/>
        </pc:sldMkLst>
        <pc:spChg chg="mod">
          <ac:chgData name="Sydney Smith (SHE/HER)" userId="75bd3373-d498-49ce-93fb-5eda2515e74b" providerId="ADAL" clId="{5CC77F53-A7CF-42A0-958E-C7735E228AB9}" dt="2022-04-20T14:33:04.903" v="7650" actId="14100"/>
          <ac:spMkLst>
            <pc:docMk/>
            <pc:sldMk cId="2117856251" sldId="2076138374"/>
            <ac:spMk id="10" creationId="{DA04839A-268A-4B34-9BF8-14FC37D83F9B}"/>
          </ac:spMkLst>
        </pc:spChg>
        <pc:picChg chg="add mod">
          <ac:chgData name="Sydney Smith (SHE/HER)" userId="75bd3373-d498-49ce-93fb-5eda2515e74b" providerId="ADAL" clId="{5CC77F53-A7CF-42A0-958E-C7735E228AB9}" dt="2022-04-20T14:37:21.949" v="7667" actId="1076"/>
          <ac:picMkLst>
            <pc:docMk/>
            <pc:sldMk cId="2117856251" sldId="2076138374"/>
            <ac:picMk id="6" creationId="{7FEE8E9C-AD86-4D55-8F32-840724373A84}"/>
          </ac:picMkLst>
        </pc:picChg>
        <pc:picChg chg="add mod">
          <ac:chgData name="Sydney Smith (SHE/HER)" userId="75bd3373-d498-49ce-93fb-5eda2515e74b" providerId="ADAL" clId="{5CC77F53-A7CF-42A0-958E-C7735E228AB9}" dt="2022-04-20T21:37:29.172" v="7848"/>
          <ac:picMkLst>
            <pc:docMk/>
            <pc:sldMk cId="2117856251" sldId="2076138374"/>
            <ac:picMk id="11" creationId="{FEA9C739-F4F7-4C25-88E1-828D01C91E97}"/>
          </ac:picMkLst>
        </pc:picChg>
      </pc:sldChg>
      <pc:sldChg chg="addSp delSp modSp add mod setBg">
        <pc:chgData name="Sydney Smith (SHE/HER)" userId="75bd3373-d498-49ce-93fb-5eda2515e74b" providerId="ADAL" clId="{5CC77F53-A7CF-42A0-958E-C7735E228AB9}" dt="2022-04-20T21:37:21.451" v="7847"/>
        <pc:sldMkLst>
          <pc:docMk/>
          <pc:sldMk cId="12162473" sldId="2076138375"/>
        </pc:sldMkLst>
        <pc:spChg chg="mod">
          <ac:chgData name="Sydney Smith (SHE/HER)" userId="75bd3373-d498-49ce-93fb-5eda2515e74b" providerId="ADAL" clId="{5CC77F53-A7CF-42A0-958E-C7735E228AB9}" dt="2022-04-20T14:36:15.101" v="7665" actId="26606"/>
          <ac:spMkLst>
            <pc:docMk/>
            <pc:sldMk cId="12162473" sldId="2076138375"/>
            <ac:spMk id="4" creationId="{C0D002D0-FE76-4B2A-A8B0-3743131951F2}"/>
          </ac:spMkLst>
        </pc:spChg>
        <pc:spChg chg="ord">
          <ac:chgData name="Sydney Smith (SHE/HER)" userId="75bd3373-d498-49ce-93fb-5eda2515e74b" providerId="ADAL" clId="{5CC77F53-A7CF-42A0-958E-C7735E228AB9}" dt="2022-04-20T14:36:15.101" v="7665" actId="26606"/>
          <ac:spMkLst>
            <pc:docMk/>
            <pc:sldMk cId="12162473" sldId="2076138375"/>
            <ac:spMk id="5" creationId="{68E18ABE-20C4-4F22-A17B-664D1A8D0C41}"/>
          </ac:spMkLst>
        </pc:spChg>
        <pc:spChg chg="del">
          <ac:chgData name="Sydney Smith (SHE/HER)" userId="75bd3373-d498-49ce-93fb-5eda2515e74b" providerId="ADAL" clId="{5CC77F53-A7CF-42A0-958E-C7735E228AB9}" dt="2022-04-20T14:33:22.532" v="7652" actId="478"/>
          <ac:spMkLst>
            <pc:docMk/>
            <pc:sldMk cId="12162473" sldId="2076138375"/>
            <ac:spMk id="10" creationId="{DA04839A-268A-4B34-9BF8-14FC37D83F9B}"/>
          </ac:spMkLst>
        </pc:spChg>
        <pc:spChg chg="add del">
          <ac:chgData name="Sydney Smith (SHE/HER)" userId="75bd3373-d498-49ce-93fb-5eda2515e74b" providerId="ADAL" clId="{5CC77F53-A7CF-42A0-958E-C7735E228AB9}" dt="2022-04-20T14:36:15.101" v="7665" actId="26606"/>
          <ac:spMkLst>
            <pc:docMk/>
            <pc:sldMk cId="12162473" sldId="2076138375"/>
            <ac:spMk id="14" creationId="{70155189-D96C-4527-B0EC-654B946BE615}"/>
          </ac:spMkLst>
        </pc:spChg>
        <pc:picChg chg="mod ord">
          <ac:chgData name="Sydney Smith (SHE/HER)" userId="75bd3373-d498-49ce-93fb-5eda2515e74b" providerId="ADAL" clId="{5CC77F53-A7CF-42A0-958E-C7735E228AB9}" dt="2022-04-20T14:36:15.101" v="7665" actId="26606"/>
          <ac:picMkLst>
            <pc:docMk/>
            <pc:sldMk cId="12162473" sldId="2076138375"/>
            <ac:picMk id="2" creationId="{659DA48C-50CC-E3D7-7DB6-91A16832C189}"/>
          </ac:picMkLst>
        </pc:picChg>
        <pc:picChg chg="add del mod">
          <ac:chgData name="Sydney Smith (SHE/HER)" userId="75bd3373-d498-49ce-93fb-5eda2515e74b" providerId="ADAL" clId="{5CC77F53-A7CF-42A0-958E-C7735E228AB9}" dt="2022-04-20T14:36:04.534" v="7661" actId="478"/>
          <ac:picMkLst>
            <pc:docMk/>
            <pc:sldMk cId="12162473" sldId="2076138375"/>
            <ac:picMk id="6" creationId="{813D3629-24AD-40D4-806F-77596FDFC0D6}"/>
          </ac:picMkLst>
        </pc:picChg>
        <pc:picChg chg="add mod">
          <ac:chgData name="Sydney Smith (SHE/HER)" userId="75bd3373-d498-49ce-93fb-5eda2515e74b" providerId="ADAL" clId="{5CC77F53-A7CF-42A0-958E-C7735E228AB9}" dt="2022-04-20T14:36:15.101" v="7665" actId="26606"/>
          <ac:picMkLst>
            <pc:docMk/>
            <pc:sldMk cId="12162473" sldId="2076138375"/>
            <ac:picMk id="8" creationId="{B066FC5D-8B00-499A-9604-1D9ADD6E35C3}"/>
          </ac:picMkLst>
        </pc:picChg>
        <pc:picChg chg="mod">
          <ac:chgData name="Sydney Smith (SHE/HER)" userId="75bd3373-d498-49ce-93fb-5eda2515e74b" providerId="ADAL" clId="{5CC77F53-A7CF-42A0-958E-C7735E228AB9}" dt="2022-04-20T14:36:15.101" v="7665" actId="26606"/>
          <ac:picMkLst>
            <pc:docMk/>
            <pc:sldMk cId="12162473" sldId="2076138375"/>
            <ac:picMk id="9" creationId="{77C73B5C-C624-4E7E-872D-F1513CA02383}"/>
          </ac:picMkLst>
        </pc:picChg>
        <pc:picChg chg="add mod">
          <ac:chgData name="Sydney Smith (SHE/HER)" userId="75bd3373-d498-49ce-93fb-5eda2515e74b" providerId="ADAL" clId="{5CC77F53-A7CF-42A0-958E-C7735E228AB9}" dt="2022-04-20T21:37:15.979" v="7846"/>
          <ac:picMkLst>
            <pc:docMk/>
            <pc:sldMk cId="12162473" sldId="2076138375"/>
            <ac:picMk id="12" creationId="{211ACCEF-8778-45C9-AD11-C1CB95FE8412}"/>
          </ac:picMkLst>
        </pc:picChg>
        <pc:picChg chg="add mod">
          <ac:chgData name="Sydney Smith (SHE/HER)" userId="75bd3373-d498-49ce-93fb-5eda2515e74b" providerId="ADAL" clId="{5CC77F53-A7CF-42A0-958E-C7735E228AB9}" dt="2022-04-20T21:37:21.451" v="7847"/>
          <ac:picMkLst>
            <pc:docMk/>
            <pc:sldMk cId="12162473" sldId="2076138375"/>
            <ac:picMk id="13" creationId="{49273DD5-89DA-41C2-B34C-A6A129661DBB}"/>
          </ac:picMkLst>
        </pc:picChg>
      </pc:sldChg>
      <pc:sldChg chg="add del">
        <pc:chgData name="Sydney Smith (SHE/HER)" userId="75bd3373-d498-49ce-93fb-5eda2515e74b" providerId="ADAL" clId="{5CC77F53-A7CF-42A0-958E-C7735E228AB9}" dt="2022-04-20T14:23:49.730" v="7631"/>
        <pc:sldMkLst>
          <pc:docMk/>
          <pc:sldMk cId="4217116581" sldId="2076138375"/>
        </pc:sldMkLst>
      </pc:sldChg>
    </pc:docChg>
  </pc:docChgLst>
  <pc:docChgLst>
    <pc:chgData name="Jeffrey Snover" userId="S::jsnover@ntdev.microsoft.com::5d9eba03-8f78-415e-aef2-793173fac816" providerId="AD" clId="Web-{1150D332-8089-1E5C-ECC3-0D8DC92502A6}"/>
    <pc:docChg chg="modSld">
      <pc:chgData name="Jeffrey Snover" userId="S::jsnover@ntdev.microsoft.com::5d9eba03-8f78-415e-aef2-793173fac816" providerId="AD" clId="Web-{1150D332-8089-1E5C-ECC3-0D8DC92502A6}" dt="2022-04-20T21:27:19.247" v="82" actId="20577"/>
      <pc:docMkLst>
        <pc:docMk/>
      </pc:docMkLst>
      <pc:sldChg chg="addSp delSp">
        <pc:chgData name="Jeffrey Snover" userId="S::jsnover@ntdev.microsoft.com::5d9eba03-8f78-415e-aef2-793173fac816" providerId="AD" clId="Web-{1150D332-8089-1E5C-ECC3-0D8DC92502A6}" dt="2022-04-20T21:06:10.788" v="11"/>
        <pc:sldMkLst>
          <pc:docMk/>
          <pc:sldMk cId="1744196703" sldId="260"/>
        </pc:sldMkLst>
        <pc:grpChg chg="add">
          <ac:chgData name="Jeffrey Snover" userId="S::jsnover@ntdev.microsoft.com::5d9eba03-8f78-415e-aef2-793173fac816" providerId="AD" clId="Web-{1150D332-8089-1E5C-ECC3-0D8DC92502A6}" dt="2022-04-20T21:05:49.647" v="5"/>
          <ac:grpSpMkLst>
            <pc:docMk/>
            <pc:sldMk cId="1744196703" sldId="260"/>
            <ac:grpSpMk id="3" creationId="{AB247902-6132-5CF2-DA2D-FD2928F7ECBA}"/>
          </ac:grpSpMkLst>
        </pc:grpChg>
        <pc:picChg chg="del">
          <ac:chgData name="Jeffrey Snover" userId="S::jsnover@ntdev.microsoft.com::5d9eba03-8f78-415e-aef2-793173fac816" providerId="AD" clId="Web-{1150D332-8089-1E5C-ECC3-0D8DC92502A6}" dt="2022-04-20T21:06:10.788" v="11"/>
          <ac:picMkLst>
            <pc:docMk/>
            <pc:sldMk cId="1744196703" sldId="260"/>
            <ac:picMk id="7" creationId="{E14F7038-1122-42B4-9BFB-3AF89AFF6E62}"/>
          </ac:picMkLst>
        </pc:picChg>
        <pc:picChg chg="del">
          <ac:chgData name="Jeffrey Snover" userId="S::jsnover@ntdev.microsoft.com::5d9eba03-8f78-415e-aef2-793173fac816" providerId="AD" clId="Web-{1150D332-8089-1E5C-ECC3-0D8DC92502A6}" dt="2022-04-20T21:06:09.710" v="10"/>
          <ac:picMkLst>
            <pc:docMk/>
            <pc:sldMk cId="1744196703" sldId="260"/>
            <ac:picMk id="10" creationId="{97A7B69B-B6BF-4FA2-951E-20D3A645C83C}"/>
          </ac:picMkLst>
        </pc:picChg>
        <pc:picChg chg="del">
          <ac:chgData name="Jeffrey Snover" userId="S::jsnover@ntdev.microsoft.com::5d9eba03-8f78-415e-aef2-793173fac816" providerId="AD" clId="Web-{1150D332-8089-1E5C-ECC3-0D8DC92502A6}" dt="2022-04-20T21:06:08.132" v="9"/>
          <ac:picMkLst>
            <pc:docMk/>
            <pc:sldMk cId="1744196703" sldId="260"/>
            <ac:picMk id="11" creationId="{1C6A0CD8-1AC8-4690-85FE-130A098D39C8}"/>
          </ac:picMkLst>
        </pc:picChg>
        <pc:picChg chg="del">
          <ac:chgData name="Jeffrey Snover" userId="S::jsnover@ntdev.microsoft.com::5d9eba03-8f78-415e-aef2-793173fac816" providerId="AD" clId="Web-{1150D332-8089-1E5C-ECC3-0D8DC92502A6}" dt="2022-04-20T21:06:06.132" v="8"/>
          <ac:picMkLst>
            <pc:docMk/>
            <pc:sldMk cId="1744196703" sldId="260"/>
            <ac:picMk id="4098" creationId="{F3D56ED4-5866-4BCA-B402-3593118BF87A}"/>
          </ac:picMkLst>
        </pc:picChg>
      </pc:sldChg>
      <pc:sldChg chg="addSp delSp modSp mod modClrScheme chgLayout">
        <pc:chgData name="Jeffrey Snover" userId="S::jsnover@ntdev.microsoft.com::5d9eba03-8f78-415e-aef2-793173fac816" providerId="AD" clId="Web-{1150D332-8089-1E5C-ECC3-0D8DC92502A6}" dt="2022-04-20T21:27:19.247" v="82" actId="20577"/>
        <pc:sldMkLst>
          <pc:docMk/>
          <pc:sldMk cId="992228885" sldId="2070"/>
        </pc:sldMkLst>
        <pc:spChg chg="mod ord">
          <ac:chgData name="Jeffrey Snover" userId="S::jsnover@ntdev.microsoft.com::5d9eba03-8f78-415e-aef2-793173fac816" providerId="AD" clId="Web-{1150D332-8089-1E5C-ECC3-0D8DC92502A6}" dt="2022-04-20T21:24:27.789" v="30" actId="1076"/>
          <ac:spMkLst>
            <pc:docMk/>
            <pc:sldMk cId="992228885" sldId="2070"/>
            <ac:spMk id="3" creationId="{1C726535-04A9-41B3-9FDE-87CC63CF7CF4}"/>
          </ac:spMkLst>
        </pc:spChg>
        <pc:spChg chg="add mod ord">
          <ac:chgData name="Jeffrey Snover" userId="S::jsnover@ntdev.microsoft.com::5d9eba03-8f78-415e-aef2-793173fac816" providerId="AD" clId="Web-{1150D332-8089-1E5C-ECC3-0D8DC92502A6}" dt="2022-04-20T21:24:13.820" v="29" actId="20577"/>
          <ac:spMkLst>
            <pc:docMk/>
            <pc:sldMk cId="992228885" sldId="2070"/>
            <ac:spMk id="5" creationId="{12FFFB1C-31A8-25DC-7346-B8E05F0F94B7}"/>
          </ac:spMkLst>
        </pc:spChg>
        <pc:spChg chg="add mod">
          <ac:chgData name="Jeffrey Snover" userId="S::jsnover@ntdev.microsoft.com::5d9eba03-8f78-415e-aef2-793173fac816" providerId="AD" clId="Web-{1150D332-8089-1E5C-ECC3-0D8DC92502A6}" dt="2022-04-20T21:27:19.247" v="82" actId="20577"/>
          <ac:spMkLst>
            <pc:docMk/>
            <pc:sldMk cId="992228885" sldId="2070"/>
            <ac:spMk id="6" creationId="{1DB4F781-3853-F9AB-CEC9-AB7EAE5797FD}"/>
          </ac:spMkLst>
        </pc:spChg>
        <pc:spChg chg="add del">
          <ac:chgData name="Jeffrey Snover" userId="S::jsnover@ntdev.microsoft.com::5d9eba03-8f78-415e-aef2-793173fac816" providerId="AD" clId="Web-{1150D332-8089-1E5C-ECC3-0D8DC92502A6}" dt="2022-04-20T21:26:38.637" v="76"/>
          <ac:spMkLst>
            <pc:docMk/>
            <pc:sldMk cId="992228885" sldId="2070"/>
            <ac:spMk id="7" creationId="{D7E39A58-D01F-350C-57C1-F8C6F71543CC}"/>
          </ac:spMkLst>
        </pc:spChg>
        <pc:picChg chg="mod">
          <ac:chgData name="Jeffrey Snover" userId="S::jsnover@ntdev.microsoft.com::5d9eba03-8f78-415e-aef2-793173fac816" providerId="AD" clId="Web-{1150D332-8089-1E5C-ECC3-0D8DC92502A6}" dt="2022-04-20T21:10:30.045" v="12" actId="1076"/>
          <ac:picMkLst>
            <pc:docMk/>
            <pc:sldMk cId="992228885" sldId="2070"/>
            <ac:picMk id="2" creationId="{5123F62A-8C6E-2D0C-17C5-DAACFCD203B0}"/>
          </ac:picMkLst>
        </pc:picChg>
      </pc:sldChg>
      <pc:sldChg chg="addSp">
        <pc:chgData name="Jeffrey Snover" userId="S::jsnover@ntdev.microsoft.com::5d9eba03-8f78-415e-aef2-793173fac816" providerId="AD" clId="Web-{1150D332-8089-1E5C-ECC3-0D8DC92502A6}" dt="2022-04-20T21:05:59.772" v="7"/>
        <pc:sldMkLst>
          <pc:docMk/>
          <pc:sldMk cId="1204416956" sldId="2082"/>
        </pc:sldMkLst>
        <pc:grpChg chg="add">
          <ac:chgData name="Jeffrey Snover" userId="S::jsnover@ntdev.microsoft.com::5d9eba03-8f78-415e-aef2-793173fac816" providerId="AD" clId="Web-{1150D332-8089-1E5C-ECC3-0D8DC92502A6}" dt="2022-04-20T21:05:59.772" v="7"/>
          <ac:grpSpMkLst>
            <pc:docMk/>
            <pc:sldMk cId="1204416956" sldId="2082"/>
            <ac:grpSpMk id="2" creationId="{A53A6060-06FC-818A-DAC8-9F3D36ABD3CF}"/>
          </ac:grpSpMkLst>
        </pc:grpChg>
      </pc:sldChg>
      <pc:sldChg chg="addAnim modAnim">
        <pc:chgData name="Jeffrey Snover" userId="S::jsnover@ntdev.microsoft.com::5d9eba03-8f78-415e-aef2-793173fac816" providerId="AD" clId="Web-{1150D332-8089-1E5C-ECC3-0D8DC92502A6}" dt="2022-04-20T20:58:36.041" v="2"/>
        <pc:sldMkLst>
          <pc:docMk/>
          <pc:sldMk cId="1987332037" sldId="2092"/>
        </pc:sldMkLst>
      </pc:sldChg>
      <pc:sldChg chg="addSp delSp">
        <pc:chgData name="Jeffrey Snover" userId="S::jsnover@ntdev.microsoft.com::5d9eba03-8f78-415e-aef2-793173fac816" providerId="AD" clId="Web-{1150D332-8089-1E5C-ECC3-0D8DC92502A6}" dt="2022-04-20T21:05:53.506" v="6"/>
        <pc:sldMkLst>
          <pc:docMk/>
          <pc:sldMk cId="2688108587" sldId="2093"/>
        </pc:sldMkLst>
        <pc:grpChg chg="add">
          <ac:chgData name="Jeffrey Snover" userId="S::jsnover@ntdev.microsoft.com::5d9eba03-8f78-415e-aef2-793173fac816" providerId="AD" clId="Web-{1150D332-8089-1E5C-ECC3-0D8DC92502A6}" dt="2022-04-20T21:05:53.506" v="6"/>
          <ac:grpSpMkLst>
            <pc:docMk/>
            <pc:sldMk cId="2688108587" sldId="2093"/>
            <ac:grpSpMk id="5" creationId="{6FAAF3EB-2FF5-281D-FD43-B4A0662D380A}"/>
          </ac:grpSpMkLst>
        </pc:grpChg>
        <pc:picChg chg="add del">
          <ac:chgData name="Jeffrey Snover" userId="S::jsnover@ntdev.microsoft.com::5d9eba03-8f78-415e-aef2-793173fac816" providerId="AD" clId="Web-{1150D332-8089-1E5C-ECC3-0D8DC92502A6}" dt="2022-04-20T21:05:41.115" v="4"/>
          <ac:picMkLst>
            <pc:docMk/>
            <pc:sldMk cId="2688108587" sldId="2093"/>
            <ac:picMk id="3" creationId="{B077D8F7-F1CA-9C35-764B-3F5ED854C026}"/>
          </ac:picMkLst>
        </pc:picChg>
      </pc:sldChg>
    </pc:docChg>
  </pc:docChgLst>
  <pc:docChgLst>
    <pc:chgData name="Jason Helmick" userId="S::jahelmic@microsoft.com::4d62dfd8-4666-4b3a-86fb-ee321fffbfda" providerId="AD" clId="Web-{843233FA-7DC9-99C3-9782-C6520109847E}"/>
    <pc:docChg chg="">
      <pc:chgData name="Jason Helmick" userId="S::jahelmic@microsoft.com::4d62dfd8-4666-4b3a-86fb-ee321fffbfda" providerId="AD" clId="Web-{843233FA-7DC9-99C3-9782-C6520109847E}" dt="2022-04-15T17:18:52.787" v="0"/>
      <pc:docMkLst>
        <pc:docMk/>
      </pc:docMkLst>
      <pc:sldChg chg="modCm">
        <pc:chgData name="Jason Helmick" userId="S::jahelmic@microsoft.com::4d62dfd8-4666-4b3a-86fb-ee321fffbfda" providerId="AD" clId="Web-{843233FA-7DC9-99C3-9782-C6520109847E}" dt="2022-04-15T17:18:52.787" v="0"/>
        <pc:sldMkLst>
          <pc:docMk/>
          <pc:sldMk cId="2073379991" sldId="2076"/>
        </pc:sldMkLst>
      </pc:sldChg>
    </pc:docChg>
  </pc:docChgLst>
</pc:chgInfo>
</file>

<file path=ppt/comments/modernComment_7BBF5B87_B995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365516E-7480-4F37-8EE1-0E42517AC5B2}" authorId="{EC4A3FD0-2663-81D0-BD15-DAC62341F820}" created="2022-04-20T14:59:27.957">
    <pc:sldMkLst xmlns:pc="http://schemas.microsoft.com/office/powerpoint/2013/main/command">
      <pc:docMk/>
      <pc:sldMk cId="12162473" sldId="2076138375"/>
    </pc:sldMkLst>
    <p188:replyLst>
      <p188:reply id="{BAAF57AD-1CA3-B04F-B044-241D4EB2EA3B}" authorId="{AA98A193-2389-E629-F076-AE7585B329FA}" created="2022-04-21T18:47:58.618">
        <p188:txBody>
          <a:bodyPr/>
          <a:lstStyle/>
          <a:p>
            <a:r>
              <a:rPr lang="en-US"/>
              <a:t>Also, Michael suggested node count.  Last month we saw %75 increase in nodes for linux.  Might consider adding this slide.
</a:t>
            </a:r>
          </a:p>
        </p188:txBody>
      </p188:reply>
    </p188:replyLst>
    <p188:txBody>
      <a:bodyPr/>
      <a:lstStyle/>
      <a:p>
        <a:r>
          <a:rPr lang="en-US"/>
          <a:t>I wonder if there's value to also provide a view based on nodes vs sessions as I think that's closer between Linux and Windows and shows it was worth the cross platform effort</a:t>
        </a:r>
      </a:p>
    </p188:txBody>
  </p188:cm>
</p188:cmLst>
</file>

<file path=ppt/comments/modernComment_81C_7B95449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078332-E844-4667-88FF-9C1668F431E7}" authorId="{2FA9E7CF-4A79-0B5C-232B-F6087FCC85D9}" status="resolved" created="2022-04-15T17:11:18.990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73379991" sldId="2076"/>
      <ac:picMk id="3" creationId="{019AD1FD-F612-036B-23DD-CE39103231B8}"/>
    </ac:deMkLst>
    <p188:replyLst>
      <p188:reply id="{C9FB5BAF-E585-43C3-8A3C-A90BEFDE421D}" authorId="{2FA9E7CF-4A79-0B5C-232B-F6087FCC85D9}" created="2022-04-15T17:12:22.527">
        <p188:txBody>
          <a:bodyPr/>
          <a:lstStyle/>
          <a:p>
            <a:r>
              <a:rPr lang="en-US"/>
              <a:t>Or maybe we can use the agility theme to transition into the demo The world changes quickly, and the challenges are immediate.
So, we should build our engineering processes for agility.  </a:t>
            </a:r>
          </a:p>
        </p188:txBody>
      </p188:reply>
      <p188:reply id="{8E72AD4B-0BBB-4F8A-ABF4-7DA238710E77}" authorId="{AA98A193-2389-E629-F076-AE7585B329FA}" created="2022-04-15T17:18:52.787">
        <p188:txBody>
          <a:bodyPr/>
          <a:lstStyle/>
          <a:p>
            <a:r>
              <a:rPr lang="en-US"/>
              <a:t>WE aren't really demo'ing any engineering process...but I agree we could add it for symmetry, then maybe the transition is "Showing this all working together" or something?</a:t>
            </a:r>
          </a:p>
        </p188:txBody>
      </p188:reply>
      <p188:reply id="{9AE11796-0B5D-4C73-9FC4-AF1BEF02D7E1}" authorId="{2FA9E7CF-4A79-0B5C-232B-F6087FCC85D9}" created="2022-04-15T17:39:08.088">
        <p188:txBody>
          <a:bodyPr/>
          <a:lstStyle/>
          <a:p>
            <a:r>
              <a:rPr lang="en-US"/>
              <a:t>Agreed will add that to this slide...still like the transition that connects us back to origional statement that the world is messy and we have problems to solve today--- exciting stuff to come but also stuff is available today which is what we are demoing (we arent demoing the stuff we are currently working on)</a:t>
            </a:r>
          </a:p>
        </p188:txBody>
      </p188:reply>
    </p188:replyLst>
    <p188:txBody>
      <a:bodyPr/>
      <a:lstStyle/>
      <a:p>
        <a:r>
          <a:rPr lang="en-US"/>
          <a:t>Wondering if we should add the agility theme in here as well for symmetry </a:t>
        </a:r>
      </a:p>
    </p188:txBody>
  </p188:cm>
</p188:cmLst>
</file>

<file path=ppt/comments/modernComment_100_7ABA76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896A8C-51EC-4935-8D4B-AFCBA435D5A8}" authorId="{2FA9E7CF-4A79-0B5C-232B-F6087FCC85D9}" created="2022-04-15T17:13:23.394">
    <pc:sldMkLst xmlns:pc="http://schemas.microsoft.com/office/powerpoint/2013/main/command">
      <pc:docMk/>
      <pc:sldMk cId="2059040397" sldId="256"/>
    </pc:sldMkLst>
    <p188:replyLst>
      <p188:reply id="{E7E63F3C-E247-8E42-9F30-D6006304B376}" authorId="{AA98A193-2389-E629-F076-AE7585B329FA}" created="2022-04-15T20:12:01.010">
        <p188:txBody>
          <a:bodyPr/>
          <a:lstStyle/>
          <a:p>
            <a:r>
              <a:rPr lang="en-US"/>
              <a:t>! Great point. I’ll add 
</a:t>
            </a:r>
          </a:p>
        </p188:txBody>
      </p188:reply>
    </p188:replyLst>
    <p188:txBody>
      <a:bodyPr/>
      <a:lstStyle/>
      <a:p>
        <a:r>
          <a:rPr lang="en-US"/>
          <a:t>Will we end with the demo or do we want a point to follow up sessions slide?</a:t>
        </a:r>
      </a:p>
    </p188:txBody>
  </p188:cm>
</p188:cmLst>
</file>

<file path=ppt/comments/modernComment_818_2959046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A0CB00-9E9F-49F5-BD28-9812ACD18B71}" authorId="{EC4A3FD0-2663-81D0-BD15-DAC62341F820}" created="2022-04-20T14:56:48.93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93699695" sldId="2072"/>
      <ac:picMk id="2" creationId="{B17B2574-73D0-C5F1-DE87-830604842E68}"/>
    </ac:deMkLst>
    <p188:replyLst>
      <p188:reply id="{4A8E7B70-4942-4C79-A7AE-A59AE1BBB992}" authorId="{2FA9E7CF-4A79-0B5C-232B-F6087FCC85D9}" created="2022-04-20T21:39:11.975">
        <p188:txBody>
          <a:bodyPr/>
          <a:lstStyle/>
          <a:p>
            <a:r>
              <a:rPr lang="en-US"/>
              <a:t>Added</a:t>
            </a:r>
          </a:p>
        </p188:txBody>
      </p188:reply>
    </p188:replyLst>
    <p188:txBody>
      <a:bodyPr/>
      <a:lstStyle/>
      <a:p>
        <a:r>
          <a:rPr lang="en-US"/>
          <a:t>Monthly Community Call should be called out?  SSH based remoting?</a:t>
        </a:r>
      </a:p>
    </p188:txBody>
  </p188:cm>
  <p188:cm id="{DAC1D183-DE1B-4DE3-A301-F2E1C95CAE46}" authorId="{EC4A3FD0-2663-81D0-BD15-DAC62341F820}" created="2022-04-20T14:57:20.6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693699695" sldId="2072"/>
      <ac:spMk id="4" creationId="{1B87B61F-315C-4C7A-82E9-AA14A3D362D9}"/>
      <ac:txMk cp="94" len="46">
        <ac:context len="441" hash="3807795564"/>
      </ac:txMk>
    </ac:txMkLst>
    <p188:pos x="972949" y="1536915"/>
    <p188:replyLst>
      <p188:reply id="{BFE11408-3A2E-4FC7-8C63-738981D8ABA2}" authorId="{2FA9E7CF-4A79-0B5C-232B-F6087FCC85D9}" created="2022-04-20T21:39:46.644">
        <p188:txBody>
          <a:bodyPr/>
          <a:lstStyle/>
          <a:p>
            <a:r>
              <a:rPr lang="en-US"/>
              <a:t>Don’t think there's a particular reason-- updated</a:t>
            </a:r>
          </a:p>
        </p188:txBody>
      </p188:reply>
    </p188:replyLst>
    <p188:txBody>
      <a:bodyPr/>
      <a:lstStyle/>
      <a:p>
        <a:r>
          <a:rPr lang="en-US"/>
          <a:t>Is there a specific reason to call out Windows or just say "Windows/Linux container images"?</a:t>
        </a:r>
      </a:p>
    </p188:txBody>
  </p188:cm>
  <p188:cm id="{FAFEC25F-26DF-4A10-8E1E-82898040ADF3}" authorId="{EC4A3FD0-2663-81D0-BD15-DAC62341F820}" created="2022-04-20T14:58:02.20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93699695" sldId="2072"/>
      <ac:spMk id="8" creationId="{CF3FC591-7F2C-4527-82E7-2E056F193F1A}"/>
    </ac:deMkLst>
    <p188:replyLst>
      <p188:reply id="{46263075-21D2-460B-84E0-256007DBC7EC}" authorId="{2FA9E7CF-4A79-0B5C-232B-F6087FCC85D9}" created="2022-04-20T21:39:51.007">
        <p188:txBody>
          <a:bodyPr/>
          <a:lstStyle/>
          <a:p>
            <a:r>
              <a:rPr lang="en-US"/>
              <a:t>added</a:t>
            </a:r>
          </a:p>
        </p188:txBody>
      </p188:reply>
    </p188:replyLst>
    <p188:txBody>
      <a:bodyPr/>
      <a:lstStyle/>
      <a:p>
        <a:r>
          <a:rPr lang="en-US"/>
          <a:t>Microsoft Update support should be called out</a:t>
        </a:r>
      </a:p>
    </p188:txBody>
  </p188:cm>
</p188:cmLst>
</file>

<file path=ppt/comments/modernComment_827_3B08435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1E5327C-7A51-4335-8312-EF043E9E15C9}" authorId="{2FA9E7CF-4A79-0B5C-232B-F6087FCC85D9}" created="2022-04-15T15:44:15.805">
    <pc:sldMkLst xmlns:pc="http://schemas.microsoft.com/office/powerpoint/2013/main/command">
      <pc:docMk/>
      <pc:sldMk cId="990397270" sldId="2087"/>
    </pc:sldMkLst>
    <p188:replyLst>
      <p188:reply id="{69925463-D992-43EA-9293-5EA448B741E9}" authorId="{AA98A193-2389-E629-F076-AE7585B329FA}" created="2022-04-15T16:28:12.194">
        <p188:txBody>
          <a:bodyPr/>
          <a:lstStyle/>
          <a:p>
            <a:r>
              <a:rPr lang="en-US"/>
              <a:t>Maybe the concepts "Engineered for agility" - "Designed to evolve" -- Sacred vow - it wasn't just a promise. It's a continued effort to grow and extend PowerShell to serve the needs of operations.       Sydney - is this the direction you were thinking about?</a:t>
            </a:r>
          </a:p>
        </p188:txBody>
      </p188:reply>
      <p188:reply id="{77513811-3EBF-074B-BBD9-E025AF736ED2}" authorId="{AA98A193-2389-E629-F076-AE7585B329FA}" created="2022-04-15T16:58:11.395">
        <p188:txBody>
          <a:bodyPr/>
          <a:lstStyle/>
          <a:p>
            <a:r>
              <a:rPr lang="en-US"/>
              <a:t>I added a slide above — what do you think of using that slide to transition and we delete this one.  Then it flows better into Jeffrey’s original statement, then our evolution…. ?</a:t>
            </a:r>
          </a:p>
        </p188:txBody>
      </p188:reply>
      <p188:reply id="{5617A17B-71AD-420A-BB91-305F36F6F8E4}" authorId="{2FA9E7CF-4A79-0B5C-232B-F6087FCC85D9}" created="2022-04-15T17:25:24.017">
        <p188:txBody>
          <a:bodyPr/>
          <a:lstStyle/>
          <a:p>
            <a:r>
              <a:rPr lang="en-US"/>
              <a:t>Oh yeah I like that! Did we mean to hide slide 11?</a:t>
            </a:r>
          </a:p>
        </p188:txBody>
      </p188:reply>
      <p188:reply id="{516B9DD6-FE68-46C2-B969-15289B90B177}" authorId="{AA98A193-2389-E629-F076-AE7585B329FA}" created="2022-04-15T17:46:25.681">
        <p188:txBody>
          <a:bodyPr/>
          <a:lstStyle/>
          <a:p>
            <a:r>
              <a:rPr lang="en-US"/>
              <a:t>nope ;)</a:t>
            </a:r>
          </a:p>
        </p188:txBody>
      </p188:reply>
    </p188:replyLst>
    <p188:txBody>
      <a:bodyPr/>
      <a:lstStyle/>
      <a:p>
        <a:r>
          <a:rPr lang="en-US"/>
          <a:t>Need to think a little about the transition here...maybe something more along the lines of "How PowerShell tries to help"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63697F-792E-40F3-AE45-49789285C1F3}" type="datetimeFigureOut">
              <a:rPr lang="en-US" smtClean="0"/>
              <a:t>4/24/22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31FFD-74BF-473C-8A7C-29BBCF01A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94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1FFD-74BF-473C-8A7C-29BBCF01AA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53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1FFD-74BF-473C-8A7C-29BBCF01AA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27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1FFD-74BF-473C-8A7C-29BBCF01AA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0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Nice to see you all….. But let me tell you the last few years have been hard, they have challenged us in new ways and today the world is a messy place and things are moving fast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1FFD-74BF-473C-8A7C-29BBCF01AA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81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And all the while the tech and technical requirements for me to do my job are moving fast…</a:t>
            </a:r>
            <a:r>
              <a:rPr lang="en-US" b="0" i="0">
                <a:effectLst/>
                <a:latin typeface="Segoe UI" panose="020B0502040204020203" pitchFamily="34" charset="0"/>
              </a:rPr>
              <a:t>“For someone working in modern operations there are too many dissimilar services, too many interfaces, too many management tools-- This is an old problem” – Michael…and every time I take a step it feels like I take a rake to the face….anyways I am having this one issue just today where I need to (start to set up demo)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1FFD-74BF-473C-8A7C-29BBCF01AA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56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J: Well Sydney, these problems aren’t so new…. We had the internet and new forms of communication like email and smart phones, we had the launch of the cloud…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Actually, these isn’t new, we had the invention of the internet, needed news way to comminate, email and such….new tech.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1FFD-74BF-473C-8A7C-29BBCF01AA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171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1FFD-74BF-473C-8A7C-29BBCF01AA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84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That sounds awfully familiar to the way our team is thinking about PowerShell today…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1FFD-74BF-473C-8A7C-29BBCF01AA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64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 briefly to what we mean by these themes:</a:t>
            </a:r>
          </a:p>
          <a:p>
            <a:pPr marL="171450" indent="-171450">
              <a:buFontTx/>
              <a:buChar char="-"/>
            </a:pPr>
            <a:r>
              <a:rPr lang="en-US"/>
              <a:t>Welcome new uses:</a:t>
            </a:r>
          </a:p>
          <a:p>
            <a:r>
              <a:rPr lang="en-US" b="0" i="1">
                <a:effectLst/>
                <a:latin typeface="Open Sans" panose="020B0606030504020204" pitchFamily="34" charset="0"/>
              </a:rPr>
              <a:t>“Learn PowerShell and we’ll do everything we can to make it the best investment you’ve ever made.” – Jeffery </a:t>
            </a:r>
          </a:p>
          <a:p>
            <a:r>
              <a:rPr lang="en-US">
                <a:latin typeface="Open Sans" panose="020B0606030504020204" pitchFamily="34" charset="0"/>
              </a:rPr>
              <a:t>PowerShell should be available wherever you want to automate– PowerShell is for all types of people</a:t>
            </a:r>
            <a:endParaRPr lang="en-US">
              <a:latin typeface="+mn-lt"/>
            </a:endParaRPr>
          </a:p>
          <a:p>
            <a:r>
              <a:rPr lang="en-US" b="0" i="0">
                <a:effectLst/>
                <a:latin typeface="Segoe UI" panose="020B0502040204020203" pitchFamily="34" charset="0"/>
              </a:rPr>
              <a:t>PowerShell is "glue language" which is to make it easy to use within a messy world (REST, native commands, .NET APIs, Linux, Windows, etc...)</a:t>
            </a:r>
          </a:p>
          <a:p>
            <a:r>
              <a:rPr lang="en-US"/>
              <a:t>Enable day one success</a:t>
            </a:r>
          </a:p>
          <a:p>
            <a:r>
              <a:rPr lang="en-US" b="0" i="0">
                <a:effectLst/>
                <a:latin typeface="Segoe UI" panose="020B0502040204020203" pitchFamily="34" charset="0"/>
              </a:rPr>
              <a:t>The PowerShell community is </a:t>
            </a:r>
            <a:r>
              <a:rPr lang="en-US"/>
              <a:t>welcoming, diverse, and encouraging to all PowerShell users</a:t>
            </a:r>
          </a:p>
          <a:p>
            <a:pPr marL="171450" indent="-171450">
              <a:buFontTx/>
              <a:buChar char="-"/>
            </a:pPr>
            <a:r>
              <a:rPr lang="en-US" b="0" i="0">
                <a:effectLst/>
                <a:latin typeface="Segoe UI" panose="020B0502040204020203" pitchFamily="34" charset="0"/>
              </a:rPr>
              <a:t>Reduce Friction </a:t>
            </a:r>
          </a:p>
          <a:p>
            <a:r>
              <a:rPr lang="en-US"/>
              <a:t>A consistent experience over time makes PowerShell easier to remember and easier to learn</a:t>
            </a:r>
          </a:p>
          <a:p>
            <a:r>
              <a:rPr lang="en-US"/>
              <a:t>The latest technology needs to accessible for PowerShell users, which means that PowerShell users need to be able to access the latest version of PowerShell</a:t>
            </a:r>
          </a:p>
          <a:p>
            <a:r>
              <a:rPr lang="en-US"/>
              <a:t>-Shipping new features and fixing bugs is fun– but focus on security and compliance make PowerShell dependable</a:t>
            </a:r>
          </a:p>
          <a:p>
            <a:r>
              <a:rPr lang="en-US"/>
              <a:t>Behind the scenes work that is critical to success for PowerShell users </a:t>
            </a:r>
          </a:p>
          <a:p>
            <a:endParaRPr lang="en-US"/>
          </a:p>
          <a:p>
            <a:pPr lvl="0"/>
            <a:r>
              <a:rPr lang="en-US"/>
              <a:t>Community contributions</a:t>
            </a:r>
          </a:p>
          <a:p>
            <a:pPr lvl="0"/>
            <a:r>
              <a:rPr lang="en-US"/>
              <a:t>Friction free </a:t>
            </a:r>
            <a:r>
              <a:rPr lang="en-US" err="1"/>
              <a:t>inovation</a:t>
            </a:r>
            <a:r>
              <a:rPr lang="en-US"/>
              <a:t> ( </a:t>
            </a:r>
            <a:r>
              <a:rPr lang="en-US" err="1"/>
              <a:t>htorwing</a:t>
            </a:r>
            <a:r>
              <a:rPr lang="en-US"/>
              <a:t> rocks at us for not being in Windows – </a:t>
            </a:r>
            <a:r>
              <a:rPr lang="en-US" err="1"/>
              <a:t>shiping</a:t>
            </a:r>
            <a:r>
              <a:rPr lang="en-US"/>
              <a:t> in windows has an incredible overhead and tax....and is paid in the reduction of features.</a:t>
            </a:r>
          </a:p>
          <a:p>
            <a:pPr marL="171450" indent="-171450">
              <a:buFontTx/>
              <a:buChar char="-"/>
            </a:pPr>
            <a:endParaRPr lang="en-US" b="0" i="0"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1FFD-74BF-473C-8A7C-29BBCF01AA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14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 here is what we have been up to during the pandemic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1FFD-74BF-473C-8A7C-29BBCF01AA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95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1FFD-74BF-473C-8A7C-29BBCF01AA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34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is interesting to highlight??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1FFD-74BF-473C-8A7C-29BBCF01AAA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73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Looking forward we are continuing to work to improve the lives of folks working on operations by investing in these areas</a:t>
            </a:r>
          </a:p>
          <a:p>
            <a:endParaRPr lang="en-US"/>
          </a:p>
          <a:p>
            <a:r>
              <a:rPr lang="en-US"/>
              <a:t>J: This is all exciting to look forward, but I have a problem I need to solve today! Mind if we jump on our machines and work this out?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1FFD-74BF-473C-8A7C-29BBCF01AAA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37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40AC-0CB5-DDCB-D67B-76580827D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7E457-1B37-18E7-AA70-9F451310B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5907F-B2B7-2254-70AA-824C297D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1A52-2498-EA4D-AE43-EDBCFD42DAD8}" type="datetimeFigureOut">
              <a:rPr lang="en-US" smtClean="0"/>
              <a:t>4/24/22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A9284-E848-584F-0402-1657A364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5BD8C-FE58-DEA6-6275-5103138A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1515-858A-7544-83B3-4899113C2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1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F8EAB-6B58-11A5-BD05-4D25B3E46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39369-A7FF-6523-B8AA-E9E530599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04BF8-0E5D-2B86-DBD6-7D968034D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1A52-2498-EA4D-AE43-EDBCFD42DAD8}" type="datetimeFigureOut">
              <a:rPr lang="en-US" smtClean="0"/>
              <a:t>4/24/22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16699-04F2-A13D-D40E-D63A75AE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7FDDC-6409-B92F-08F9-A9986A522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1515-858A-7544-83B3-4899113C2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16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CB50-6A81-CCFE-75A9-918B9F662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CFB05-7DD3-65BC-C817-FE41C9DE5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CAF2E-2AB3-619A-CB38-017146853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1A52-2498-EA4D-AE43-EDBCFD42DAD8}" type="datetimeFigureOut">
              <a:rPr lang="en-US" smtClean="0"/>
              <a:t>4/24/22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70BA9-AFF0-4E0A-7628-AD48F845C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D139C-A81A-BDEC-5105-1CB17763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1515-858A-7544-83B3-4899113C2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8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298DE-B465-5E01-E7B5-58D0818BC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A8976-E680-C2BB-4955-F505A998E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93796-0AFB-109E-8EE8-CDC35A621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78D57-8E1D-BC48-36E5-50153923A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1A52-2498-EA4D-AE43-EDBCFD42DAD8}" type="datetimeFigureOut">
              <a:rPr lang="en-US" smtClean="0"/>
              <a:t>4/24/22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0617D-7707-EE43-B186-DF5E33AC8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9345A-F638-F86C-46BD-746D76BA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1515-858A-7544-83B3-4899113C2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85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AF09-BFC8-D172-9D9B-E7F5D0603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DE2F7-F67B-C8C0-3D08-58DAE1FDE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348CF7-6FAD-8841-D247-051CB5293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8D8F0-D666-40AB-8398-8DB0A7F69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170923-C804-78B9-F76F-55BE80137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3B277-B41C-9F1B-988C-4CEA81939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1A52-2498-EA4D-AE43-EDBCFD42DAD8}" type="datetimeFigureOut">
              <a:rPr lang="en-US" smtClean="0"/>
              <a:t>4/24/22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29148C-E2F1-9109-A982-28C7BA6B0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6ABC81-5201-5A7A-3F08-EA1CC04E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1515-858A-7544-83B3-4899113C2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66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9263-ED22-F353-66B9-D4AA6029A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61DDA9-877B-502F-F9CF-2090ECDCF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1A52-2498-EA4D-AE43-EDBCFD42DAD8}" type="datetimeFigureOut">
              <a:rPr lang="en-US" smtClean="0"/>
              <a:t>4/24/22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A8B54-9FCC-D667-9798-ED66E0E2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581AA-6381-E109-FC1E-532C33EB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1515-858A-7544-83B3-4899113C2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71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71680-B96E-75CA-3214-582E317F9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1A52-2498-EA4D-AE43-EDBCFD42DAD8}" type="datetimeFigureOut">
              <a:rPr lang="en-US" smtClean="0"/>
              <a:t>4/24/22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E9078C-B572-78EF-54AC-C30BA4F5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D5E2C-B0CD-5231-FA95-B5EBC29F5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1515-858A-7544-83B3-4899113C2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99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4A1A-1E7D-48A8-14C3-0A524393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25734-A436-29F9-F3A0-B28ECE6CC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79925-F32D-C920-16B2-3D688650C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2B718-2905-844E-4B7C-8EB354165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1A52-2498-EA4D-AE43-EDBCFD42DAD8}" type="datetimeFigureOut">
              <a:rPr lang="en-US" smtClean="0"/>
              <a:t>4/24/22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A1EB5-6ED5-59CB-6BD0-689295D45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AFA68-3ADF-A504-E423-348B49D4F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1515-858A-7544-83B3-4899113C2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23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3B550-8B23-9DFA-AA5D-ECB3072A6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3E928-8FAF-40DF-8ECD-E907F0A20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ACAA3-C0AF-6BA7-056D-EE0A6FD4D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4442B-5F24-479D-5710-86E9ED184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1A52-2498-EA4D-AE43-EDBCFD42DAD8}" type="datetimeFigureOut">
              <a:rPr lang="en-US" smtClean="0"/>
              <a:t>4/24/22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D118-3609-9592-4313-A374999B9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D36E1-66E2-0600-0B83-AD01D6E0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1515-858A-7544-83B3-4899113C2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56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C162-6E82-1356-A776-3F54F9A93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61F71-1757-1D7B-F06E-95A29F242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B52C9-A876-21C0-80BF-E5F1ADDA3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1A52-2498-EA4D-AE43-EDBCFD42DAD8}" type="datetimeFigureOut">
              <a:rPr lang="en-US" smtClean="0"/>
              <a:t>4/24/22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247D9-0168-C06A-FF1C-3A5DFE666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46A81-7E75-B3DF-5D7E-91CC4F802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1515-858A-7544-83B3-4899113C2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8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75FE13-3C7B-BE89-971C-036867AD2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D7BC3-26E1-9B4C-ABFC-BCCCECF1A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0DA98-1434-1CE1-1289-0CBC19D2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F1A52-2498-EA4D-AE43-EDBCFD42DAD8}" type="datetimeFigureOut">
              <a:rPr lang="en-US" smtClean="0"/>
              <a:t>4/24/22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1A127-E727-81E0-B417-C30846DE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CE4C4-49FC-2AFC-9068-90097C437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1515-858A-7544-83B3-4899113C2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8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52257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15B9D2-D11B-4E00-E4A8-6CA57B2B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2106F-D596-40BB-F9B0-281478C7E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B695C-1A83-EFB3-B12C-E0A1EE594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F1A52-2498-EA4D-AE43-EDBCFD42DAD8}" type="datetimeFigureOut">
              <a:rPr lang="en-US" smtClean="0"/>
              <a:t>4/24/22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D814F-0CE0-2401-BF6C-BE59D9F38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0BBB4-0189-4994-3853-A4E9BD3B2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91515-858A-7544-83B3-4899113C2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2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8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.emf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gif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emf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10" Type="http://schemas.openxmlformats.org/officeDocument/2006/relationships/image" Target="../media/image24.jpeg"/><Relationship Id="rId4" Type="http://schemas.openxmlformats.org/officeDocument/2006/relationships/image" Target="../media/image18.png"/><Relationship Id="rId9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microsoft.com/office/2018/10/relationships/comments" Target="../comments/modernComment_827_3B08435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emf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818_2959046F.xml"/><Relationship Id="rId7" Type="http://schemas.openxmlformats.org/officeDocument/2006/relationships/hyperlink" Target="bookmark://_Microsoft_trustworthy_command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hyperlink" Target="bookmark://_Reduce_customer_fear/" TargetMode="External"/><Relationship Id="rId5" Type="http://schemas.openxmlformats.org/officeDocument/2006/relationships/hyperlink" Target="http://bookmark:/_PowerShell_welcomes_diversity/" TargetMode="External"/><Relationship Id="rId4" Type="http://schemas.openxmlformats.org/officeDocument/2006/relationships/image" Target="../media/image1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emf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3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36.png"/><Relationship Id="rId2" Type="http://schemas.microsoft.com/office/2018/10/relationships/comments" Target="../comments/modernComment_7BBF5B87_B995A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8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aka.ms/PSYouTube" TargetMode="External"/><Relationship Id="rId3" Type="http://schemas.microsoft.com/office/2018/10/relationships/comments" Target="../comments/modernComment_81C_7B954497.xml"/><Relationship Id="rId7" Type="http://schemas.openxmlformats.org/officeDocument/2006/relationships/hyperlink" Target="bookmark://_Microsoft_trustworthy_command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hyperlink" Target="bookmark://_Reduce_customer_fear/" TargetMode="External"/><Relationship Id="rId5" Type="http://schemas.openxmlformats.org/officeDocument/2006/relationships/hyperlink" Target="http://bookmark:/_PowerShell_welcomes_diversity/" TargetMode="External"/><Relationship Id="rId4" Type="http://schemas.openxmlformats.org/officeDocument/2006/relationships/image" Target="../media/image1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microsoft.com/office/2018/10/relationships/comments" Target="../comments/modernComment_100_7ABA768D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owerShell/CompletionPredictor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owerShell/psdesiredstateconfiguration" TargetMode="External"/><Relationship Id="rId5" Type="http://schemas.openxmlformats.org/officeDocument/2006/relationships/hyperlink" Target="https://github.com/PowerShell/whatsnew" TargetMode="External"/><Relationship Id="rId4" Type="http://schemas.openxmlformats.org/officeDocument/2006/relationships/hyperlink" Target="https://github.com/PowerShell/UnixCompleters" TargetMode="Externa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hyperlink" Target="https://aka.ms/Get-PowerShell" TargetMode="External"/><Relationship Id="rId7" Type="http://schemas.openxmlformats.org/officeDocument/2006/relationships/hyperlink" Target="https://twitter.com/PowerShell_Team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blogs.microsoft.com/powershell/" TargetMode="External"/><Relationship Id="rId5" Type="http://schemas.openxmlformats.org/officeDocument/2006/relationships/hyperlink" Target="http://www.aka.ms/joinPSCall" TargetMode="External"/><Relationship Id="rId4" Type="http://schemas.openxmlformats.org/officeDocument/2006/relationships/hyperlink" Target="http://www.github.com/powershe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443E5F-DF3E-93B2-33DD-1AE85A73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0A1D606-A380-E706-D8F6-90616425AA52}"/>
              </a:ext>
            </a:extLst>
          </p:cNvPr>
          <p:cNvSpPr txBox="1">
            <a:spLocks/>
          </p:cNvSpPr>
          <p:nvPr/>
        </p:nvSpPr>
        <p:spPr>
          <a:xfrm>
            <a:off x="859003" y="1475618"/>
            <a:ext cx="6146799" cy="1571095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/>
              <a:t>The State of the Shell</a:t>
            </a:r>
            <a:endParaRPr lang="en-US" sz="600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806DAAB-306E-6700-52B9-E50453DE2C38}"/>
              </a:ext>
            </a:extLst>
          </p:cNvPr>
          <p:cNvSpPr txBox="1">
            <a:spLocks/>
          </p:cNvSpPr>
          <p:nvPr/>
        </p:nvSpPr>
        <p:spPr>
          <a:xfrm>
            <a:off x="859003" y="3291778"/>
            <a:ext cx="6854205" cy="27222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April 2022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Jeffrey Snover, Jason Helmick, Sydney Smith</a:t>
            </a:r>
            <a:endParaRPr lang="en-US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PowerShell Team, Microsoft</a:t>
            </a:r>
            <a:endParaRPr lang="en-US"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PowerShell Summit NA</a:t>
            </a:r>
            <a:endParaRPr lang="en-US">
              <a:cs typeface="Calibri"/>
            </a:endParaRPr>
          </a:p>
        </p:txBody>
      </p:sp>
      <p:pic>
        <p:nvPicPr>
          <p:cNvPr id="6" name="Picture 5" descr="A picture containing toy&#10;&#10;Description automatically generated">
            <a:extLst>
              <a:ext uri="{FF2B5EF4-FFF2-40B4-BE49-F238E27FC236}">
                <a16:creationId xmlns:a16="http://schemas.microsoft.com/office/drawing/2014/main" id="{8A3FEB28-A8B7-287C-6D25-F9DF012BD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805" y="61017"/>
            <a:ext cx="4121431" cy="5971391"/>
          </a:xfrm>
          <a:prstGeom prst="rect">
            <a:avLst/>
          </a:prstGeom>
        </p:spPr>
      </p:pic>
      <p:pic>
        <p:nvPicPr>
          <p:cNvPr id="8" name="Picture 7" descr="Logo&#10;&#10;Description automatically generated with medium confidence">
            <a:extLst>
              <a:ext uri="{FF2B5EF4-FFF2-40B4-BE49-F238E27FC236}">
                <a16:creationId xmlns:a16="http://schemas.microsoft.com/office/drawing/2014/main" id="{3338B49B-1DCC-31AF-6C47-430A8BAEC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03" y="394909"/>
            <a:ext cx="2628900" cy="6858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C5A954E-708D-5020-DFA5-E412DCD2EB1B}"/>
              </a:ext>
            </a:extLst>
          </p:cNvPr>
          <p:cNvSpPr/>
          <p:nvPr/>
        </p:nvSpPr>
        <p:spPr>
          <a:xfrm>
            <a:off x="99084" y="61017"/>
            <a:ext cx="213360" cy="21336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4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58CCE7-0495-3244-C362-BB7B0B17C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B247902-6132-5CF2-DA2D-FD2928F7ECBA}"/>
              </a:ext>
            </a:extLst>
          </p:cNvPr>
          <p:cNvGrpSpPr/>
          <p:nvPr/>
        </p:nvGrpSpPr>
        <p:grpSpPr>
          <a:xfrm>
            <a:off x="4782207" y="1151452"/>
            <a:ext cx="2659118" cy="3905279"/>
            <a:chOff x="4782207" y="1151452"/>
            <a:chExt cx="2659118" cy="3905279"/>
          </a:xfrm>
        </p:grpSpPr>
        <p:pic>
          <p:nvPicPr>
            <p:cNvPr id="4100" name="Picture 4" descr="Band cartoon Images, Stock Photos &amp; Vectors | Shutterstock">
              <a:extLst>
                <a:ext uri="{FF2B5EF4-FFF2-40B4-BE49-F238E27FC236}">
                  <a16:creationId xmlns:a16="http://schemas.microsoft.com/office/drawing/2014/main" id="{A314C75D-F057-43F8-981B-B73BF5226E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16" r="28899" b="9706"/>
            <a:stretch/>
          </p:blipFill>
          <p:spPr bwMode="auto">
            <a:xfrm>
              <a:off x="4782207" y="1151452"/>
              <a:ext cx="2659118" cy="3905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2" name="Picture 6">
              <a:extLst>
                <a:ext uri="{FF2B5EF4-FFF2-40B4-BE49-F238E27FC236}">
                  <a16:creationId xmlns:a16="http://schemas.microsoft.com/office/drawing/2014/main" id="{C3B81BE6-F8F0-4288-96D0-702E3F4EAC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6828" y="1753020"/>
              <a:ext cx="758344" cy="10699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6A94373-1318-4DA1-B584-1BED9EB719DF}"/>
              </a:ext>
            </a:extLst>
          </p:cNvPr>
          <p:cNvSpPr txBox="1"/>
          <p:nvPr/>
        </p:nvSpPr>
        <p:spPr>
          <a:xfrm>
            <a:off x="4141076" y="5162171"/>
            <a:ext cx="3941379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/>
              <a:t>Jeffrey Snover </a:t>
            </a:r>
          </a:p>
          <a:p>
            <a:pPr algn="ctr"/>
            <a:r>
              <a:rPr lang="en-US"/>
              <a:t>Technical Fellow, CTO </a:t>
            </a:r>
            <a:endParaRPr lang="en-US">
              <a:cs typeface="Calibri"/>
            </a:endParaRPr>
          </a:p>
          <a:p>
            <a:pPr algn="ctr"/>
            <a:r>
              <a:rPr lang="en-US"/>
              <a:t>Inventor of PowerShell</a:t>
            </a:r>
            <a:endParaRPr lang="en-US">
              <a:cs typeface="Calibri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592E4DA-E355-4299-AF7A-85D3B4CD255D}"/>
              </a:ext>
            </a:extLst>
          </p:cNvPr>
          <p:cNvSpPr/>
          <p:nvPr/>
        </p:nvSpPr>
        <p:spPr>
          <a:xfrm>
            <a:off x="116840" y="90004"/>
            <a:ext cx="213360" cy="21336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4B49851-3AF8-408D-B122-E34AA662BB47}"/>
              </a:ext>
            </a:extLst>
          </p:cNvPr>
          <p:cNvSpPr/>
          <p:nvPr/>
        </p:nvSpPr>
        <p:spPr>
          <a:xfrm>
            <a:off x="5950957" y="1489405"/>
            <a:ext cx="213360" cy="21336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9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CF5DD0-937C-A0AB-AF42-C2B84FD09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2" descr="Band cartoon Images, Stock Photos &amp; Vectors | Shutterstock">
            <a:extLst>
              <a:ext uri="{FF2B5EF4-FFF2-40B4-BE49-F238E27FC236}">
                <a16:creationId xmlns:a16="http://schemas.microsoft.com/office/drawing/2014/main" id="{C941DDE3-9864-35FF-FA32-AB0E1CFFCF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805"/>
          <a:stretch/>
        </p:blipFill>
        <p:spPr bwMode="auto">
          <a:xfrm>
            <a:off x="2557791" y="1140314"/>
            <a:ext cx="2224416" cy="4347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F0A54C-229E-6D92-352A-7C8CA9A68857}"/>
              </a:ext>
            </a:extLst>
          </p:cNvPr>
          <p:cNvSpPr txBox="1"/>
          <p:nvPr/>
        </p:nvSpPr>
        <p:spPr>
          <a:xfrm>
            <a:off x="2039006" y="5060438"/>
            <a:ext cx="3941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Jason Helmick</a:t>
            </a:r>
          </a:p>
          <a:p>
            <a:pPr algn="ctr"/>
            <a:r>
              <a:rPr lang="en-US"/>
              <a:t>PowerShell PM</a:t>
            </a:r>
          </a:p>
        </p:txBody>
      </p:sp>
      <p:pic>
        <p:nvPicPr>
          <p:cNvPr id="8" name="Picture 2" descr="See the source image">
            <a:extLst>
              <a:ext uri="{FF2B5EF4-FFF2-40B4-BE49-F238E27FC236}">
                <a16:creationId xmlns:a16="http://schemas.microsoft.com/office/drawing/2014/main" id="{C92983F8-A9BA-4F8B-340B-A5DB760BD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633" y="1603082"/>
            <a:ext cx="903703" cy="90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4E723A1-4E5C-9EDB-99BA-4D8215C4C0F3}"/>
              </a:ext>
            </a:extLst>
          </p:cNvPr>
          <p:cNvSpPr/>
          <p:nvPr/>
        </p:nvSpPr>
        <p:spPr>
          <a:xfrm>
            <a:off x="116840" y="90004"/>
            <a:ext cx="213360" cy="21336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B46A379-C9F6-7028-1816-55FB95F47BFD}"/>
              </a:ext>
            </a:extLst>
          </p:cNvPr>
          <p:cNvSpPr/>
          <p:nvPr/>
        </p:nvSpPr>
        <p:spPr>
          <a:xfrm>
            <a:off x="3721804" y="1352595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AAF3EB-2FF5-281D-FD43-B4A0662D380A}"/>
              </a:ext>
            </a:extLst>
          </p:cNvPr>
          <p:cNvGrpSpPr/>
          <p:nvPr/>
        </p:nvGrpSpPr>
        <p:grpSpPr>
          <a:xfrm>
            <a:off x="4782207" y="1151452"/>
            <a:ext cx="2659118" cy="3905279"/>
            <a:chOff x="4782207" y="1151452"/>
            <a:chExt cx="2659118" cy="3905279"/>
          </a:xfrm>
        </p:grpSpPr>
        <p:pic>
          <p:nvPicPr>
            <p:cNvPr id="13" name="Picture 4" descr="Band cartoon Images, Stock Photos &amp; Vectors | Shutterstock">
              <a:extLst>
                <a:ext uri="{FF2B5EF4-FFF2-40B4-BE49-F238E27FC236}">
                  <a16:creationId xmlns:a16="http://schemas.microsoft.com/office/drawing/2014/main" id="{35D29A1E-8ED3-90DA-F0FB-4BFF90D881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16" r="28899" b="9706"/>
            <a:stretch/>
          </p:blipFill>
          <p:spPr bwMode="auto">
            <a:xfrm>
              <a:off x="4782207" y="1151452"/>
              <a:ext cx="2659118" cy="3905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C50F1BCD-6A94-3860-79F2-80B0F3B856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6828" y="1753020"/>
              <a:ext cx="758344" cy="10699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88108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52780-4E6B-5EFA-A515-E6FB7D22D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098" name="Picture 2" descr="Band cartoon Images, Stock Photos &amp; Vectors | Shutterstock">
            <a:extLst>
              <a:ext uri="{FF2B5EF4-FFF2-40B4-BE49-F238E27FC236}">
                <a16:creationId xmlns:a16="http://schemas.microsoft.com/office/drawing/2014/main" id="{F3D56ED4-5866-4BCA-B402-3593118BF8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805"/>
          <a:stretch/>
        </p:blipFill>
        <p:spPr bwMode="auto">
          <a:xfrm>
            <a:off x="2557791" y="1140314"/>
            <a:ext cx="2224416" cy="4347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and cartoon Images, Stock Photos &amp; Vectors | Shutterstock">
            <a:extLst>
              <a:ext uri="{FF2B5EF4-FFF2-40B4-BE49-F238E27FC236}">
                <a16:creationId xmlns:a16="http://schemas.microsoft.com/office/drawing/2014/main" id="{E14F7038-1122-42B4-9BFB-3AF89AFF6E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01"/>
          <a:stretch/>
        </p:blipFill>
        <p:spPr bwMode="auto">
          <a:xfrm>
            <a:off x="7441325" y="1162590"/>
            <a:ext cx="1986457" cy="432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A94373-1318-4DA1-B584-1BED9EB719DF}"/>
              </a:ext>
            </a:extLst>
          </p:cNvPr>
          <p:cNvSpPr txBox="1"/>
          <p:nvPr/>
        </p:nvSpPr>
        <p:spPr>
          <a:xfrm>
            <a:off x="6222124" y="5233745"/>
            <a:ext cx="3941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Sydney Smith</a:t>
            </a:r>
          </a:p>
          <a:p>
            <a:pPr algn="ctr"/>
            <a:r>
              <a:rPr lang="en-US"/>
              <a:t>PowerShell PM</a:t>
            </a:r>
          </a:p>
        </p:txBody>
      </p:sp>
      <p:pic>
        <p:nvPicPr>
          <p:cNvPr id="6146" name="Picture 2" descr="Sydney Smith">
            <a:extLst>
              <a:ext uri="{FF2B5EF4-FFF2-40B4-BE49-F238E27FC236}">
                <a16:creationId xmlns:a16="http://schemas.microsoft.com/office/drawing/2014/main" id="{1D7A1F65-07B1-49A3-A95F-54DF14C8C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325" y="1596085"/>
            <a:ext cx="998484" cy="99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ee the source image">
            <a:extLst>
              <a:ext uri="{FF2B5EF4-FFF2-40B4-BE49-F238E27FC236}">
                <a16:creationId xmlns:a16="http://schemas.microsoft.com/office/drawing/2014/main" id="{8CB689E1-9271-410A-BB9C-7C7F2037B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633" y="1603082"/>
            <a:ext cx="903703" cy="90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C3140F80-305F-455B-93F3-456DFD87CA8D}"/>
              </a:ext>
            </a:extLst>
          </p:cNvPr>
          <p:cNvSpPr/>
          <p:nvPr/>
        </p:nvSpPr>
        <p:spPr>
          <a:xfrm>
            <a:off x="116840" y="90004"/>
            <a:ext cx="213360" cy="21336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A38829F-3C9E-47DB-A1B2-1E4EF8DD9F93}"/>
              </a:ext>
            </a:extLst>
          </p:cNvPr>
          <p:cNvSpPr/>
          <p:nvPr/>
        </p:nvSpPr>
        <p:spPr>
          <a:xfrm>
            <a:off x="7833887" y="1370344"/>
            <a:ext cx="213360" cy="21336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3A6060-06FC-818A-DAC8-9F3D36ABD3CF}"/>
              </a:ext>
            </a:extLst>
          </p:cNvPr>
          <p:cNvGrpSpPr/>
          <p:nvPr/>
        </p:nvGrpSpPr>
        <p:grpSpPr>
          <a:xfrm>
            <a:off x="4782207" y="1151452"/>
            <a:ext cx="2659118" cy="3905279"/>
            <a:chOff x="4782207" y="1151452"/>
            <a:chExt cx="2659118" cy="3905279"/>
          </a:xfrm>
        </p:grpSpPr>
        <p:pic>
          <p:nvPicPr>
            <p:cNvPr id="12" name="Picture 4" descr="Band cartoon Images, Stock Photos &amp; Vectors | Shutterstock">
              <a:extLst>
                <a:ext uri="{FF2B5EF4-FFF2-40B4-BE49-F238E27FC236}">
                  <a16:creationId xmlns:a16="http://schemas.microsoft.com/office/drawing/2014/main" id="{893B270A-2967-29A6-287D-BB8BAD9C2C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16" r="28899" b="9706"/>
            <a:stretch/>
          </p:blipFill>
          <p:spPr bwMode="auto">
            <a:xfrm>
              <a:off x="4782207" y="1151452"/>
              <a:ext cx="2659118" cy="3905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BB53BBCB-B151-C1DE-4FC5-C9A75F61D9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6828" y="1753020"/>
              <a:ext cx="758344" cy="10699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04416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C9EBDB-FAFC-DEE4-8FCA-BA7A17052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9211F1A6-8E79-9645-A317-7B3C14F60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495" y="-679090"/>
            <a:ext cx="7537090" cy="75370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735A95-4C85-E463-8361-FC35C3432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651" y="2821765"/>
            <a:ext cx="3144736" cy="330757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22C1DC9-CAA0-46F1-8DCA-597769E99E7C}"/>
              </a:ext>
            </a:extLst>
          </p:cNvPr>
          <p:cNvSpPr/>
          <p:nvPr/>
        </p:nvSpPr>
        <p:spPr>
          <a:xfrm>
            <a:off x="116840" y="90004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08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B8CB68-5277-559B-211B-3D9B72CBE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58A49D-0BF4-A3A5-B989-8C60CF37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36278-CC0D-972B-4359-647141E74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117" y="156286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Today the world is a messy place </a:t>
            </a:r>
          </a:p>
          <a:p>
            <a:r>
              <a:rPr lang="en-US"/>
              <a:t>The world has always been a messy place </a:t>
            </a:r>
          </a:p>
          <a:p>
            <a:r>
              <a:rPr lang="en-US"/>
              <a:t>In the past, PowerShell helped by simplifying automation </a:t>
            </a:r>
          </a:p>
          <a:p>
            <a:r>
              <a:rPr lang="en-US"/>
              <a:t>PowerShell continues to help by simplifying automation </a:t>
            </a:r>
            <a:endParaRPr lang="en-US">
              <a:cs typeface="Calibri"/>
            </a:endParaRPr>
          </a:p>
          <a:p>
            <a:r>
              <a:rPr lang="en-US"/>
              <a:t>A lot of life improving stuff has shipped the last three years…</a:t>
            </a:r>
          </a:p>
          <a:p>
            <a:r>
              <a:rPr lang="en-US"/>
              <a:t>And you’ve solved problems with it…</a:t>
            </a:r>
            <a:endParaRPr lang="en-US">
              <a:cs typeface="Calibri"/>
            </a:endParaRPr>
          </a:p>
          <a:p>
            <a:r>
              <a:rPr lang="en-US"/>
              <a:t>PowerShell is as relevant than ever (because pandemics are messy)</a:t>
            </a:r>
            <a:endParaRPr lang="en-US">
              <a:cs typeface="Calibri"/>
            </a:endParaRPr>
          </a:p>
          <a:p>
            <a:r>
              <a:rPr lang="en-US"/>
              <a:t>And new features can help with shifting problems</a:t>
            </a:r>
            <a:endParaRPr lang="en-US">
              <a:cs typeface="Calibri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4DEE5E-F635-47C6-B2E6-2E7A3DA10C7B}"/>
              </a:ext>
            </a:extLst>
          </p:cNvPr>
          <p:cNvSpPr/>
          <p:nvPr/>
        </p:nvSpPr>
        <p:spPr>
          <a:xfrm>
            <a:off x="116840" y="90004"/>
            <a:ext cx="213360" cy="21336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47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9F5DAA-4BF7-5FCA-120E-AC3112B4C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A5734B-2D57-0E27-2520-210CEF793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 Missed You!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9CA982-65D9-45F1-9E9A-E8964EBAA6E5}"/>
              </a:ext>
            </a:extLst>
          </p:cNvPr>
          <p:cNvSpPr/>
          <p:nvPr/>
        </p:nvSpPr>
        <p:spPr>
          <a:xfrm>
            <a:off x="116840" y="90004"/>
            <a:ext cx="213360" cy="21336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41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384613-3F73-5EB9-1A7D-FB5DF102F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8B1FD7-CA41-4910-9306-1A18E770A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Virginia's COVID-19 hospitalizations reach below 300 as new cases slightly  rise">
            <a:extLst>
              <a:ext uri="{FF2B5EF4-FFF2-40B4-BE49-F238E27FC236}">
                <a16:creationId xmlns:a16="http://schemas.microsoft.com/office/drawing/2014/main" id="{5405BFCC-D3E9-4F46-8EC7-32D8E9AA9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28" y="196684"/>
            <a:ext cx="5132696" cy="2887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D7CCCE-D2B1-4EE6-9766-FDE748F65E0A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518" y="96306"/>
            <a:ext cx="3958539" cy="2139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Happy So Excited GIF by TikTok - Find &amp; Share on GIPHY">
            <a:extLst>
              <a:ext uri="{FF2B5EF4-FFF2-40B4-BE49-F238E27FC236}">
                <a16:creationId xmlns:a16="http://schemas.microsoft.com/office/drawing/2014/main" id="{82E9A179-8289-49E1-A138-CBEF62B84B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1384" y="1873416"/>
            <a:ext cx="3133725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iger King' Joe Exotic's estranged husband Dillon Passage slams 'false'  claims amid split: 'stretching truth' | Fox News">
            <a:extLst>
              <a:ext uri="{FF2B5EF4-FFF2-40B4-BE49-F238E27FC236}">
                <a16:creationId xmlns:a16="http://schemas.microsoft.com/office/drawing/2014/main" id="{88D8A37B-8855-41A9-855B-4A8BD1DE1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" y="3252267"/>
            <a:ext cx="2928476" cy="164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 Biology of Sourdough | Discover Magazine">
            <a:extLst>
              <a:ext uri="{FF2B5EF4-FFF2-40B4-BE49-F238E27FC236}">
                <a16:creationId xmlns:a16="http://schemas.microsoft.com/office/drawing/2014/main" id="{433959B4-4A81-45BA-9A53-DE3B159A5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242" y="3159718"/>
            <a:ext cx="3207187" cy="213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quid Game (TV Series 2021– ) - IMDb">
            <a:extLst>
              <a:ext uri="{FF2B5EF4-FFF2-40B4-BE49-F238E27FC236}">
                <a16:creationId xmlns:a16="http://schemas.microsoft.com/office/drawing/2014/main" id="{74F4E7B9-96FE-44A5-B49E-103E58950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599" y="4315736"/>
            <a:ext cx="3133725" cy="176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747F202-B1D0-4856-AB24-8CD6034D028B}"/>
              </a:ext>
            </a:extLst>
          </p:cNvPr>
          <p:cNvSpPr/>
          <p:nvPr/>
        </p:nvSpPr>
        <p:spPr>
          <a:xfrm>
            <a:off x="116840" y="90004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8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EEDEC5-93EA-3CBC-3A3A-9245785E9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941"/>
            <a:ext cx="1219200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7516FFA-4D53-4E6C-C88E-7EA67EDC6090}"/>
              </a:ext>
            </a:extLst>
          </p:cNvPr>
          <p:cNvGrpSpPr/>
          <p:nvPr/>
        </p:nvGrpSpPr>
        <p:grpSpPr>
          <a:xfrm>
            <a:off x="2099651" y="1721247"/>
            <a:ext cx="8961175" cy="4304410"/>
            <a:chOff x="1193343" y="90005"/>
            <a:chExt cx="10514387" cy="5998632"/>
          </a:xfrm>
        </p:grpSpPr>
        <p:pic>
          <p:nvPicPr>
            <p:cNvPr id="6" name="Picture 2" descr="Sideshow rake">
              <a:extLst>
                <a:ext uri="{FF2B5EF4-FFF2-40B4-BE49-F238E27FC236}">
                  <a16:creationId xmlns:a16="http://schemas.microsoft.com/office/drawing/2014/main" id="{4E102DAB-AAFB-4A23-AF47-10AA68B317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3343" y="90005"/>
              <a:ext cx="9979482" cy="5998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B1D3AD-0103-4757-B520-E5D84057C332}"/>
                </a:ext>
              </a:extLst>
            </p:cNvPr>
            <p:cNvSpPr txBox="1"/>
            <p:nvPr/>
          </p:nvSpPr>
          <p:spPr>
            <a:xfrm>
              <a:off x="7407372" y="2036830"/>
              <a:ext cx="2764117" cy="514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Too many distributions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3E1344-E803-411D-AFFD-AB42FDE78732}"/>
                </a:ext>
              </a:extLst>
            </p:cNvPr>
            <p:cNvSpPr txBox="1"/>
            <p:nvPr/>
          </p:nvSpPr>
          <p:spPr>
            <a:xfrm>
              <a:off x="8789431" y="3503569"/>
              <a:ext cx="291829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Too many dissimilar services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78F53E-4FB9-473F-874A-C0ED561A3664}"/>
                </a:ext>
              </a:extLst>
            </p:cNvPr>
            <p:cNvSpPr txBox="1"/>
            <p:nvPr/>
          </p:nvSpPr>
          <p:spPr>
            <a:xfrm>
              <a:off x="2029110" y="4594558"/>
              <a:ext cx="2873374" cy="514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Too many interfaces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997F82-3B72-4316-B3E2-B529672552B2}"/>
                </a:ext>
              </a:extLst>
            </p:cNvPr>
            <p:cNvSpPr txBox="1"/>
            <p:nvPr/>
          </p:nvSpPr>
          <p:spPr>
            <a:xfrm>
              <a:off x="4352287" y="5024109"/>
              <a:ext cx="2393324" cy="9007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Too many management tools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44BC28B-26AA-48E0-9A7B-24538557A942}"/>
                </a:ext>
              </a:extLst>
            </p:cNvPr>
            <p:cNvSpPr txBox="1"/>
            <p:nvPr/>
          </p:nvSpPr>
          <p:spPr>
            <a:xfrm>
              <a:off x="7125497" y="5339640"/>
              <a:ext cx="3886584" cy="514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Too many changing requirements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530791F-8715-4EB5-80FC-2D1193E162A7}"/>
              </a:ext>
            </a:extLst>
          </p:cNvPr>
          <p:cNvSpPr txBox="1"/>
          <p:nvPr/>
        </p:nvSpPr>
        <p:spPr>
          <a:xfrm>
            <a:off x="7349164" y="3690628"/>
            <a:ext cx="23224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Too many breaking changes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238B665-75BF-4EBA-ACCE-3FBC231630B5}"/>
              </a:ext>
            </a:extLst>
          </p:cNvPr>
          <p:cNvSpPr/>
          <p:nvPr/>
        </p:nvSpPr>
        <p:spPr>
          <a:xfrm>
            <a:off x="116840" y="90004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3630A0-A36A-CBD8-723B-F8C4BD2E8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Every time I take a step …</a:t>
            </a:r>
          </a:p>
        </p:txBody>
      </p:sp>
    </p:spTree>
    <p:extLst>
      <p:ext uri="{BB962C8B-B14F-4D97-AF65-F5344CB8AC3E}">
        <p14:creationId xmlns:p14="http://schemas.microsoft.com/office/powerpoint/2010/main" val="2726859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2A66DE-550F-1432-9005-D3514A275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2" descr="See the source image">
            <a:extLst>
              <a:ext uri="{FF2B5EF4-FFF2-40B4-BE49-F238E27FC236}">
                <a16:creationId xmlns:a16="http://schemas.microsoft.com/office/drawing/2014/main" id="{56321AE1-5D8E-4F27-8002-19CF81939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877" y="1706805"/>
            <a:ext cx="1671712" cy="167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nternet Explorer | Logopedia | Fandom">
            <a:extLst>
              <a:ext uri="{FF2B5EF4-FFF2-40B4-BE49-F238E27FC236}">
                <a16:creationId xmlns:a16="http://schemas.microsoft.com/office/drawing/2014/main" id="{356F36DC-BA59-4A6C-B89D-20CD65F3E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492" y="1403171"/>
            <a:ext cx="1839508" cy="1747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Safeguard Manual - Signing and Encrypting Emails">
            <a:extLst>
              <a:ext uri="{FF2B5EF4-FFF2-40B4-BE49-F238E27FC236}">
                <a16:creationId xmlns:a16="http://schemas.microsoft.com/office/drawing/2014/main" id="{4A45FF6A-6D9C-40DA-BD7A-6DBA6E89D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630" y="381242"/>
            <a:ext cx="4213085" cy="3508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Year by year: see how the iPhone has evolved since 2007 - Olhar Digital">
            <a:extLst>
              <a:ext uri="{FF2B5EF4-FFF2-40B4-BE49-F238E27FC236}">
                <a16:creationId xmlns:a16="http://schemas.microsoft.com/office/drawing/2014/main" id="{A768F54D-282B-4C08-92AD-4DF06ACF3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360" y="1606742"/>
            <a:ext cx="3068530" cy="214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he Windows Azure Platform Training Kit December Update Available for  Download | maordp.Blogging();">
            <a:extLst>
              <a:ext uri="{FF2B5EF4-FFF2-40B4-BE49-F238E27FC236}">
                <a16:creationId xmlns:a16="http://schemas.microsoft.com/office/drawing/2014/main" id="{F5D3F1B3-856A-4105-A8ED-5A552F609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191" y="3995395"/>
            <a:ext cx="3348764" cy="161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E9587BF-DAFE-465E-BB60-E5919526FB3C}"/>
              </a:ext>
            </a:extLst>
          </p:cNvPr>
          <p:cNvSpPr/>
          <p:nvPr/>
        </p:nvSpPr>
        <p:spPr>
          <a:xfrm>
            <a:off x="116840" y="90004"/>
            <a:ext cx="213360" cy="21336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D6B2EC-BE46-B734-3A61-B7718494F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 is an old problem</a:t>
            </a:r>
          </a:p>
        </p:txBody>
      </p:sp>
      <p:pic>
        <p:nvPicPr>
          <p:cNvPr id="5" name="Picture 4" descr="See the source image">
            <a:extLst>
              <a:ext uri="{FF2B5EF4-FFF2-40B4-BE49-F238E27FC236}">
                <a16:creationId xmlns:a16="http://schemas.microsoft.com/office/drawing/2014/main" id="{54E68B48-ACD8-4D31-A246-88D1E75E1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934" y="4134476"/>
            <a:ext cx="2868876" cy="1613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ee the source image">
            <a:extLst>
              <a:ext uri="{FF2B5EF4-FFF2-40B4-BE49-F238E27FC236}">
                <a16:creationId xmlns:a16="http://schemas.microsoft.com/office/drawing/2014/main" id="{151D805A-8751-49D7-BFA3-FFFE3C608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242" y="3995395"/>
            <a:ext cx="3783809" cy="1891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396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074306-3062-4260-A4AF-6BBFDAAC1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29F175-C204-A06B-3AD6-738812864916}"/>
              </a:ext>
            </a:extLst>
          </p:cNvPr>
          <p:cNvSpPr txBox="1"/>
          <p:nvPr/>
        </p:nvSpPr>
        <p:spPr>
          <a:xfrm>
            <a:off x="2072509" y="3195967"/>
            <a:ext cx="75864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Helvetica" pitchFamily="2" charset="0"/>
              </a:rPr>
              <a:t>I</a:t>
            </a:r>
            <a:r>
              <a:rPr lang="en-US" sz="2000">
                <a:effectLst/>
                <a:latin typeface="Helvetica" pitchFamily="2" charset="0"/>
              </a:rPr>
              <a:t>t isn</a:t>
            </a:r>
            <a:r>
              <a:rPr lang="en-US" sz="2000">
                <a:latin typeface="Helvetica" pitchFamily="2" charset="0"/>
              </a:rPr>
              <a:t>’t</a:t>
            </a:r>
            <a:r>
              <a:rPr lang="en-US" sz="2000">
                <a:effectLst/>
                <a:latin typeface="Helvetica" pitchFamily="2" charset="0"/>
              </a:rPr>
              <a:t> just a promise. </a:t>
            </a:r>
          </a:p>
          <a:p>
            <a:r>
              <a:rPr lang="en-US" sz="2000">
                <a:effectLst/>
                <a:latin typeface="Helvetica" pitchFamily="2" charset="0"/>
              </a:rPr>
              <a:t>It’s </a:t>
            </a:r>
            <a:r>
              <a:rPr lang="en-US" sz="2000">
                <a:latin typeface="Helvetica" pitchFamily="2" charset="0"/>
              </a:rPr>
              <a:t>the</a:t>
            </a:r>
            <a:r>
              <a:rPr lang="en-US" sz="2000">
                <a:effectLst/>
                <a:latin typeface="Helvetica" pitchFamily="2" charset="0"/>
              </a:rPr>
              <a:t> continuous effort, engaging with the community, to grow and extend PowerShell to serve the needs of operations. </a:t>
            </a:r>
          </a:p>
        </p:txBody>
      </p:sp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728FA68D-233C-E979-AB81-88F9FB9BC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9491" y="4211630"/>
            <a:ext cx="1907815" cy="19078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134611-2CBA-467E-D8C8-8EE1C616C7DF}"/>
              </a:ext>
            </a:extLst>
          </p:cNvPr>
          <p:cNvSpPr txBox="1"/>
          <p:nvPr/>
        </p:nvSpPr>
        <p:spPr>
          <a:xfrm>
            <a:off x="2072509" y="1852582"/>
            <a:ext cx="8290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 u="none" strike="noStrike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“Learn PowerShell and we’ll do everything we can to make it the best investment you’ve ever made.” – Jeffrey </a:t>
            </a:r>
            <a:r>
              <a:rPr lang="en-US" b="0" i="1" u="none" strike="noStrike" err="1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Snover</a:t>
            </a:r>
            <a:r>
              <a:rPr lang="en-US" b="0" i="1" u="none" strike="noStrike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 </a:t>
            </a:r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351D844-2D7E-B4F0-8DF1-67B06A61EAF0}"/>
              </a:ext>
            </a:extLst>
          </p:cNvPr>
          <p:cNvSpPr/>
          <p:nvPr/>
        </p:nvSpPr>
        <p:spPr>
          <a:xfrm>
            <a:off x="99084" y="61017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59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682F805-7665-5186-F20F-2A0B1D4D7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A5734B-2D57-0E27-2520-210CEF793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What we’ve been thinking…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D5D24-422C-DFF7-2E69-409D6535B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D47E27-BB35-708A-48B1-7AC9C0BAC370}"/>
              </a:ext>
            </a:extLst>
          </p:cNvPr>
          <p:cNvSpPr/>
          <p:nvPr/>
        </p:nvSpPr>
        <p:spPr>
          <a:xfrm>
            <a:off x="99084" y="61017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972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23F62A-8C6E-2D0C-17C5-DAACFCD20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242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2FFFB1C-31A8-25DC-7346-B8E05F0F9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Monad Manifesto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26535-04A9-41B3-9FDE-87CC63CF7C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35242" y="1961399"/>
            <a:ext cx="10515600" cy="1928812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“Monad leverages the .NET Common Runtime to provide a powerful, consistent, intuitive, extensible and useful set of tools that drive down costs of administration and make the life of non-programmers a lot easier”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ECA1BD-D484-446C-A4B2-6AC40FCBD8B1}"/>
              </a:ext>
            </a:extLst>
          </p:cNvPr>
          <p:cNvSpPr/>
          <p:nvPr/>
        </p:nvSpPr>
        <p:spPr>
          <a:xfrm>
            <a:off x="91440" y="71120"/>
            <a:ext cx="213360" cy="21336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4F781-3853-F9AB-CEC9-AB7EAE5797FD}"/>
              </a:ext>
            </a:extLst>
          </p:cNvPr>
          <p:cNvSpPr txBox="1"/>
          <p:nvPr/>
        </p:nvSpPr>
        <p:spPr>
          <a:xfrm>
            <a:off x="4373479" y="5075321"/>
            <a:ext cx="75558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http://www.jsnover.com/Docs/MonadManifesto.pdf</a:t>
            </a:r>
          </a:p>
        </p:txBody>
      </p:sp>
    </p:spTree>
    <p:extLst>
      <p:ext uri="{BB962C8B-B14F-4D97-AF65-F5344CB8AC3E}">
        <p14:creationId xmlns:p14="http://schemas.microsoft.com/office/powerpoint/2010/main" val="992228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E7E719-7605-C659-4657-1599594F0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E463E53-9FDE-462B-8551-117B10D6DEF2}"/>
              </a:ext>
            </a:extLst>
          </p:cNvPr>
          <p:cNvSpPr/>
          <p:nvPr/>
        </p:nvSpPr>
        <p:spPr>
          <a:xfrm>
            <a:off x="91440" y="71120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DCB741B-2FC7-4B49-8656-BC9AF71A3875}"/>
              </a:ext>
            </a:extLst>
          </p:cNvPr>
          <p:cNvSpPr txBox="1">
            <a:spLocks/>
          </p:cNvSpPr>
          <p:nvPr/>
        </p:nvSpPr>
        <p:spPr>
          <a:xfrm>
            <a:off x="939996" y="2231506"/>
            <a:ext cx="11018520" cy="1378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chemeClr val="tx1"/>
                </a:solidFill>
              </a:rPr>
              <a:t>Improve the lives of folks working on operations by simplifying automation.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53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92A817-133C-4726-B214-231128241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29B2B60-7F27-4594-88CC-C61CE0E2636D}"/>
              </a:ext>
            </a:extLst>
          </p:cNvPr>
          <p:cNvSpPr txBox="1">
            <a:spLocks/>
          </p:cNvSpPr>
          <p:nvPr/>
        </p:nvSpPr>
        <p:spPr>
          <a:xfrm>
            <a:off x="457200" y="831970"/>
            <a:ext cx="11277600" cy="567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F9BCD-2B6E-42BD-93A7-BD4B38839E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9996" y="2231506"/>
            <a:ext cx="11018520" cy="1378839"/>
          </a:xfrm>
        </p:spPr>
        <p:txBody>
          <a:bodyPr/>
          <a:lstStyle/>
          <a:p>
            <a:r>
              <a:rPr lang="en-US" sz="2800" b="1"/>
              <a:t>Improve the lives </a:t>
            </a:r>
            <a:r>
              <a:rPr lang="en-US" sz="2800"/>
              <a:t>of folks working on operations by simplifying automation.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B8CD5-118D-49E6-BD7A-77A3449B282C}"/>
              </a:ext>
            </a:extLst>
          </p:cNvPr>
          <p:cNvSpPr txBox="1"/>
          <p:nvPr/>
        </p:nvSpPr>
        <p:spPr>
          <a:xfrm>
            <a:off x="6096000" y="4033843"/>
            <a:ext cx="71787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>
                <a:effectLst/>
                <a:latin typeface="Segoe UI" panose="020B0502040204020203" pitchFamily="34" charset="0"/>
              </a:rPr>
              <a:t>We have genuine empathy for our </a:t>
            </a:r>
            <a:r>
              <a:rPr lang="en-US" sz="2400"/>
              <a:t>users</a:t>
            </a:r>
            <a:r>
              <a:rPr lang="en-US" sz="2400" b="0" i="0">
                <a:effectLst/>
                <a:latin typeface="Segoe UI" panose="020B0502040204020203" pitchFamily="34" charset="0"/>
              </a:rPr>
              <a:t>. </a:t>
            </a:r>
          </a:p>
          <a:p>
            <a:r>
              <a:rPr lang="en-US" sz="2400" b="0" i="0">
                <a:effectLst/>
                <a:latin typeface="Segoe UI" panose="020B0502040204020203" pitchFamily="34" charset="0"/>
              </a:rPr>
              <a:t>The world is continuously changing. </a:t>
            </a:r>
          </a:p>
          <a:p>
            <a:r>
              <a:rPr lang="en-US" sz="2400" b="0" i="0">
                <a:effectLst/>
                <a:latin typeface="Segoe UI" panose="020B0502040204020203" pitchFamily="34" charset="0"/>
              </a:rPr>
              <a:t>PowerShell should relieve this frustration.</a:t>
            </a:r>
            <a:endParaRPr lang="en-US" sz="24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33452A3-B5EF-49D6-91DB-D136BA85588D}"/>
              </a:ext>
            </a:extLst>
          </p:cNvPr>
          <p:cNvSpPr/>
          <p:nvPr/>
        </p:nvSpPr>
        <p:spPr bwMode="auto">
          <a:xfrm>
            <a:off x="120015" y="114300"/>
            <a:ext cx="211455" cy="22288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02365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06BD4F-D575-425A-92DF-6FFC6044D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29B2B60-7F27-4594-88CC-C61CE0E2636D}"/>
              </a:ext>
            </a:extLst>
          </p:cNvPr>
          <p:cNvSpPr txBox="1">
            <a:spLocks/>
          </p:cNvSpPr>
          <p:nvPr/>
        </p:nvSpPr>
        <p:spPr>
          <a:xfrm>
            <a:off x="457200" y="831970"/>
            <a:ext cx="11277600" cy="567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B8CD5-118D-49E6-BD7A-77A3449B282C}"/>
              </a:ext>
            </a:extLst>
          </p:cNvPr>
          <p:cNvSpPr txBox="1"/>
          <p:nvPr/>
        </p:nvSpPr>
        <p:spPr>
          <a:xfrm>
            <a:off x="5118219" y="3862480"/>
            <a:ext cx="71787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>
                <a:effectLst/>
                <a:latin typeface="Segoe UI" panose="020B0502040204020203" pitchFamily="34" charset="0"/>
              </a:rPr>
              <a:t>PowerShell </a:t>
            </a:r>
            <a:r>
              <a:rPr lang="en-US" sz="2400">
                <a:latin typeface="Segoe UI" panose="020B0502040204020203" pitchFamily="34" charset="0"/>
              </a:rPr>
              <a:t>users solve diverse problems. PowerShell is for everyone who does operations. PowerShell is all about the users and the problems they solve.</a:t>
            </a:r>
            <a:endParaRPr lang="en-US" sz="24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F2A47C0-6F78-4F95-9D9E-1141495E0207}"/>
              </a:ext>
            </a:extLst>
          </p:cNvPr>
          <p:cNvSpPr/>
          <p:nvPr/>
        </p:nvSpPr>
        <p:spPr bwMode="auto">
          <a:xfrm>
            <a:off x="120015" y="114300"/>
            <a:ext cx="211455" cy="22288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BE1FE42-DFD9-4EEE-A451-0C368D0C14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9996" y="2231506"/>
            <a:ext cx="11018520" cy="1378839"/>
          </a:xfrm>
        </p:spPr>
        <p:txBody>
          <a:bodyPr/>
          <a:lstStyle/>
          <a:p>
            <a:r>
              <a:rPr lang="en-US" sz="2800"/>
              <a:t>Improve the lives of folks </a:t>
            </a:r>
            <a:r>
              <a:rPr lang="en-US" sz="2800" b="1"/>
              <a:t>working on operations </a:t>
            </a:r>
            <a:r>
              <a:rPr lang="en-US" sz="2800"/>
              <a:t>by simplifying automation.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7265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5A4A77-1EBE-4809-BD28-01A7F82D1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29B2B60-7F27-4594-88CC-C61CE0E2636D}"/>
              </a:ext>
            </a:extLst>
          </p:cNvPr>
          <p:cNvSpPr txBox="1">
            <a:spLocks/>
          </p:cNvSpPr>
          <p:nvPr/>
        </p:nvSpPr>
        <p:spPr>
          <a:xfrm>
            <a:off x="457200" y="831970"/>
            <a:ext cx="11277600" cy="567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B8CD5-118D-49E6-BD7A-77A3449B282C}"/>
              </a:ext>
            </a:extLst>
          </p:cNvPr>
          <p:cNvSpPr txBox="1"/>
          <p:nvPr/>
        </p:nvSpPr>
        <p:spPr>
          <a:xfrm>
            <a:off x="5013277" y="3981750"/>
            <a:ext cx="71787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>
                <a:effectLst/>
                <a:latin typeface="Segoe UI" panose="020B0502040204020203" pitchFamily="34" charset="0"/>
              </a:rPr>
              <a:t>PowerShell relieves fear over unfamiliar technology because the process of discovery and learning new types of automation is consistent with the past.</a:t>
            </a:r>
          </a:p>
          <a:p>
            <a:r>
              <a:rPr lang="en-US" sz="2400">
                <a:latin typeface="Segoe UI" panose="020B0502040204020203" pitchFamily="34" charset="0"/>
              </a:rPr>
              <a:t>PowerShell continues to evolve with its community.</a:t>
            </a:r>
            <a:endParaRPr lang="en-US" sz="24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6908AD-4B16-4496-B9BF-C276822A6AE2}"/>
              </a:ext>
            </a:extLst>
          </p:cNvPr>
          <p:cNvSpPr/>
          <p:nvPr/>
        </p:nvSpPr>
        <p:spPr bwMode="auto">
          <a:xfrm>
            <a:off x="120015" y="114300"/>
            <a:ext cx="211455" cy="22288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A80B777-665C-45FC-80ED-EDFBAFCE5C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9996" y="2231506"/>
            <a:ext cx="11018520" cy="1378839"/>
          </a:xfrm>
        </p:spPr>
        <p:txBody>
          <a:bodyPr/>
          <a:lstStyle/>
          <a:p>
            <a:r>
              <a:rPr lang="en-US" sz="2800"/>
              <a:t>Improve the lives of folks working on operations by </a:t>
            </a:r>
            <a:r>
              <a:rPr lang="en-US" sz="2800" b="1"/>
              <a:t>simplifying automation</a:t>
            </a:r>
            <a:r>
              <a:rPr lang="en-US" sz="2800"/>
              <a:t>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1000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20DDD3-97FE-DD7F-A952-AAEAD6798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EFE759-1E8A-4954-8D7D-DA3E5DDD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342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Improve the lives of people working on operations by simplifying automation.</a:t>
            </a:r>
            <a:endParaRPr lang="en-US" sz="3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F8CC69-CDA1-9992-7788-53ECC241C5B8}"/>
              </a:ext>
            </a:extLst>
          </p:cNvPr>
          <p:cNvSpPr/>
          <p:nvPr/>
        </p:nvSpPr>
        <p:spPr>
          <a:xfrm>
            <a:off x="151612" y="598674"/>
            <a:ext cx="213360" cy="21336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C52635-295B-6E77-DC1F-89B3CFA0AD93}"/>
              </a:ext>
            </a:extLst>
          </p:cNvPr>
          <p:cNvSpPr/>
          <p:nvPr/>
        </p:nvSpPr>
        <p:spPr>
          <a:xfrm>
            <a:off x="151612" y="967142"/>
            <a:ext cx="213360" cy="21336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53F666-1709-CD8D-B3B2-132536C54FB8}"/>
              </a:ext>
            </a:extLst>
          </p:cNvPr>
          <p:cNvSpPr txBox="1"/>
          <p:nvPr/>
        </p:nvSpPr>
        <p:spPr>
          <a:xfrm>
            <a:off x="945931" y="4558431"/>
            <a:ext cx="21756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We  invest in enabling diverse new uses of PowerShell 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8712F6-1485-730F-3FEB-5B17D5C47BC1}"/>
              </a:ext>
            </a:extLst>
          </p:cNvPr>
          <p:cNvSpPr txBox="1"/>
          <p:nvPr/>
        </p:nvSpPr>
        <p:spPr>
          <a:xfrm>
            <a:off x="3563008" y="4558431"/>
            <a:ext cx="26275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We invest in reducing friction for users as they adopt new technologies </a:t>
            </a: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E2C92-A297-6F36-7782-08B48D96E44B}"/>
              </a:ext>
            </a:extLst>
          </p:cNvPr>
          <p:cNvSpPr txBox="1"/>
          <p:nvPr/>
        </p:nvSpPr>
        <p:spPr>
          <a:xfrm>
            <a:off x="6374525" y="4558431"/>
            <a:ext cx="24016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We invest in ensuring PowerShell is trustworthy </a:t>
            </a:r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AB074-4938-8930-F3D5-D3DE7CB192FE}"/>
              </a:ext>
            </a:extLst>
          </p:cNvPr>
          <p:cNvSpPr txBox="1"/>
          <p:nvPr/>
        </p:nvSpPr>
        <p:spPr>
          <a:xfrm>
            <a:off x="9059918" y="4558431"/>
            <a:ext cx="30374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We build our engineering processes for agility.  </a:t>
            </a:r>
          </a:p>
          <a:p>
            <a:endParaRPr lang="en-US"/>
          </a:p>
        </p:txBody>
      </p:sp>
      <p:sp>
        <p:nvSpPr>
          <p:cNvPr id="13" name="Rectangle 12" descr="Group success with solid fill">
            <a:extLst>
              <a:ext uri="{FF2B5EF4-FFF2-40B4-BE49-F238E27FC236}">
                <a16:creationId xmlns:a16="http://schemas.microsoft.com/office/drawing/2014/main" id="{A0B43657-D80D-2D4F-6869-ADD4EC17FF2B}"/>
              </a:ext>
            </a:extLst>
          </p:cNvPr>
          <p:cNvSpPr/>
          <p:nvPr/>
        </p:nvSpPr>
        <p:spPr>
          <a:xfrm>
            <a:off x="1596083" y="1646947"/>
            <a:ext cx="810523" cy="810523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0105E2C-4131-4D3F-FE7D-12ECBDE94363}"/>
              </a:ext>
            </a:extLst>
          </p:cNvPr>
          <p:cNvGrpSpPr/>
          <p:nvPr/>
        </p:nvGrpSpPr>
        <p:grpSpPr>
          <a:xfrm>
            <a:off x="805790" y="2482472"/>
            <a:ext cx="2315782" cy="499828"/>
            <a:chOff x="0" y="1336111"/>
            <a:chExt cx="2315782" cy="49982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09E169C-976F-482A-D45C-2B2837948A11}"/>
                </a:ext>
              </a:extLst>
            </p:cNvPr>
            <p:cNvSpPr/>
            <p:nvPr/>
          </p:nvSpPr>
          <p:spPr>
            <a:xfrm>
              <a:off x="0" y="1336111"/>
              <a:ext cx="2315782" cy="49982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5F92869-F78A-BBDB-8162-F8EDAA17BE90}"/>
                </a:ext>
              </a:extLst>
            </p:cNvPr>
            <p:cNvSpPr txBox="1"/>
            <p:nvPr/>
          </p:nvSpPr>
          <p:spPr>
            <a:xfrm>
              <a:off x="0" y="1336111"/>
              <a:ext cx="2315782" cy="4998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600" kern="1200"/>
                <a:t>Welcome diverse new uses/users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EBD817-08CD-FDA0-8D75-383E12693A83}"/>
              </a:ext>
            </a:extLst>
          </p:cNvPr>
          <p:cNvGrpSpPr/>
          <p:nvPr/>
        </p:nvGrpSpPr>
        <p:grpSpPr>
          <a:xfrm>
            <a:off x="805790" y="3159989"/>
            <a:ext cx="2315782" cy="501875"/>
            <a:chOff x="0" y="2013628"/>
            <a:chExt cx="2315782" cy="50187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EE6A4E4-24AA-DE3D-E508-00989C904B35}"/>
                </a:ext>
              </a:extLst>
            </p:cNvPr>
            <p:cNvSpPr/>
            <p:nvPr/>
          </p:nvSpPr>
          <p:spPr>
            <a:xfrm>
              <a:off x="0" y="2013628"/>
              <a:ext cx="2315782" cy="50187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921BC68-F272-0901-6C46-AEDF4307B021}"/>
                </a:ext>
              </a:extLst>
            </p:cNvPr>
            <p:cNvSpPr txBox="1"/>
            <p:nvPr/>
          </p:nvSpPr>
          <p:spPr>
            <a:xfrm>
              <a:off x="0" y="2013628"/>
              <a:ext cx="2315782" cy="5018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PowerShell should make you more valuable over time (Sacred vow)</a:t>
              </a:r>
            </a:p>
            <a:p>
              <a:pPr marL="0" lvl="0" indent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kern="1200"/>
            </a:p>
          </p:txBody>
        </p:sp>
      </p:grpSp>
      <p:sp>
        <p:nvSpPr>
          <p:cNvPr id="20" name="Rectangle 19" descr="Cloud Computing with solid fill">
            <a:extLst>
              <a:ext uri="{FF2B5EF4-FFF2-40B4-BE49-F238E27FC236}">
                <a16:creationId xmlns:a16="http://schemas.microsoft.com/office/drawing/2014/main" id="{114B73F1-C6E6-22E7-01E6-A957828E64EF}"/>
              </a:ext>
            </a:extLst>
          </p:cNvPr>
          <p:cNvSpPr/>
          <p:nvPr/>
        </p:nvSpPr>
        <p:spPr>
          <a:xfrm>
            <a:off x="4549040" y="1511539"/>
            <a:ext cx="810523" cy="810523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2A9535-BAEF-E3D0-C384-76D483E8FB6E}"/>
              </a:ext>
            </a:extLst>
          </p:cNvPr>
          <p:cNvGrpSpPr/>
          <p:nvPr/>
        </p:nvGrpSpPr>
        <p:grpSpPr>
          <a:xfrm>
            <a:off x="3661524" y="2475076"/>
            <a:ext cx="2315782" cy="499828"/>
            <a:chOff x="2735310" y="1356571"/>
            <a:chExt cx="2315782" cy="49982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1EF61F-5B76-902A-F7EB-127870EA556F}"/>
                </a:ext>
              </a:extLst>
            </p:cNvPr>
            <p:cNvSpPr/>
            <p:nvPr/>
          </p:nvSpPr>
          <p:spPr>
            <a:xfrm>
              <a:off x="2735310" y="1356571"/>
              <a:ext cx="2315782" cy="49982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71A979A-BD4B-91C5-A9E8-2797F7C3EDE6}"/>
                </a:ext>
              </a:extLst>
            </p:cNvPr>
            <p:cNvSpPr txBox="1"/>
            <p:nvPr/>
          </p:nvSpPr>
          <p:spPr>
            <a:xfrm>
              <a:off x="2735310" y="1356571"/>
              <a:ext cx="2315782" cy="4998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600" kern="1200"/>
                <a:t>Reduce friction for users adopting new technologies 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1A59EF-664E-F78C-69AF-839F171359D7}"/>
              </a:ext>
            </a:extLst>
          </p:cNvPr>
          <p:cNvGrpSpPr/>
          <p:nvPr/>
        </p:nvGrpSpPr>
        <p:grpSpPr>
          <a:xfrm>
            <a:off x="3651033" y="3149777"/>
            <a:ext cx="2315782" cy="279223"/>
            <a:chOff x="2724819" y="2031272"/>
            <a:chExt cx="2315782" cy="27922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B147058-1F9D-3F4A-037D-7E3759C6F987}"/>
                </a:ext>
              </a:extLst>
            </p:cNvPr>
            <p:cNvSpPr/>
            <p:nvPr/>
          </p:nvSpPr>
          <p:spPr>
            <a:xfrm>
              <a:off x="2724819" y="2031272"/>
              <a:ext cx="2315782" cy="2792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9B49231-19ED-C73E-C354-BBF45FBF96FD}"/>
                </a:ext>
              </a:extLst>
            </p:cNvPr>
            <p:cNvSpPr txBox="1"/>
            <p:nvPr/>
          </p:nvSpPr>
          <p:spPr>
            <a:xfrm>
              <a:off x="2724819" y="2031272"/>
              <a:ext cx="2315782" cy="2792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The world is a messy place</a:t>
              </a:r>
            </a:p>
          </p:txBody>
        </p:sp>
      </p:grpSp>
      <p:sp>
        <p:nvSpPr>
          <p:cNvPr id="27" name="Rectangle 26" descr="Lock with solid fill">
            <a:extLst>
              <a:ext uri="{FF2B5EF4-FFF2-40B4-BE49-F238E27FC236}">
                <a16:creationId xmlns:a16="http://schemas.microsoft.com/office/drawing/2014/main" id="{F9AC3855-DC7F-DAE9-6706-0B0F451B4FCF}"/>
              </a:ext>
            </a:extLst>
          </p:cNvPr>
          <p:cNvSpPr/>
          <p:nvPr/>
        </p:nvSpPr>
        <p:spPr>
          <a:xfrm>
            <a:off x="6955646" y="1511539"/>
            <a:ext cx="810523" cy="810523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A76D91F-BCE4-0EA2-CDCB-EF02938B1A7F}"/>
              </a:ext>
            </a:extLst>
          </p:cNvPr>
          <p:cNvGrpSpPr/>
          <p:nvPr/>
        </p:nvGrpSpPr>
        <p:grpSpPr>
          <a:xfrm>
            <a:off x="6224041" y="2488019"/>
            <a:ext cx="2315782" cy="499828"/>
            <a:chOff x="5460430" y="1405258"/>
            <a:chExt cx="2315782" cy="499828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9E2FF84-600B-D766-8B14-F295BA092866}"/>
                </a:ext>
              </a:extLst>
            </p:cNvPr>
            <p:cNvSpPr/>
            <p:nvPr/>
          </p:nvSpPr>
          <p:spPr>
            <a:xfrm>
              <a:off x="5460430" y="1405258"/>
              <a:ext cx="2315782" cy="49982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AC2F594-288A-C905-AB1A-B3CEF47A157B}"/>
                </a:ext>
              </a:extLst>
            </p:cNvPr>
            <p:cNvSpPr txBox="1"/>
            <p:nvPr/>
          </p:nvSpPr>
          <p:spPr>
            <a:xfrm>
              <a:off x="5460430" y="1405258"/>
              <a:ext cx="2315782" cy="4998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600" kern="1200"/>
                <a:t>Build on legacy of customer trust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7E48C36-583D-C5AB-CEAF-4590D864671E}"/>
              </a:ext>
            </a:extLst>
          </p:cNvPr>
          <p:cNvGrpSpPr/>
          <p:nvPr/>
        </p:nvGrpSpPr>
        <p:grpSpPr>
          <a:xfrm>
            <a:off x="6203014" y="3119760"/>
            <a:ext cx="2315782" cy="931887"/>
            <a:chOff x="5439403" y="2036999"/>
            <a:chExt cx="2315782" cy="93188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2DD0B64-30C5-1921-63B0-BB7ACF7B3C6A}"/>
                </a:ext>
              </a:extLst>
            </p:cNvPr>
            <p:cNvSpPr/>
            <p:nvPr/>
          </p:nvSpPr>
          <p:spPr>
            <a:xfrm>
              <a:off x="5439403" y="2036999"/>
              <a:ext cx="2315782" cy="93188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41F6B56-3EA3-F1E0-4A72-C662ACBA2E5F}"/>
                </a:ext>
              </a:extLst>
            </p:cNvPr>
            <p:cNvSpPr txBox="1"/>
            <p:nvPr/>
          </p:nvSpPr>
          <p:spPr>
            <a:xfrm>
              <a:off x="5439403" y="2036999"/>
              <a:ext cx="2315782" cy="9318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When you do impactful work at scale, mistakes matter</a:t>
              </a:r>
            </a:p>
          </p:txBody>
        </p:sp>
      </p:grpSp>
      <p:sp>
        <p:nvSpPr>
          <p:cNvPr id="34" name="Rectangle 33" descr="Surf with solid fill">
            <a:extLst>
              <a:ext uri="{FF2B5EF4-FFF2-40B4-BE49-F238E27FC236}">
                <a16:creationId xmlns:a16="http://schemas.microsoft.com/office/drawing/2014/main" id="{292F4332-0A03-D98E-4283-141379A32826}"/>
              </a:ext>
            </a:extLst>
          </p:cNvPr>
          <p:cNvSpPr/>
          <p:nvPr/>
        </p:nvSpPr>
        <p:spPr>
          <a:xfrm>
            <a:off x="9804486" y="1560905"/>
            <a:ext cx="810523" cy="810523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369ECDB-5DD2-FE43-12FA-F5BA86BD863E}"/>
              </a:ext>
            </a:extLst>
          </p:cNvPr>
          <p:cNvGrpSpPr/>
          <p:nvPr/>
        </p:nvGrpSpPr>
        <p:grpSpPr>
          <a:xfrm>
            <a:off x="9051856" y="2476821"/>
            <a:ext cx="2315782" cy="499828"/>
            <a:chOff x="8181475" y="1375566"/>
            <a:chExt cx="2315782" cy="49982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3CBEFC-C3AF-E2C8-0331-B54DC744DE1B}"/>
                </a:ext>
              </a:extLst>
            </p:cNvPr>
            <p:cNvSpPr/>
            <p:nvPr/>
          </p:nvSpPr>
          <p:spPr>
            <a:xfrm>
              <a:off x="8181475" y="1375566"/>
              <a:ext cx="2315782" cy="49982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F5BAAFB-8429-EAA2-64BF-21E7F687434C}"/>
                </a:ext>
              </a:extLst>
            </p:cNvPr>
            <p:cNvSpPr txBox="1"/>
            <p:nvPr/>
          </p:nvSpPr>
          <p:spPr>
            <a:xfrm>
              <a:off x="8181475" y="1375566"/>
              <a:ext cx="2315782" cy="49982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600" kern="1200"/>
                <a:t>Engineer for Agility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1AFC0DA-FE1E-4BCC-5968-47C3D98EBF6F}"/>
              </a:ext>
            </a:extLst>
          </p:cNvPr>
          <p:cNvGrpSpPr/>
          <p:nvPr/>
        </p:nvGrpSpPr>
        <p:grpSpPr>
          <a:xfrm>
            <a:off x="9051856" y="3115354"/>
            <a:ext cx="2315782" cy="756334"/>
            <a:chOff x="8181475" y="2014099"/>
            <a:chExt cx="2315782" cy="756334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9FB26E4-6127-ACBD-4B70-88259F1DFC78}"/>
                </a:ext>
              </a:extLst>
            </p:cNvPr>
            <p:cNvSpPr/>
            <p:nvPr/>
          </p:nvSpPr>
          <p:spPr>
            <a:xfrm>
              <a:off x="8181475" y="2014099"/>
              <a:ext cx="2315782" cy="756334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152C579-09AF-046C-2531-3706D108058B}"/>
                </a:ext>
              </a:extLst>
            </p:cNvPr>
            <p:cNvSpPr txBox="1"/>
            <p:nvPr/>
          </p:nvSpPr>
          <p:spPr>
            <a:xfrm>
              <a:off x="8181475" y="2014099"/>
              <a:ext cx="2315782" cy="7563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The world changes quickly, and the challenges are immediate.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971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443F50-03A6-C351-D106-172DB9A54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A5734B-2D57-0E27-2520-210CEF793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What we’ve been up to…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D5D24-422C-DFF7-2E69-409D6535B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A95EBA-E859-4AA5-ACAB-85C5998A58A6}"/>
              </a:ext>
            </a:extLst>
          </p:cNvPr>
          <p:cNvSpPr/>
          <p:nvPr/>
        </p:nvSpPr>
        <p:spPr>
          <a:xfrm>
            <a:off x="116840" y="90004"/>
            <a:ext cx="213360" cy="21336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70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7B2574-73D0-C5F1-DE87-830604842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765"/>
            <a:ext cx="12192000" cy="68580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87B61F-315C-4C7A-82E9-AA14A3D362D9}"/>
              </a:ext>
            </a:extLst>
          </p:cNvPr>
          <p:cNvSpPr txBox="1">
            <a:spLocks/>
          </p:cNvSpPr>
          <p:nvPr/>
        </p:nvSpPr>
        <p:spPr>
          <a:xfrm>
            <a:off x="806037" y="1015388"/>
            <a:ext cx="3747197" cy="505622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100" u="sng">
                <a:latin typeface="Segoe UI"/>
                <a:cs typeface="Segoe U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Welcome diverse new uses </a:t>
            </a:r>
            <a:r>
              <a:rPr lang="en-US" sz="2100" u="sng">
                <a:latin typeface="Segoe UI"/>
                <a:cs typeface="Segoe UI"/>
              </a:rPr>
              <a:t>of PowerShell</a:t>
            </a:r>
            <a:endParaRPr lang="en-US" sz="1800" u="sng">
              <a:latin typeface="Segoe UI"/>
              <a:cs typeface="Segoe UI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>
                <a:latin typeface="Segoe UI"/>
                <a:cs typeface="Segoe UI"/>
              </a:rPr>
              <a:t>PowerShell in Azure Functions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 b="1">
                <a:latin typeface="Segoe UI"/>
                <a:cs typeface="Segoe UI"/>
              </a:rPr>
              <a:t>ForEach–Object –Parallel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>
                <a:latin typeface="Segoe UI"/>
                <a:cs typeface="Segoe UI"/>
              </a:rPr>
              <a:t>Improvements in Windows/Linux Container images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>
                <a:latin typeface="Segoe UI"/>
                <a:cs typeface="Segoe UI"/>
              </a:rPr>
              <a:t>PowerShell support for notebooks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>
                <a:latin typeface="Segoe UI"/>
                <a:cs typeface="Segoe UI"/>
              </a:rPr>
              <a:t>Visual Studio Code for PowerShell 7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>
                <a:latin typeface="Segoe UI"/>
                <a:cs typeface="Segoe UI"/>
              </a:rPr>
              <a:t>Console Gui tools (</a:t>
            </a:r>
            <a:r>
              <a:rPr lang="en-US" sz="1900" err="1">
                <a:latin typeface="Segoe UI"/>
                <a:cs typeface="Segoe UI"/>
              </a:rPr>
              <a:t>ConsoleGridView</a:t>
            </a:r>
            <a:r>
              <a:rPr lang="en-US" sz="1900">
                <a:latin typeface="Segoe UI"/>
                <a:cs typeface="Segoe UI"/>
              </a:rPr>
              <a:t>)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>
                <a:latin typeface="Segoe UI"/>
                <a:cs typeface="Segoe UI"/>
              </a:rPr>
              <a:t>PowerShell user group videos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>
                <a:latin typeface="Segoe UI"/>
                <a:cs typeface="Segoe UI"/>
              </a:rPr>
              <a:t>Additional distro support for PowerShell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>
                <a:latin typeface="Segoe UI"/>
                <a:cs typeface="Segoe UI"/>
              </a:rPr>
              <a:t>98 active GitHub projects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 b="1">
                <a:latin typeface="Segoe UI"/>
                <a:cs typeface="Segoe UI"/>
              </a:rPr>
              <a:t>New ErrorView </a:t>
            </a:r>
            <a:endParaRPr lang="en-US" sz="1900" b="1">
              <a:latin typeface="Segoe UI" panose="020B0502040204020203" pitchFamily="34" charset="0"/>
              <a:cs typeface="Segoe UI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>
                <a:latin typeface="Segoe UI"/>
                <a:cs typeface="Segoe UI"/>
              </a:rPr>
              <a:t>New operators (ternary, pipeline chain, null conditional)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900" b="1">
                <a:latin typeface="Segoe UI"/>
                <a:cs typeface="Segoe UI"/>
              </a:rPr>
              <a:t>ANSI colors with $PSStyle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7066EF7-6D56-4C6A-BB90-4CABFD9AB2C8}"/>
              </a:ext>
            </a:extLst>
          </p:cNvPr>
          <p:cNvSpPr txBox="1">
            <a:spLocks/>
          </p:cNvSpPr>
          <p:nvPr/>
        </p:nvSpPr>
        <p:spPr>
          <a:xfrm>
            <a:off x="4553235" y="1015388"/>
            <a:ext cx="3200400" cy="505622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lnSpcReduction="10000"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lnSpc>
                <a:spcPct val="110000"/>
              </a:lnSpc>
            </a:pPr>
            <a:r>
              <a:rPr lang="en-US" sz="1800" u="sng">
                <a:solidFill>
                  <a:schemeClr val="tx1"/>
                </a:solidFill>
                <a:latin typeface="Segoe UI" panose="020B05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Reduce </a:t>
            </a:r>
            <a:r>
              <a:rPr lang="en-US" sz="1800" u="sng">
                <a:solidFill>
                  <a:schemeClr val="tx1"/>
                </a:solidFill>
                <a:latin typeface="Segoe UI" panose="020B0502040204020203" pitchFamily="34" charset="0"/>
              </a:rPr>
              <a:t>friction for users adopting new technologies</a:t>
            </a: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/>
                </a:solidFill>
                <a:latin typeface="Segoe UI" panose="020B0502040204020203" pitchFamily="34" charset="0"/>
              </a:rPr>
              <a:t>Cloud Shell Enhancements</a:t>
            </a:r>
            <a:endParaRPr lang="en-US" sz="1600">
              <a:solidFill>
                <a:schemeClr val="tx1"/>
              </a:solidFill>
              <a:latin typeface="Segoe UI" panose="020B0502040204020203" pitchFamily="34" charset="0"/>
            </a:endParaRP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PSSA compatibility rules</a:t>
            </a: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DSC Resource Kit</a:t>
            </a: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Cloud Shell support for Exchange Online</a:t>
            </a: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Out-</a:t>
            </a:r>
            <a:r>
              <a:rPr lang="en-US" sz="1600" err="1">
                <a:solidFill>
                  <a:schemeClr val="tx1"/>
                </a:solidFill>
                <a:latin typeface="Segoe UI" panose="020B0502040204020203" pitchFamily="34" charset="0"/>
              </a:rPr>
              <a:t>GridView</a:t>
            </a: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 for PS7</a:t>
            </a: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ISE Mode for Visual Studio Code</a:t>
            </a: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tx1"/>
                </a:solidFill>
                <a:latin typeface="Segoe UI" panose="020B0502040204020203" pitchFamily="34" charset="0"/>
              </a:rPr>
              <a:t>PowerShellGet</a:t>
            </a: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 3.0 (previews)</a:t>
            </a: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tx1"/>
                </a:solidFill>
                <a:latin typeface="Segoe UI" panose="020B0502040204020203" pitchFamily="34" charset="0"/>
              </a:rPr>
              <a:t>PowerShellGetCompat</a:t>
            </a: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 module (preview)</a:t>
            </a: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Crescendo </a:t>
            </a: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tx1"/>
                </a:solidFill>
                <a:latin typeface="Segoe UI" panose="020B0502040204020203" pitchFamily="34" charset="0"/>
              </a:rPr>
              <a:t>PlatyPS</a:t>
            </a: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 </a:t>
            </a: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/>
                </a:solidFill>
                <a:latin typeface="Segoe UI" panose="020B0502040204020203" pitchFamily="34" charset="0"/>
              </a:rPr>
              <a:t>Predictors</a:t>
            </a: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tx1"/>
                </a:solidFill>
                <a:latin typeface="Segoe UI" panose="020B0502040204020203" pitchFamily="34" charset="0"/>
              </a:rPr>
              <a:t>WindowsCompat</a:t>
            </a: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 layer</a:t>
            </a: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Shipping w/ .NET release cadence</a:t>
            </a:r>
          </a:p>
          <a:p>
            <a:pPr marL="285750" indent="-285750" algn="l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Microsoft Update support</a:t>
            </a:r>
            <a:endParaRPr lang="en-US" sz="1800">
              <a:solidFill>
                <a:schemeClr val="tx1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14CD3BC-0AB8-434F-A909-9C9320851AD6}"/>
              </a:ext>
            </a:extLst>
          </p:cNvPr>
          <p:cNvSpPr txBox="1">
            <a:spLocks/>
          </p:cNvSpPr>
          <p:nvPr/>
        </p:nvSpPr>
        <p:spPr>
          <a:xfrm>
            <a:off x="8009318" y="1458411"/>
            <a:ext cx="3626070" cy="3595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r>
              <a:rPr lang="en-US" sz="1800" u="sng">
                <a:solidFill>
                  <a:schemeClr val="tx1"/>
                </a:solidFill>
                <a:latin typeface="Segoe UI" panose="020B05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Build on legacy of </a:t>
            </a:r>
            <a:r>
              <a:rPr lang="en-US" sz="1800" u="sng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</a:t>
            </a:r>
            <a:r>
              <a:rPr lang="en-US" sz="1800" u="sng">
                <a:solidFill>
                  <a:schemeClr val="tx1"/>
                </a:solidFill>
                <a:latin typeface="Segoe UI" panose="020B05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trust</a:t>
            </a:r>
            <a:endParaRPr lang="en-US" sz="1800">
              <a:solidFill>
                <a:schemeClr val="tx1"/>
              </a:solidFill>
              <a:latin typeface="Segoe UI" panose="020B0502040204020203" pitchFamily="34" charset="0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PowerShell Gallery accessibility work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PowerShell release improvements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PowerShell editor service release improvements 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Improved testing for PowerShell extension for Visual Studio Code 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SecretManagement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SecretStore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Executive Order Requirements (+ many more compliance reviews/requirements)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PowerShell Gallery (and PowerShellGet) TLS changes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Monthly community call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</a:rPr>
              <a:t>SSH based remoting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sz="1800">
              <a:solidFill>
                <a:schemeClr val="tx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D46EB-878C-4AD8-839E-4107299C61C0}"/>
              </a:ext>
            </a:extLst>
          </p:cNvPr>
          <p:cNvSpPr txBox="1"/>
          <p:nvPr/>
        </p:nvSpPr>
        <p:spPr>
          <a:xfrm>
            <a:off x="7943742" y="5148286"/>
            <a:ext cx="3896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>
                <a:latin typeface="Segoe UI" panose="020B0502040204020203" pitchFamily="34" charset="0"/>
                <a:cs typeface="Segoe UI" panose="020B0502040204020203" pitchFamily="34" charset="0"/>
              </a:rPr>
              <a:t>Engineered for Agility </a:t>
            </a:r>
          </a:p>
          <a:p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60 releases of PowerShell (preview and stable) since May 2019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F3FC591-7F2C-4527-82E7-2E056F19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05" y="7765"/>
            <a:ext cx="10515600" cy="1325563"/>
          </a:xfrm>
        </p:spPr>
        <p:txBody>
          <a:bodyPr/>
          <a:lstStyle/>
          <a:p>
            <a:r>
              <a:rPr lang="en-US"/>
              <a:t>What we have been up to the last 3 years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DA4F87-05C1-44AF-BD49-D70DB3B03884}"/>
              </a:ext>
            </a:extLst>
          </p:cNvPr>
          <p:cNvSpPr/>
          <p:nvPr/>
        </p:nvSpPr>
        <p:spPr>
          <a:xfrm>
            <a:off x="116840" y="90004"/>
            <a:ext cx="213360" cy="21336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3A32334-4504-1C7E-967C-E2C3E05E1907}"/>
              </a:ext>
            </a:extLst>
          </p:cNvPr>
          <p:cNvSpPr/>
          <p:nvPr/>
        </p:nvSpPr>
        <p:spPr>
          <a:xfrm>
            <a:off x="3583382" y="1951341"/>
            <a:ext cx="157655" cy="1576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CC65AE4-4425-335E-36A4-11B2357BAFB4}"/>
              </a:ext>
            </a:extLst>
          </p:cNvPr>
          <p:cNvSpPr/>
          <p:nvPr/>
        </p:nvSpPr>
        <p:spPr>
          <a:xfrm>
            <a:off x="5995780" y="4826713"/>
            <a:ext cx="157655" cy="1576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26F075F-DAE2-9078-066F-DFACFB6CF320}"/>
              </a:ext>
            </a:extLst>
          </p:cNvPr>
          <p:cNvSpPr/>
          <p:nvPr/>
        </p:nvSpPr>
        <p:spPr>
          <a:xfrm>
            <a:off x="2604371" y="4903475"/>
            <a:ext cx="150528" cy="15056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280589-F346-7E10-B652-591E9A556887}"/>
              </a:ext>
            </a:extLst>
          </p:cNvPr>
          <p:cNvSpPr/>
          <p:nvPr/>
        </p:nvSpPr>
        <p:spPr>
          <a:xfrm>
            <a:off x="3632099" y="5744433"/>
            <a:ext cx="157655" cy="1576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77AE288-ECA3-C936-1E96-B6E4C0DA8DE5}"/>
              </a:ext>
            </a:extLst>
          </p:cNvPr>
          <p:cNvSpPr/>
          <p:nvPr/>
        </p:nvSpPr>
        <p:spPr>
          <a:xfrm>
            <a:off x="7595980" y="1651575"/>
            <a:ext cx="157655" cy="157655"/>
          </a:xfrm>
          <a:prstGeom prst="ellipse">
            <a:avLst/>
          </a:prstGeom>
          <a:solidFill>
            <a:srgbClr val="FF99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996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58CCE7-0495-3244-C362-BB7B0B17C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098" name="Picture 2" descr="Band cartoon Images, Stock Photos &amp; Vectors | Shutterstock">
            <a:extLst>
              <a:ext uri="{FF2B5EF4-FFF2-40B4-BE49-F238E27FC236}">
                <a16:creationId xmlns:a16="http://schemas.microsoft.com/office/drawing/2014/main" id="{F3D56ED4-5866-4BCA-B402-3593118BF8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805"/>
          <a:stretch/>
        </p:blipFill>
        <p:spPr bwMode="auto">
          <a:xfrm>
            <a:off x="818443" y="303364"/>
            <a:ext cx="2224416" cy="4347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Band cartoon Images, Stock Photos &amp; Vectors | Shutterstock">
            <a:extLst>
              <a:ext uri="{FF2B5EF4-FFF2-40B4-BE49-F238E27FC236}">
                <a16:creationId xmlns:a16="http://schemas.microsoft.com/office/drawing/2014/main" id="{A314C75D-F057-43F8-981B-B73BF5226E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16" r="28899" b="9706"/>
          <a:stretch/>
        </p:blipFill>
        <p:spPr bwMode="auto">
          <a:xfrm>
            <a:off x="3042859" y="314502"/>
            <a:ext cx="2659118" cy="390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and cartoon Images, Stock Photos &amp; Vectors | Shutterstock">
            <a:extLst>
              <a:ext uri="{FF2B5EF4-FFF2-40B4-BE49-F238E27FC236}">
                <a16:creationId xmlns:a16="http://schemas.microsoft.com/office/drawing/2014/main" id="{E14F7038-1122-42B4-9BFB-3AF89AFF6E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01"/>
          <a:stretch/>
        </p:blipFill>
        <p:spPr bwMode="auto">
          <a:xfrm>
            <a:off x="5701977" y="325640"/>
            <a:ext cx="1986457" cy="432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C3B81BE6-F8F0-4288-96D0-702E3F4EA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480" y="916070"/>
            <a:ext cx="758344" cy="106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ydney Smith">
            <a:extLst>
              <a:ext uri="{FF2B5EF4-FFF2-40B4-BE49-F238E27FC236}">
                <a16:creationId xmlns:a16="http://schemas.microsoft.com/office/drawing/2014/main" id="{97A7B69B-B6BF-4FA2-951E-20D3A645C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77" y="759135"/>
            <a:ext cx="998484" cy="99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See the source image">
            <a:extLst>
              <a:ext uri="{FF2B5EF4-FFF2-40B4-BE49-F238E27FC236}">
                <a16:creationId xmlns:a16="http://schemas.microsoft.com/office/drawing/2014/main" id="{1C6A0CD8-1AC8-4690-85FE-130A098D3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285" y="766132"/>
            <a:ext cx="903703" cy="90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592E4DA-E355-4299-AF7A-85D3B4CD255D}"/>
              </a:ext>
            </a:extLst>
          </p:cNvPr>
          <p:cNvSpPr/>
          <p:nvPr/>
        </p:nvSpPr>
        <p:spPr>
          <a:xfrm>
            <a:off x="116840" y="90004"/>
            <a:ext cx="213360" cy="21336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4B49851-3AF8-408D-B122-E34AA662BB47}"/>
              </a:ext>
            </a:extLst>
          </p:cNvPr>
          <p:cNvSpPr/>
          <p:nvPr/>
        </p:nvSpPr>
        <p:spPr>
          <a:xfrm>
            <a:off x="4211609" y="652455"/>
            <a:ext cx="213360" cy="21336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478CD0-70D7-4608-C2F6-6F4A216C99DD}"/>
              </a:ext>
            </a:extLst>
          </p:cNvPr>
          <p:cNvSpPr/>
          <p:nvPr/>
        </p:nvSpPr>
        <p:spPr>
          <a:xfrm>
            <a:off x="1982456" y="515645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18C6DB3-41BE-F362-1ACA-3419A819A21E}"/>
              </a:ext>
            </a:extLst>
          </p:cNvPr>
          <p:cNvSpPr/>
          <p:nvPr/>
        </p:nvSpPr>
        <p:spPr>
          <a:xfrm>
            <a:off x="6094539" y="533394"/>
            <a:ext cx="213360" cy="21336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641B2346-7237-4D9B-BCCD-CA67A6C9F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434" y="652455"/>
            <a:ext cx="3114600" cy="463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ee the source image">
            <a:extLst>
              <a:ext uri="{FF2B5EF4-FFF2-40B4-BE49-F238E27FC236}">
                <a16:creationId xmlns:a16="http://schemas.microsoft.com/office/drawing/2014/main" id="{4A8EEB6E-A3FE-418F-A190-182971A33E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0" t="27536" r="27771" b="17969"/>
          <a:stretch/>
        </p:blipFill>
        <p:spPr bwMode="auto">
          <a:xfrm rot="20238486">
            <a:off x="7930538" y="663791"/>
            <a:ext cx="1491738" cy="1574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9637E3C-CF71-4754-AEB8-FD9CAF3AF386}"/>
              </a:ext>
            </a:extLst>
          </p:cNvPr>
          <p:cNvSpPr txBox="1"/>
          <p:nvPr/>
        </p:nvSpPr>
        <p:spPr>
          <a:xfrm>
            <a:off x="7275044" y="4851686"/>
            <a:ext cx="3941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Danny Maertens</a:t>
            </a:r>
          </a:p>
          <a:p>
            <a:pPr algn="ctr"/>
            <a:r>
              <a:rPr lang="en-US"/>
              <a:t>PowerShell PM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86222E5-4FAC-4421-B853-FD0DD4594DF7}"/>
              </a:ext>
            </a:extLst>
          </p:cNvPr>
          <p:cNvSpPr/>
          <p:nvPr/>
        </p:nvSpPr>
        <p:spPr>
          <a:xfrm>
            <a:off x="8091091" y="532204"/>
            <a:ext cx="213360" cy="213360"/>
          </a:xfrm>
          <a:prstGeom prst="ellipse">
            <a:avLst/>
          </a:prstGeom>
          <a:solidFill>
            <a:srgbClr val="FF99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93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05BAF65-B8C7-5B5D-C701-9467B9B90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A5734B-2D57-0E27-2520-210CEF793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What you have been up to…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A3CE3E9-7FCF-4DBF-9F96-A6476A1A5F8F}"/>
              </a:ext>
            </a:extLst>
          </p:cNvPr>
          <p:cNvSpPr/>
          <p:nvPr/>
        </p:nvSpPr>
        <p:spPr>
          <a:xfrm>
            <a:off x="91440" y="71120"/>
            <a:ext cx="213360" cy="21336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43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9DA48C-50CC-E3D7-7DB6-91A16832C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0D002D0-FE76-4B2A-A8B0-374313195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3523"/>
            <a:ext cx="10515600" cy="1325563"/>
          </a:xfrm>
        </p:spPr>
        <p:txBody>
          <a:bodyPr/>
          <a:lstStyle/>
          <a:p>
            <a:r>
              <a:rPr lang="en-US"/>
              <a:t>What you have been up to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E18ABE-20C4-4F22-A17B-664D1A8D0C41}"/>
              </a:ext>
            </a:extLst>
          </p:cNvPr>
          <p:cNvSpPr/>
          <p:nvPr/>
        </p:nvSpPr>
        <p:spPr>
          <a:xfrm>
            <a:off x="91440" y="71120"/>
            <a:ext cx="213360" cy="21336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C73B5C-C624-4E7E-872D-F1513CA02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143" y="1298517"/>
            <a:ext cx="9299713" cy="476066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04839A-268A-4B34-9BF8-14FC37D83F9B}"/>
              </a:ext>
            </a:extLst>
          </p:cNvPr>
          <p:cNvSpPr/>
          <p:nvPr/>
        </p:nvSpPr>
        <p:spPr>
          <a:xfrm>
            <a:off x="4633291" y="1298517"/>
            <a:ext cx="6589644" cy="459538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42D4D4-6E86-415A-9211-F192C1700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316" y="4318138"/>
            <a:ext cx="56197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43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9DA48C-50CC-E3D7-7DB6-91A16832C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0D002D0-FE76-4B2A-A8B0-374313195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3523"/>
            <a:ext cx="10515600" cy="1325563"/>
          </a:xfrm>
        </p:spPr>
        <p:txBody>
          <a:bodyPr/>
          <a:lstStyle/>
          <a:p>
            <a:r>
              <a:rPr lang="en-US"/>
              <a:t>What you have been up to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E18ABE-20C4-4F22-A17B-664D1A8D0C41}"/>
              </a:ext>
            </a:extLst>
          </p:cNvPr>
          <p:cNvSpPr/>
          <p:nvPr/>
        </p:nvSpPr>
        <p:spPr>
          <a:xfrm>
            <a:off x="91440" y="71120"/>
            <a:ext cx="213360" cy="21336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C73B5C-C624-4E7E-872D-F1513CA02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143" y="1298517"/>
            <a:ext cx="9299713" cy="476066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04839A-268A-4B34-9BF8-14FC37D83F9B}"/>
              </a:ext>
            </a:extLst>
          </p:cNvPr>
          <p:cNvSpPr/>
          <p:nvPr/>
        </p:nvSpPr>
        <p:spPr>
          <a:xfrm>
            <a:off x="7613373" y="1298517"/>
            <a:ext cx="3609561" cy="45953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EE8E9C-AD86-4D55-8F32-840724373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894" y="2694125"/>
            <a:ext cx="561975" cy="257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A9C739-F4F7-4C25-88E1-828D01C91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1316" y="4318138"/>
            <a:ext cx="56197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562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9DA48C-50CC-E3D7-7DB6-91A16832C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0D002D0-FE76-4B2A-A8B0-374313195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3523"/>
            <a:ext cx="10515600" cy="1325563"/>
          </a:xfrm>
        </p:spPr>
        <p:txBody>
          <a:bodyPr/>
          <a:lstStyle/>
          <a:p>
            <a:r>
              <a:rPr lang="en-US"/>
              <a:t>What you have been up to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E18ABE-20C4-4F22-A17B-664D1A8D0C41}"/>
              </a:ext>
            </a:extLst>
          </p:cNvPr>
          <p:cNvSpPr/>
          <p:nvPr/>
        </p:nvSpPr>
        <p:spPr>
          <a:xfrm>
            <a:off x="91440" y="71120"/>
            <a:ext cx="213360" cy="21336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C73B5C-C624-4E7E-872D-F1513CA02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143" y="1298517"/>
            <a:ext cx="9299713" cy="4760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66FC5D-8B00-499A-9604-1D9ADD6E35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4441" y="1587624"/>
            <a:ext cx="571500" cy="247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1ACCEF-8778-45C9-AD11-C1CB95FE84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4894" y="2694125"/>
            <a:ext cx="561975" cy="2571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273DD5-89DA-41C2-B34C-A6A129661D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1316" y="4318138"/>
            <a:ext cx="56197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4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0F707B-D65E-884C-EF3C-51DBCD27A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1C629-96D2-4026-B2BE-4E3F2C857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9122" cy="4351338"/>
          </a:xfrm>
        </p:spPr>
        <p:txBody>
          <a:bodyPr/>
          <a:lstStyle/>
          <a:p>
            <a:r>
              <a:rPr lang="en-US" b="1" i="0">
                <a:effectLst/>
                <a:latin typeface="-apple-system"/>
              </a:rPr>
              <a:t>16 Trillion </a:t>
            </a:r>
            <a:r>
              <a:rPr lang="en-US" b="0" i="0">
                <a:effectLst/>
                <a:latin typeface="-apple-system"/>
              </a:rPr>
              <a:t>Cmdlets ran in 2021</a:t>
            </a:r>
          </a:p>
          <a:p>
            <a:r>
              <a:rPr lang="en-US">
                <a:latin typeface="-apple-system"/>
              </a:rPr>
              <a:t>Over</a:t>
            </a:r>
            <a:r>
              <a:rPr lang="en-US" b="1">
                <a:latin typeface="-apple-system"/>
              </a:rPr>
              <a:t> </a:t>
            </a:r>
            <a:r>
              <a:rPr lang="en-US" b="1" i="0">
                <a:effectLst/>
                <a:latin typeface="-apple-system"/>
              </a:rPr>
              <a:t>3 billion </a:t>
            </a:r>
            <a:r>
              <a:rPr lang="en-US" b="0" i="0">
                <a:effectLst/>
                <a:latin typeface="-apple-system"/>
              </a:rPr>
              <a:t>downloads from the PowerShell Gallery since spring 2019</a:t>
            </a:r>
          </a:p>
          <a:p>
            <a:r>
              <a:rPr lang="en-US">
                <a:latin typeface="-apple-system"/>
              </a:rPr>
              <a:t>Over </a:t>
            </a:r>
            <a:r>
              <a:rPr lang="en-US" b="1">
                <a:latin typeface="-apple-system"/>
              </a:rPr>
              <a:t>400 million </a:t>
            </a:r>
            <a:r>
              <a:rPr lang="en-US">
                <a:latin typeface="-apple-system"/>
              </a:rPr>
              <a:t>unique instances of PowerShell 7 in 2021</a:t>
            </a:r>
          </a:p>
          <a:p>
            <a:pPr lvl="1"/>
            <a:r>
              <a:rPr lang="en-US">
                <a:latin typeface="-apple-system"/>
              </a:rPr>
              <a:t>64% on </a:t>
            </a:r>
            <a:r>
              <a:rPr lang="en-US" err="1">
                <a:latin typeface="-apple-system"/>
              </a:rPr>
              <a:t>linux</a:t>
            </a:r>
            <a:endParaRPr lang="en-US">
              <a:latin typeface="-apple-system"/>
            </a:endParaRPr>
          </a:p>
          <a:p>
            <a:r>
              <a:rPr lang="en-US" b="0" i="0">
                <a:effectLst/>
                <a:latin typeface="-apple-system"/>
              </a:rPr>
              <a:t>Over </a:t>
            </a:r>
            <a:r>
              <a:rPr lang="en-US" b="1" i="0">
                <a:effectLst/>
                <a:latin typeface="-apple-system"/>
              </a:rPr>
              <a:t>2.5 billion</a:t>
            </a:r>
            <a:r>
              <a:rPr lang="en-US" b="0" i="0">
                <a:effectLst/>
                <a:latin typeface="-apple-system"/>
              </a:rPr>
              <a:t> starts of PowerShell 7 in 2021</a:t>
            </a:r>
          </a:p>
          <a:p>
            <a:r>
              <a:rPr lang="en-US">
                <a:latin typeface="-apple-system"/>
              </a:rPr>
              <a:t>Over </a:t>
            </a:r>
            <a:r>
              <a:rPr lang="en-US" b="1">
                <a:latin typeface="-apple-system"/>
              </a:rPr>
              <a:t>350,000</a:t>
            </a:r>
            <a:r>
              <a:rPr lang="en-US">
                <a:latin typeface="-apple-system"/>
              </a:rPr>
              <a:t> monthly users of the PowerShell extension for VSCode</a:t>
            </a:r>
          </a:p>
          <a:p>
            <a:pPr lvl="1"/>
            <a:r>
              <a:rPr lang="en-US" b="0" i="0">
                <a:effectLst/>
                <a:latin typeface="-apple-system"/>
              </a:rPr>
              <a:t>Over 10% on macOS</a:t>
            </a:r>
          </a:p>
          <a:p>
            <a:endParaRPr lang="en-US" b="0" i="0">
              <a:effectLst/>
              <a:latin typeface="-apple-system"/>
            </a:endParaRPr>
          </a:p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A096CF-5ED5-41D3-B422-B8990C669A4C}"/>
              </a:ext>
            </a:extLst>
          </p:cNvPr>
          <p:cNvSpPr/>
          <p:nvPr/>
        </p:nvSpPr>
        <p:spPr>
          <a:xfrm>
            <a:off x="91440" y="71120"/>
            <a:ext cx="213360" cy="21336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CA2543A4-AD22-40F1-80DF-34CA2F860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3523"/>
            <a:ext cx="10515600" cy="1325563"/>
          </a:xfrm>
        </p:spPr>
        <p:txBody>
          <a:bodyPr/>
          <a:lstStyle/>
          <a:p>
            <a:r>
              <a:rPr lang="en-US"/>
              <a:t>What you have been up to</a:t>
            </a:r>
          </a:p>
        </p:txBody>
      </p:sp>
    </p:spTree>
    <p:extLst>
      <p:ext uri="{BB962C8B-B14F-4D97-AF65-F5344CB8AC3E}">
        <p14:creationId xmlns:p14="http://schemas.microsoft.com/office/powerpoint/2010/main" val="198733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AD1FD-F612-036B-23DD-CE3910323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87B61F-315C-4C7A-82E9-AA14A3D362D9}"/>
              </a:ext>
            </a:extLst>
          </p:cNvPr>
          <p:cNvSpPr txBox="1">
            <a:spLocks/>
          </p:cNvSpPr>
          <p:nvPr/>
        </p:nvSpPr>
        <p:spPr>
          <a:xfrm>
            <a:off x="925911" y="1366339"/>
            <a:ext cx="3270528" cy="40933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u="sng">
                <a:latin typeface="Segoe UI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Welcome diverse new uses </a:t>
            </a:r>
            <a:r>
              <a:rPr lang="en-US" sz="1600" u="sng">
                <a:latin typeface="Segoe UI" panose="020B0502040204020203" pitchFamily="34" charset="0"/>
              </a:rPr>
              <a:t>of PowerShell</a:t>
            </a:r>
            <a:endParaRPr lang="en-US" sz="1600">
              <a:latin typeface="Segoe UI" panose="020B0502040204020203" pitchFamily="34" charset="0"/>
            </a:endParaRP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Additional Azure Mariner support</a:t>
            </a: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PowerShell 7 in Windows exploration</a:t>
            </a: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>
                <a:latin typeface="Segoe UI"/>
                <a:ea typeface="Times New Roman" panose="02020603050405020304" pitchFamily="18" charset="0"/>
                <a:cs typeface="Times New Roman"/>
              </a:rPr>
              <a:t>macOS Notarization support </a:t>
            </a:r>
            <a:endParaRPr lang="en-US" sz="1600">
              <a:latin typeface="Segoe UI"/>
              <a:ea typeface="Calibri" panose="020F0502020204030204" pitchFamily="34" charset="0"/>
              <a:cs typeface="Times New Roman"/>
            </a:endParaRP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Windows ARM64 support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</a:rPr>
              <a:t>Crescendo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</a:rPr>
              <a:t>OpenSSH for Windows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Predictive Intellisense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CompleterPredictor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ANSI coloring</a:t>
            </a:r>
            <a:endParaRPr lang="en-US" sz="1600"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endParaRPr lang="en-US" sz="1600">
              <a:latin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7066EF7-6D56-4C6A-BB90-4CABFD9AB2C8}"/>
              </a:ext>
            </a:extLst>
          </p:cNvPr>
          <p:cNvSpPr txBox="1">
            <a:spLocks/>
          </p:cNvSpPr>
          <p:nvPr/>
        </p:nvSpPr>
        <p:spPr>
          <a:xfrm>
            <a:off x="4196439" y="1333004"/>
            <a:ext cx="3903037" cy="458831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lnSpc>
                <a:spcPct val="110000"/>
              </a:lnSpc>
            </a:pPr>
            <a:r>
              <a:rPr lang="en-US" sz="1600" u="sng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Reduce </a:t>
            </a:r>
            <a:r>
              <a:rPr lang="en-US" sz="1600" u="sng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friction for users adopting new technologies</a:t>
            </a: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Move PowerShell to .NET 7</a:t>
            </a:r>
            <a:endParaRPr lang="en-US" sz="160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Making it easier to find out what’s new in PowerShell</a:t>
            </a:r>
            <a:endParaRPr lang="en-US" sz="160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Custom ConnectionInfo</a:t>
            </a:r>
            <a:endParaRPr lang="en-US" sz="160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Local SessionConfiguration support</a:t>
            </a:r>
            <a:endParaRPr lang="en-US" sz="160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Module Isolation 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PlatyPS 2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PowerShell extension for Visual Studio Code stability and performance improvements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PowerShellGet 3.0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PSDesiredStateConfiguration 3.0 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14CD3BC-0AB8-434F-A909-9C9320851AD6}"/>
              </a:ext>
            </a:extLst>
          </p:cNvPr>
          <p:cNvSpPr txBox="1">
            <a:spLocks/>
          </p:cNvSpPr>
          <p:nvPr/>
        </p:nvSpPr>
        <p:spPr>
          <a:xfrm>
            <a:off x="8340933" y="1762250"/>
            <a:ext cx="3200400" cy="21879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r>
              <a:rPr lang="en-US" sz="1600" u="sng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Build on legacy of user trust</a:t>
            </a:r>
            <a:r>
              <a:rPr lang="en-US" sz="1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AMSI and WDAC enhancements</a:t>
            </a:r>
            <a:endParaRPr lang="en-US" sz="160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Continued work on executive order requirements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Compliance commitments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PowerShell Gallery scale improvements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endParaRPr lang="en-US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7389B-E827-4526-91AC-3DEA56891499}"/>
              </a:ext>
            </a:extLst>
          </p:cNvPr>
          <p:cNvSpPr txBox="1"/>
          <p:nvPr/>
        </p:nvSpPr>
        <p:spPr>
          <a:xfrm>
            <a:off x="8466639" y="5501806"/>
            <a:ext cx="38159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hlinkClick r:id="rId8"/>
              </a:rPr>
              <a:t>https://devblogs.microsoft.com/powershell/</a:t>
            </a:r>
          </a:p>
          <a:p>
            <a:r>
              <a:rPr lang="en-US" sz="1400">
                <a:hlinkClick r:id="rId8"/>
              </a:rPr>
              <a:t>https://aka.ms/PSYouTube</a:t>
            </a:r>
            <a:endParaRPr lang="en-US" sz="1400"/>
          </a:p>
          <a:p>
            <a:endParaRPr lang="en-US" sz="1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FF4822-E2C2-4AAE-AF0E-DAA81BC5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are working 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D5B40B-A0D6-47D5-BF1B-C41E9B74FDDF}"/>
              </a:ext>
            </a:extLst>
          </p:cNvPr>
          <p:cNvSpPr/>
          <p:nvPr/>
        </p:nvSpPr>
        <p:spPr>
          <a:xfrm>
            <a:off x="116840" y="90004"/>
            <a:ext cx="213360" cy="21336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9604B7-30A0-4500-8547-63412D18ABD8}"/>
              </a:ext>
            </a:extLst>
          </p:cNvPr>
          <p:cNvSpPr txBox="1"/>
          <p:nvPr/>
        </p:nvSpPr>
        <p:spPr>
          <a:xfrm>
            <a:off x="8340933" y="4106805"/>
            <a:ext cx="38963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>
                <a:latin typeface="Segoe UI" panose="020B0502040204020203" pitchFamily="34" charset="0"/>
                <a:cs typeface="Segoe UI" panose="020B0502040204020203" pitchFamily="34" charset="0"/>
              </a:rPr>
              <a:t>Engineered for Agility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Working groups/supporting open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Continued investments in test and release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07337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  <p:bldP spid="6" grpId="0" build="p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6C9075-3B50-F6BF-5CC4-986874F26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A5734B-2D57-0E27-2520-210CEF793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PowerShell + Community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D5D24-422C-DFF7-2E69-409D6535B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We solve problems and build solutions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5B36A03-BC9B-749E-BAFA-9F6BB724CD66}"/>
              </a:ext>
            </a:extLst>
          </p:cNvPr>
          <p:cNvSpPr/>
          <p:nvPr/>
        </p:nvSpPr>
        <p:spPr>
          <a:xfrm>
            <a:off x="227229" y="200335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24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0AD11B5-5953-4AC0-BB58-256D6EC92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B98BFB5-13E6-0ED3-8487-85D76A800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071" y="40449"/>
            <a:ext cx="5691809" cy="1325563"/>
          </a:xfrm>
        </p:spPr>
        <p:txBody>
          <a:bodyPr/>
          <a:lstStyle/>
          <a:p>
            <a:r>
              <a:rPr lang="en-US"/>
              <a:t>Working cross-platform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261C15-1748-47F5-B8DB-4E000FE652A5}"/>
              </a:ext>
            </a:extLst>
          </p:cNvPr>
          <p:cNvGrpSpPr/>
          <p:nvPr/>
        </p:nvGrpSpPr>
        <p:grpSpPr>
          <a:xfrm>
            <a:off x="1339521" y="1366012"/>
            <a:ext cx="1981200" cy="2216148"/>
            <a:chOff x="461962" y="1690688"/>
            <a:chExt cx="1981200" cy="2216148"/>
          </a:xfrm>
        </p:grpSpPr>
        <p:pic>
          <p:nvPicPr>
            <p:cNvPr id="6" name="Picture 5" descr="Graphical user interface&#10;&#10;Description automatically generated with medium confidence">
              <a:extLst>
                <a:ext uri="{FF2B5EF4-FFF2-40B4-BE49-F238E27FC236}">
                  <a16:creationId xmlns:a16="http://schemas.microsoft.com/office/drawing/2014/main" id="{AEC67609-067A-702D-BD6E-A67C89418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1962" y="1690688"/>
              <a:ext cx="1981200" cy="184681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7EBFC2-097F-1998-2700-858CAF984C67}"/>
                </a:ext>
              </a:extLst>
            </p:cNvPr>
            <p:cNvSpPr txBox="1"/>
            <p:nvPr/>
          </p:nvSpPr>
          <p:spPr>
            <a:xfrm>
              <a:off x="695325" y="3537504"/>
              <a:ext cx="1281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Jason’s mac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B922956-01C0-57B7-C321-8C4BB1AE7746}"/>
              </a:ext>
            </a:extLst>
          </p:cNvPr>
          <p:cNvGrpSpPr/>
          <p:nvPr/>
        </p:nvGrpSpPr>
        <p:grpSpPr>
          <a:xfrm>
            <a:off x="4294715" y="544280"/>
            <a:ext cx="7718795" cy="3185318"/>
            <a:chOff x="3777880" y="1927580"/>
            <a:chExt cx="7718795" cy="318531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4C9E52-A3FC-0E13-8171-7328F2B3C7F0}"/>
                </a:ext>
              </a:extLst>
            </p:cNvPr>
            <p:cNvGrpSpPr/>
            <p:nvPr/>
          </p:nvGrpSpPr>
          <p:grpSpPr>
            <a:xfrm>
              <a:off x="3777880" y="2700774"/>
              <a:ext cx="7718795" cy="2412124"/>
              <a:chOff x="609601" y="4445876"/>
              <a:chExt cx="7718795" cy="2412124"/>
            </a:xfrm>
          </p:grpSpPr>
          <p:pic>
            <p:nvPicPr>
              <p:cNvPr id="10" name="Picture 9" descr="A screenshot of a computer&#10;&#10;Description automatically generated with medium confidence">
                <a:extLst>
                  <a:ext uri="{FF2B5EF4-FFF2-40B4-BE49-F238E27FC236}">
                    <a16:creationId xmlns:a16="http://schemas.microsoft.com/office/drawing/2014/main" id="{D914942F-C879-B095-A3A3-52BFAEE7C7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9601" y="4445876"/>
                <a:ext cx="3859396" cy="2412123"/>
              </a:xfrm>
              <a:prstGeom prst="rect">
                <a:avLst/>
              </a:prstGeom>
            </p:spPr>
          </p:pic>
          <p:pic>
            <p:nvPicPr>
              <p:cNvPr id="12" name="Picture 11" descr="A screenshot of a video game&#10;&#10;Description automatically generated">
                <a:extLst>
                  <a:ext uri="{FF2B5EF4-FFF2-40B4-BE49-F238E27FC236}">
                    <a16:creationId xmlns:a16="http://schemas.microsoft.com/office/drawing/2014/main" id="{C0E16B5A-BC75-803A-4038-337D15415C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68997" y="4445876"/>
                <a:ext cx="3859399" cy="2412124"/>
              </a:xfrm>
              <a:prstGeom prst="rect">
                <a:avLst/>
              </a:prstGeom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A2276C3-3710-119F-7E14-164F5458A2D9}"/>
                </a:ext>
              </a:extLst>
            </p:cNvPr>
            <p:cNvSpPr txBox="1"/>
            <p:nvPr/>
          </p:nvSpPr>
          <p:spPr>
            <a:xfrm>
              <a:off x="7313950" y="1927580"/>
              <a:ext cx="646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VM’s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63F9097-FA37-6AC5-3ED8-218CF8BC3B2F}"/>
                </a:ext>
              </a:extLst>
            </p:cNvPr>
            <p:cNvSpPr txBox="1"/>
            <p:nvPr/>
          </p:nvSpPr>
          <p:spPr>
            <a:xfrm>
              <a:off x="6960039" y="2262383"/>
              <a:ext cx="1555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Mac/Windows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C981EF3-FCCF-0FAF-289E-10AD33A2D6D3}"/>
              </a:ext>
            </a:extLst>
          </p:cNvPr>
          <p:cNvSpPr txBox="1"/>
          <p:nvPr/>
        </p:nvSpPr>
        <p:spPr>
          <a:xfrm>
            <a:off x="6962127" y="3950555"/>
            <a:ext cx="50513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Features you will see…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Crescendo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SecretManagement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OpenSSH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Predictive Intellisense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Visual Studio Code (+ PowerShell extension)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C77653-21C4-E250-5BC5-C218BA26BBFC}"/>
              </a:ext>
            </a:extLst>
          </p:cNvPr>
          <p:cNvSpPr txBox="1"/>
          <p:nvPr/>
        </p:nvSpPr>
        <p:spPr>
          <a:xfrm>
            <a:off x="1097936" y="3867848"/>
            <a:ext cx="5404944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>
                <a:effectLst/>
                <a:latin typeface="Menlo" panose="020B0609030804020204" pitchFamily="49" charset="0"/>
              </a:rPr>
              <a:t>Scenario:</a:t>
            </a:r>
          </a:p>
          <a:p>
            <a:endParaRPr lang="en-US" sz="1200" b="0">
              <a:effectLst/>
              <a:latin typeface="Menlo" panose="020B0609030804020204" pitchFamily="49" charset="0"/>
            </a:endParaRPr>
          </a:p>
          <a:p>
            <a:r>
              <a:rPr lang="en-US" sz="1400" b="0">
                <a:effectLst/>
              </a:rPr>
              <a:t>Bob needs to change the firewall settings on hundreds of computers. He has worked with `netsh.exe`</a:t>
            </a:r>
          </a:p>
          <a:p>
            <a:r>
              <a:rPr lang="en-US" sz="1400" b="0">
                <a:effectLst/>
              </a:rPr>
              <a:t>in the past, but has had problems trying to automate its complexity. Bob wants to know if PowerShell</a:t>
            </a:r>
          </a:p>
          <a:p>
            <a:r>
              <a:rPr lang="en-US" sz="1400" b="0">
                <a:effectLst/>
              </a:rPr>
              <a:t>can help.</a:t>
            </a:r>
          </a:p>
          <a:p>
            <a:endParaRPr lang="en-US" sz="1200">
              <a:latin typeface="Menlo" panose="020B0609030804020204" pitchFamily="49" charset="0"/>
            </a:endParaRPr>
          </a:p>
          <a:p>
            <a:r>
              <a:rPr lang="en-US" sz="1200" b="0">
                <a:effectLst/>
                <a:latin typeface="Menlo" panose="020B0609030804020204" pitchFamily="49" charset="0"/>
              </a:rPr>
              <a:t>Turn this: </a:t>
            </a:r>
            <a:r>
              <a:rPr lang="en-US" sz="1200" b="0" err="1">
                <a:effectLst/>
                <a:latin typeface="Menlo" panose="020B0609030804020204" pitchFamily="49" charset="0"/>
              </a:rPr>
              <a:t>netsh</a:t>
            </a:r>
            <a:r>
              <a:rPr lang="en-US" sz="1200" b="0">
                <a:effectLst/>
                <a:latin typeface="Menlo" panose="020B0609030804020204" pitchFamily="49" charset="0"/>
              </a:rPr>
              <a:t> </a:t>
            </a:r>
            <a:r>
              <a:rPr lang="en-US" sz="1200" b="0" err="1">
                <a:effectLst/>
                <a:latin typeface="Menlo" panose="020B0609030804020204" pitchFamily="49" charset="0"/>
              </a:rPr>
              <a:t>advfirewall</a:t>
            </a:r>
            <a:r>
              <a:rPr lang="en-US" sz="1200" b="0">
                <a:effectLst/>
                <a:latin typeface="Menlo" panose="020B0609030804020204" pitchFamily="49" charset="0"/>
              </a:rPr>
              <a:t> set </a:t>
            </a:r>
            <a:r>
              <a:rPr lang="en-US" sz="1200" b="0" err="1">
                <a:effectLst/>
                <a:latin typeface="Menlo" panose="020B0609030804020204" pitchFamily="49" charset="0"/>
              </a:rPr>
              <a:t>allprofiles</a:t>
            </a:r>
            <a:r>
              <a:rPr lang="en-US" sz="1200" b="0">
                <a:effectLst/>
                <a:latin typeface="Menlo" panose="020B0609030804020204" pitchFamily="49" charset="0"/>
              </a:rPr>
              <a:t> state off</a:t>
            </a:r>
          </a:p>
          <a:p>
            <a:r>
              <a:rPr lang="en-US" sz="1200" b="0">
                <a:effectLst/>
                <a:latin typeface="Menlo" panose="020B0609030804020204" pitchFamily="49" charset="0"/>
              </a:rPr>
              <a:t>Into this: Set-</a:t>
            </a:r>
            <a:r>
              <a:rPr lang="en-US" sz="1200" b="0" err="1">
                <a:effectLst/>
                <a:latin typeface="Menlo" panose="020B0609030804020204" pitchFamily="49" charset="0"/>
              </a:rPr>
              <a:t>Winfirewall</a:t>
            </a:r>
            <a:r>
              <a:rPr lang="en-US" sz="1200" b="0">
                <a:effectLst/>
                <a:latin typeface="Menlo" panose="020B0609030804020204" pitchFamily="49" charset="0"/>
              </a:rPr>
              <a:t> -off</a:t>
            </a:r>
          </a:p>
          <a:p>
            <a:endParaRPr lang="en-US" sz="1200" b="0">
              <a:effectLst/>
              <a:latin typeface="Menlo" panose="020B0609030804020204" pitchFamily="49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6CECC08-01E9-437F-EDB0-B2EB29FE09B9}"/>
              </a:ext>
            </a:extLst>
          </p:cNvPr>
          <p:cNvSpPr/>
          <p:nvPr/>
        </p:nvSpPr>
        <p:spPr>
          <a:xfrm>
            <a:off x="256144" y="330920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403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B8851-2E73-44E0-8FD7-A292F631B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DC6169-D252-B5D8-523A-474DE3B3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pPr algn="ctr"/>
            <a:r>
              <a:rPr lang="en-US" sz="8000"/>
              <a:t>Thank you!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ABAEC614-A971-2CAD-79CC-C48B1A2DB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9322" y="1845426"/>
            <a:ext cx="4450303" cy="445030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9A1532C-2D2D-16E8-D561-E7915E150A9E}"/>
              </a:ext>
            </a:extLst>
          </p:cNvPr>
          <p:cNvSpPr/>
          <p:nvPr/>
        </p:nvSpPr>
        <p:spPr>
          <a:xfrm>
            <a:off x="91440" y="71120"/>
            <a:ext cx="213360" cy="21336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16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6CBCBF-8D87-457D-98EB-BFBEB101F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131A54-6B27-F58A-1914-7183E3F03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2014"/>
            <a:ext cx="10515600" cy="1325563"/>
          </a:xfrm>
        </p:spPr>
        <p:txBody>
          <a:bodyPr/>
          <a:lstStyle/>
          <a:p>
            <a:r>
              <a:rPr lang="en-US"/>
              <a:t>Oh wait…..One more 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A2D2C-165B-106F-DB46-E1D96A09E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641"/>
            <a:ext cx="10515600" cy="4792718"/>
          </a:xfrm>
        </p:spPr>
        <p:txBody>
          <a:bodyPr>
            <a:normAutofit/>
          </a:bodyPr>
          <a:lstStyle/>
          <a:p>
            <a:r>
              <a:rPr lang="en-US"/>
              <a:t>PowerShell Completion Predictor for PSReadLine Predictive IntelliSense</a:t>
            </a:r>
          </a:p>
          <a:p>
            <a:pPr lvl="1"/>
            <a:r>
              <a:rPr lang="en-US">
                <a:hlinkClick r:id="rId3"/>
              </a:rPr>
              <a:t>https://github.com/PowerShell/CompletionPredictor</a:t>
            </a:r>
            <a:endParaRPr lang="en-US"/>
          </a:p>
          <a:p>
            <a:r>
              <a:rPr lang="en-US"/>
              <a:t>Unix Tab Completions - PowerShell parameter completers for native commands on Linux and macOS.</a:t>
            </a:r>
          </a:p>
          <a:p>
            <a:pPr lvl="1"/>
            <a:r>
              <a:rPr lang="en-US">
                <a:hlinkClick r:id="rId4"/>
              </a:rPr>
              <a:t>https://github.com/PowerShell/UnixCompleters</a:t>
            </a:r>
            <a:endParaRPr lang="en-US"/>
          </a:p>
          <a:p>
            <a:r>
              <a:rPr lang="en-US"/>
              <a:t>Get-</a:t>
            </a:r>
            <a:r>
              <a:rPr lang="en-US" err="1"/>
              <a:t>WhatsNew</a:t>
            </a:r>
            <a:r>
              <a:rPr lang="en-US"/>
              <a:t> - Cmdlet that provides information about changes and new features</a:t>
            </a:r>
          </a:p>
          <a:p>
            <a:pPr lvl="1"/>
            <a:r>
              <a:rPr lang="en-US">
                <a:hlinkClick r:id="rId5"/>
              </a:rPr>
              <a:t>https://github.com/PowerShell/whatsnew</a:t>
            </a:r>
            <a:endParaRPr lang="en-US"/>
          </a:p>
          <a:p>
            <a:r>
              <a:rPr lang="en-US"/>
              <a:t>DSC v3 beta1 – A Platform </a:t>
            </a:r>
            <a:r>
              <a:rPr lang="en-US" b="0">
                <a:solidFill>
                  <a:srgbClr val="333333"/>
                </a:solidFill>
                <a:effectLst/>
              </a:rPr>
              <a:t>that enables writing configuration as code</a:t>
            </a:r>
            <a:endParaRPr lang="en-US"/>
          </a:p>
          <a:p>
            <a:pPr lvl="1"/>
            <a:r>
              <a:rPr lang="en-US">
                <a:hlinkClick r:id="rId6"/>
              </a:rPr>
              <a:t>https://github.com/PowerShell/psdesiredstateconfiguration</a:t>
            </a:r>
            <a:endParaRPr lang="en-US"/>
          </a:p>
          <a:p>
            <a:pPr marL="457200" lvl="1" indent="0">
              <a:buNone/>
            </a:pPr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CBBBC8-1CBE-BC76-6E8F-43D92661AB02}"/>
              </a:ext>
            </a:extLst>
          </p:cNvPr>
          <p:cNvSpPr/>
          <p:nvPr/>
        </p:nvSpPr>
        <p:spPr>
          <a:xfrm>
            <a:off x="142940" y="1199362"/>
            <a:ext cx="213360" cy="2133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70E04C-DD9C-EA4E-1FB6-FD973623A602}"/>
              </a:ext>
            </a:extLst>
          </p:cNvPr>
          <p:cNvSpPr/>
          <p:nvPr/>
        </p:nvSpPr>
        <p:spPr>
          <a:xfrm>
            <a:off x="124810" y="2512536"/>
            <a:ext cx="213360" cy="21336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398C5C-8466-0CD6-D1A8-4409A43D1824}"/>
              </a:ext>
            </a:extLst>
          </p:cNvPr>
          <p:cNvSpPr/>
          <p:nvPr/>
        </p:nvSpPr>
        <p:spPr>
          <a:xfrm>
            <a:off x="93279" y="5021256"/>
            <a:ext cx="213360" cy="21336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AC5FA2-44D4-1C87-06D3-68826D3D5F94}"/>
              </a:ext>
            </a:extLst>
          </p:cNvPr>
          <p:cNvSpPr/>
          <p:nvPr/>
        </p:nvSpPr>
        <p:spPr>
          <a:xfrm>
            <a:off x="124810" y="3766896"/>
            <a:ext cx="213360" cy="213360"/>
          </a:xfrm>
          <a:prstGeom prst="ellipse">
            <a:avLst/>
          </a:prstGeom>
          <a:solidFill>
            <a:srgbClr val="FF99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5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1F6ED7-0C99-1483-57DE-1C4365432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D37D55E-B966-FEDF-C0F8-5E24DCAD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DB2A3-8E9C-509B-C421-4C84C6F93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294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Enjoy the conference!</a:t>
            </a:r>
          </a:p>
          <a:p>
            <a:r>
              <a:rPr lang="en-US"/>
              <a:t>Get PowerShell: </a:t>
            </a:r>
            <a:r>
              <a:rPr lang="en-US">
                <a:hlinkClick r:id="rId3"/>
              </a:rPr>
              <a:t>https://aka.ms/Get-PowerShell</a:t>
            </a:r>
            <a:endParaRPr lang="en-US"/>
          </a:p>
          <a:p>
            <a:r>
              <a:rPr lang="en-US"/>
              <a:t>Stay in Touch!</a:t>
            </a:r>
          </a:p>
          <a:p>
            <a:pPr lvl="1"/>
            <a:r>
              <a:rPr lang="en-US"/>
              <a:t>PowerShell GitHub</a:t>
            </a:r>
          </a:p>
          <a:p>
            <a:pPr lvl="2"/>
            <a:r>
              <a:rPr lang="en-US">
                <a:hlinkClick r:id="rId4"/>
              </a:rPr>
              <a:t>www.github.com/powershell</a:t>
            </a:r>
            <a:endParaRPr lang="en-US"/>
          </a:p>
          <a:p>
            <a:pPr lvl="1"/>
            <a:r>
              <a:rPr lang="en-US"/>
              <a:t>PS Community Call – 3</a:t>
            </a:r>
            <a:r>
              <a:rPr lang="en-US" baseline="30000"/>
              <a:t>rd</a:t>
            </a:r>
            <a:r>
              <a:rPr lang="en-US"/>
              <a:t> Thursday of every month</a:t>
            </a:r>
          </a:p>
          <a:p>
            <a:pPr lvl="2"/>
            <a:r>
              <a:rPr lang="en-US">
                <a:hlinkClick r:id="rId5"/>
              </a:rPr>
              <a:t>www.aka.ms/joinPSCall</a:t>
            </a:r>
            <a:r>
              <a:rPr lang="en-US"/>
              <a:t> </a:t>
            </a:r>
          </a:p>
          <a:p>
            <a:pPr lvl="1"/>
            <a:r>
              <a:rPr lang="en-US"/>
              <a:t>PowerShell Team Blog</a:t>
            </a:r>
          </a:p>
          <a:p>
            <a:pPr lvl="2"/>
            <a:r>
              <a:rPr lang="en-US">
                <a:hlinkClick r:id="rId6"/>
              </a:rPr>
              <a:t>https://devblogs.microsoft.com/powershell</a:t>
            </a:r>
            <a:endParaRPr lang="en-US"/>
          </a:p>
          <a:p>
            <a:pPr lvl="1"/>
            <a:r>
              <a:rPr lang="en-US"/>
              <a:t>PowerShell Team Twitter</a:t>
            </a:r>
          </a:p>
          <a:p>
            <a:pPr lvl="2"/>
            <a:r>
              <a:rPr lang="en-US">
                <a:hlinkClick r:id="rId7"/>
              </a:rPr>
              <a:t>https://twitter.com/PowerShell_Team</a:t>
            </a:r>
            <a:r>
              <a:rPr lang="en-US"/>
              <a:t> </a:t>
            </a:r>
          </a:p>
          <a:p>
            <a:r>
              <a:rPr lang="en-US"/>
              <a:t>Add Danny/Tooling session.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EF34B4-EC50-4939-9D3D-A7574FC046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1037" y="365125"/>
            <a:ext cx="3690937" cy="5700354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1B681931-0538-C51B-6BE8-A7AD5C730448}"/>
              </a:ext>
            </a:extLst>
          </p:cNvPr>
          <p:cNvSpPr/>
          <p:nvPr/>
        </p:nvSpPr>
        <p:spPr>
          <a:xfrm>
            <a:off x="91440" y="71120"/>
            <a:ext cx="213360" cy="21336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87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1690</Words>
  <Application>Microsoft Macintosh PowerPoint</Application>
  <PresentationFormat>Widescreen</PresentationFormat>
  <Paragraphs>231</Paragraphs>
  <Slides>32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-apple-system</vt:lpstr>
      <vt:lpstr>Arial</vt:lpstr>
      <vt:lpstr>Calibri</vt:lpstr>
      <vt:lpstr>Calibri Light</vt:lpstr>
      <vt:lpstr>Courier New</vt:lpstr>
      <vt:lpstr>Helvetica</vt:lpstr>
      <vt:lpstr>Menlo</vt:lpstr>
      <vt:lpstr>Open Sans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We Missed You!</vt:lpstr>
      <vt:lpstr>PowerPoint Presentation</vt:lpstr>
      <vt:lpstr>Every time I take a step …</vt:lpstr>
      <vt:lpstr>This is an old problem</vt:lpstr>
      <vt:lpstr>PowerPoint Presentation</vt:lpstr>
      <vt:lpstr>What we’ve been thinking…</vt:lpstr>
      <vt:lpstr>Monad Manifesto</vt:lpstr>
      <vt:lpstr>PowerPoint Presentation</vt:lpstr>
      <vt:lpstr>PowerPoint Presentation</vt:lpstr>
      <vt:lpstr>PowerPoint Presentation</vt:lpstr>
      <vt:lpstr>PowerPoint Presentation</vt:lpstr>
      <vt:lpstr>Improve the lives of people working on operations by simplifying automation.</vt:lpstr>
      <vt:lpstr>What we’ve been up to…</vt:lpstr>
      <vt:lpstr>What we have been up to the last 3 years</vt:lpstr>
      <vt:lpstr>PowerPoint Presentation</vt:lpstr>
      <vt:lpstr>What you have been up to…</vt:lpstr>
      <vt:lpstr>What you have been up to</vt:lpstr>
      <vt:lpstr>What you have been up to</vt:lpstr>
      <vt:lpstr>What you have been up to</vt:lpstr>
      <vt:lpstr>What you have been up to</vt:lpstr>
      <vt:lpstr>What we are working on</vt:lpstr>
      <vt:lpstr>PowerShell + Community</vt:lpstr>
      <vt:lpstr>Working cross-platform </vt:lpstr>
      <vt:lpstr>Thank you!</vt:lpstr>
      <vt:lpstr>Oh wait…..One more thing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# - Setup</dc:title>
  <dc:creator>Jason Helmick</dc:creator>
  <cp:lastModifiedBy>Jason Helmick</cp:lastModifiedBy>
  <cp:revision>1</cp:revision>
  <dcterms:created xsi:type="dcterms:W3CDTF">2022-04-01T14:42:20Z</dcterms:created>
  <dcterms:modified xsi:type="dcterms:W3CDTF">2022-04-24T14:16:15Z</dcterms:modified>
</cp:coreProperties>
</file>