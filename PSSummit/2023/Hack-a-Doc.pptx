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3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D1746-6ED5-8FC5-854D-2F362A472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447BBF-1B87-201E-7ADA-9404D41E36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958D8-AC48-FEDA-E567-D3BE205EE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D077-BBBF-4225-B94B-5DF1946E764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B08FF-3011-46EF-B247-366D8A99E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4A2FB-E8B0-8FCF-E94F-F5A0D0E0E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F6A3-C6B4-41B1-81C9-627968B5A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8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A908D-D20F-31B5-9378-0804EA48A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A44F9-608A-3B3F-851F-929B8F6F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B9C64-1CF9-97B1-A5AA-0B4AAE076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D077-BBBF-4225-B94B-5DF1946E764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8818F-A0E7-51B3-1243-EE90BB433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65D65-29C0-7331-2678-5ED3E049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F6A3-C6B4-41B1-81C9-627968B5A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4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BA237-4F48-6B15-3A14-C5FDBE022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48940-794B-7A80-D93A-16F1F3BB6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BF088-7EDB-7732-EE79-1A00BC2CB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D077-BBBF-4225-B94B-5DF1946E764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CD10B-E6C6-BAEC-CE3D-304C3DBA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AA46C-2DD8-97F1-6DB1-C4E85F10C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F6A3-C6B4-41B1-81C9-627968B5A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5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D9815-DDD5-68BA-C04B-31F7BAE9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94CD0-3F6C-D925-0B2E-74E8E22ACB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1BDD55-9A23-4D70-8CA3-6336B9B6EA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6D704-460A-7EFF-A094-BDC669D6A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D077-BBBF-4225-B94B-5DF1946E764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E3EFE-0678-4131-8F4B-52CE19F69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A5366-7ABE-1B9D-ED8A-0C63BFB3D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F6A3-C6B4-41B1-81C9-627968B5A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058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324BF-1308-48DE-FA32-4E81C4D2C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EEB9F-C141-4CE7-8FF5-E6A641D71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A18C5-F5EE-1362-84BC-2BC177986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02AB28-4582-FFCF-D66F-74D5E898D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46630F-70AE-0174-8185-A9A7E21E66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DBEB12-D1B8-9C38-3074-19AFC8FBD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D077-BBBF-4225-B94B-5DF1946E764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48A8B-F3A3-76CF-54AA-F84AEB8BD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1F5371-B18B-0473-5590-2435E526A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F6A3-C6B4-41B1-81C9-627968B5A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00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75364-C902-1C50-8C05-D563D2407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E044CC-C130-C043-47AE-012DE2FEB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D077-BBBF-4225-B94B-5DF1946E764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54E7CF-256A-F8AE-2135-68F204B84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29136-2D56-B7A9-4022-79896F15F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F6A3-C6B4-41B1-81C9-627968B5A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014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E76808-22CD-700C-AFB4-4162837FD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D077-BBBF-4225-B94B-5DF1946E764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0F100F-A3C9-C77A-65B4-B5349EAFD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663C3-F5A4-757D-E6F5-B3B3D7B4A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F6A3-C6B4-41B1-81C9-627968B5A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98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C26C2-A7B1-4C9A-3466-763916465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92A4A-D9B1-5FE2-48E9-2C20FEAF5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689B0-CF78-6DB7-DFC0-878BE936D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9025E-3F47-58D9-5B90-FCE2A53F0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D077-BBBF-4225-B94B-5DF1946E764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9EA98-526C-6020-5FCD-AE13E0D64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2FC1D-FBBA-706C-F83C-6BCBA1FA6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F6A3-C6B4-41B1-81C9-627968B5A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67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3678F-DF1E-FC94-21C8-7FD696B6F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317B23-02AA-DF70-299E-1C3EA21B53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EC0BF-432F-2D1D-8527-ABF67044E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560AD4-17BC-21DF-EFA3-4C5434A6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D077-BBBF-4225-B94B-5DF1946E764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332F2-6151-DE41-D79A-6B8773817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5F9C9-E4A0-EE04-9653-CCBC7F021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F6A3-C6B4-41B1-81C9-627968B5A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89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3064-9AF4-A6B3-2C44-1A6FE93EB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9E545D-397E-F84E-DEA3-EC1272690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C5D5B-9F70-B8C4-B5AD-CBC82C334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D077-BBBF-4225-B94B-5DF1946E764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30255-8523-8450-C4D8-D971F198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7E236-DE87-E141-8584-5DA13DED7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F6A3-C6B4-41B1-81C9-627968B5A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584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229D50-B071-270F-2E7E-5A19CB6D9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02608A-301F-C87B-9715-AE68D9045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AB512-0BFA-9949-0AF2-AB2FB9B05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D077-BBBF-4225-B94B-5DF1946E764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E5187-BAF8-0167-FA43-31E37F449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D047D-AEA7-F18B-6CDC-57BA883A3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F6A3-C6B4-41B1-81C9-627968B5A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5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03C181-5256-E6AF-FD9C-E8B85349E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338FF-085D-80BD-D48C-346510A15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068E1-4982-9C24-6176-7A550A8C8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ED077-BBBF-4225-B94B-5DF1946E7645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1BF3B-089F-892D-A1E6-062ADD73F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D5B4B-230C-DFC0-ADDD-C6C559B0A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7F6A3-C6B4-41B1-81C9-627968B5A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843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crosoftDocs/windows-powershell-doc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wershellgallery.com/packages?q=documentarian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37F06-9E33-33EA-CF80-FA4288B88C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Are you ready to</a:t>
            </a:r>
            <a:br>
              <a:rPr lang="en-US" dirty="0"/>
            </a:br>
            <a:r>
              <a:rPr lang="en-US" dirty="0"/>
              <a:t>Hack-a-Doc?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C08219-096A-28DE-BE56-11D8E2E4BF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636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26"/>
    </mc:Choice>
    <mc:Fallback>
      <p:transition spd="slow" advTm="30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FDDB8-E5E6-51E6-AFE1-971DFB6BB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your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22FB8-3E82-9C0F-E23E-262BE9385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b="1" i="0" dirty="0">
                <a:solidFill>
                  <a:srgbClr val="1D1C1D"/>
                </a:solidFill>
                <a:effectLst/>
                <a:latin typeface="Slack-Lato"/>
              </a:rPr>
              <a:t>Bring your laptop with the following:</a:t>
            </a:r>
            <a:endParaRPr lang="en-US" b="0" i="0" dirty="0">
              <a:solidFill>
                <a:srgbClr val="1D1C1D"/>
              </a:solidFill>
              <a:effectLst/>
              <a:latin typeface="Slack-Lat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  <a:t>Setup Git and VS Code with your GitHub account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  <a:t>Install the following VS Code extensions</a:t>
            </a:r>
          </a:p>
          <a:p>
            <a:pPr lvl="1"/>
            <a: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  <a:t>MS Learn Authoring Pack</a:t>
            </a:r>
          </a:p>
          <a:p>
            <a:pPr lvl="2"/>
            <a:r>
              <a:rPr lang="en-US" dirty="0">
                <a:solidFill>
                  <a:srgbClr val="1D1C1D"/>
                </a:solidFill>
                <a:latin typeface="Slack-Lato"/>
              </a:rPr>
              <a:t>Uninstall the templates and validation extensions</a:t>
            </a:r>
            <a:endParaRPr lang="en-US" b="0" i="0" dirty="0">
              <a:solidFill>
                <a:srgbClr val="1D1C1D"/>
              </a:solidFill>
              <a:effectLst/>
              <a:latin typeface="Slack-Lato"/>
            </a:endParaRPr>
          </a:p>
          <a:p>
            <a:pPr lvl="1"/>
            <a: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  <a:t>Reflow Markdown (</a:t>
            </a:r>
            <a:r>
              <a:rPr lang="en-US" b="0" i="0" dirty="0" err="1">
                <a:solidFill>
                  <a:srgbClr val="1D1C1D"/>
                </a:solidFill>
                <a:effectLst/>
                <a:latin typeface="Slack-Lato"/>
              </a:rPr>
              <a:t>marvhen</a:t>
            </a:r>
            <a: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  <a:t>)</a:t>
            </a:r>
          </a:p>
          <a:p>
            <a:pPr lvl="2"/>
            <a:r>
              <a:rPr lang="en-US" b="0" dirty="0">
                <a:effectLst/>
                <a:latin typeface="Cascadia Code PL" panose="020B0609020000020004" pitchFamily="49" charset="0"/>
              </a:rPr>
              <a:t>"</a:t>
            </a:r>
            <a:r>
              <a:rPr lang="en-US" b="0" dirty="0" err="1">
                <a:effectLst/>
                <a:latin typeface="Cascadia Code PL" panose="020B0609020000020004" pitchFamily="49" charset="0"/>
              </a:rPr>
              <a:t>reflowMarkdown.preferredLineLength</a:t>
            </a:r>
            <a:r>
              <a:rPr lang="en-US" b="0" dirty="0">
                <a:effectLst/>
                <a:latin typeface="Cascadia Code PL" panose="020B0609020000020004" pitchFamily="49" charset="0"/>
              </a:rPr>
              <a:t>": 100</a:t>
            </a:r>
          </a:p>
          <a:p>
            <a:pPr lvl="2"/>
            <a:r>
              <a:rPr lang="en-US" b="0" dirty="0">
                <a:effectLst/>
                <a:latin typeface="Cascadia Code PL" panose="020B0609020000020004" pitchFamily="49" charset="0"/>
              </a:rPr>
              <a:t>"</a:t>
            </a:r>
            <a:r>
              <a:rPr lang="en-US" b="0" dirty="0" err="1">
                <a:effectLst/>
                <a:latin typeface="Cascadia Code PL" panose="020B0609020000020004" pitchFamily="49" charset="0"/>
              </a:rPr>
              <a:t>editor.rulers</a:t>
            </a:r>
            <a:r>
              <a:rPr lang="en-US" b="0" dirty="0">
                <a:effectLst/>
                <a:latin typeface="Cascadia Code PL" panose="020B0609020000020004" pitchFamily="49" charset="0"/>
              </a:rPr>
              <a:t>": [1, 2, 3, 4, 5, 76, 80, 90, 100],</a:t>
            </a:r>
            <a:endParaRPr lang="en-US" b="0" i="0" dirty="0">
              <a:effectLst/>
              <a:latin typeface="Slack-Lat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D1C1D"/>
                </a:solidFill>
                <a:effectLst/>
                <a:latin typeface="Slack-Lato"/>
              </a:rPr>
              <a:t>Fork and Clone </a:t>
            </a:r>
            <a:r>
              <a:rPr lang="en-US" b="0" i="0" u="none" strike="noStrike" dirty="0" err="1">
                <a:solidFill>
                  <a:srgbClr val="1D1C1D"/>
                </a:solidFill>
                <a:effectLst/>
                <a:latin typeface="Slack-Lato"/>
                <a:hlinkClick r:id="rId2"/>
              </a:rPr>
              <a:t>MicrosoftDocs</a:t>
            </a:r>
            <a:r>
              <a:rPr lang="en-US" b="0" i="0" u="none" strike="noStrike" dirty="0">
                <a:solidFill>
                  <a:srgbClr val="1D1C1D"/>
                </a:solidFill>
                <a:effectLst/>
                <a:latin typeface="Slack-Lato"/>
                <a:hlinkClick r:id="rId2"/>
              </a:rPr>
              <a:t>/windows-</a:t>
            </a:r>
            <a:r>
              <a:rPr lang="en-US" b="0" i="0" u="none" strike="noStrike" dirty="0" err="1">
                <a:solidFill>
                  <a:srgbClr val="1D1C1D"/>
                </a:solidFill>
                <a:effectLst/>
                <a:latin typeface="Slack-Lato"/>
                <a:hlinkClick r:id="rId2"/>
              </a:rPr>
              <a:t>powershell-docs</a:t>
            </a:r>
            <a:endParaRPr lang="en-US" b="0" i="0" u="none" strike="noStrike" dirty="0">
              <a:solidFill>
                <a:srgbClr val="1D1C1D"/>
              </a:solidFill>
              <a:effectLst/>
              <a:latin typeface="Slack-Lato"/>
            </a:endParaRPr>
          </a:p>
          <a:p>
            <a:pPr lvl="1"/>
            <a:r>
              <a:rPr lang="en-US" sz="1800" dirty="0">
                <a:solidFill>
                  <a:srgbClr val="1D1C1D"/>
                </a:solidFill>
                <a:latin typeface="Consolas" panose="020B0609020204030204" pitchFamily="49" charset="0"/>
              </a:rPr>
              <a:t>git remote add upstream https://github.com/MicrosoftDocs/windows-powershell-docs</a:t>
            </a:r>
            <a:endParaRPr lang="en-US" b="0" i="0" dirty="0">
              <a:solidFill>
                <a:srgbClr val="1D1C1D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609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63"/>
    </mc:Choice>
    <mc:Fallback>
      <p:transition spd="slow" advTm="1016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9F4C6FB5-0703-6ADF-F2DC-3F644327A75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4607186" y="212375"/>
            <a:ext cx="7154754" cy="565355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DBB3C8-5485-6CEB-901F-36CE1656170F}"/>
              </a:ext>
            </a:extLst>
          </p:cNvPr>
          <p:cNvSpPr txBox="1"/>
          <p:nvPr/>
        </p:nvSpPr>
        <p:spPr>
          <a:xfrm>
            <a:off x="263047" y="915494"/>
            <a:ext cx="402085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One-time steps</a:t>
            </a:r>
          </a:p>
          <a:p>
            <a:pPr marL="342900" indent="-342900">
              <a:buAutoNum type="alphaUcPeriod"/>
            </a:pPr>
            <a:r>
              <a:rPr lang="en-US" dirty="0"/>
              <a:t>Fork the base repo</a:t>
            </a:r>
          </a:p>
          <a:p>
            <a:pPr marL="342900" indent="-342900">
              <a:buAutoNum type="alphaUcPeriod"/>
            </a:pPr>
            <a:r>
              <a:rPr lang="en-US" dirty="0"/>
              <a:t>Clone your fork</a:t>
            </a:r>
          </a:p>
          <a:p>
            <a:pPr marL="342900" indent="-342900">
              <a:buAutoNum type="alphaUcPeriod"/>
            </a:pPr>
            <a:r>
              <a:rPr lang="en-US" dirty="0"/>
              <a:t>Add an upstream pointer to the base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Normal workflow</a:t>
            </a:r>
          </a:p>
          <a:p>
            <a:pPr marL="342900" indent="-342900">
              <a:buAutoNum type="arabicPeriod"/>
            </a:pPr>
            <a:r>
              <a:rPr lang="en-US" dirty="0"/>
              <a:t>Pull default branch from base repo</a:t>
            </a:r>
          </a:p>
          <a:p>
            <a:pPr marL="342900" indent="-342900">
              <a:buAutoNum type="arabicPeriod"/>
            </a:pPr>
            <a:r>
              <a:rPr lang="en-US" dirty="0"/>
              <a:t>Create a working branch</a:t>
            </a:r>
          </a:p>
          <a:p>
            <a:pPr marL="342900" indent="-342900">
              <a:buAutoNum type="arabicPeriod"/>
            </a:pPr>
            <a:r>
              <a:rPr lang="en-US" dirty="0"/>
              <a:t>Edit your files</a:t>
            </a:r>
          </a:p>
          <a:p>
            <a:pPr marL="342900" indent="-342900">
              <a:buAutoNum type="arabicPeriod"/>
            </a:pPr>
            <a:r>
              <a:rPr lang="en-US" dirty="0"/>
              <a:t>Add your changes to Git</a:t>
            </a:r>
          </a:p>
          <a:p>
            <a:pPr marL="342900" indent="-342900">
              <a:buAutoNum type="arabicPeriod"/>
            </a:pPr>
            <a:r>
              <a:rPr lang="en-US" dirty="0"/>
              <a:t>Commit your changes</a:t>
            </a:r>
          </a:p>
          <a:p>
            <a:pPr marL="342900" indent="-342900">
              <a:buAutoNum type="arabicPeriod"/>
            </a:pPr>
            <a:r>
              <a:rPr lang="en-US" dirty="0"/>
              <a:t>Push the working branch to your fork</a:t>
            </a:r>
          </a:p>
          <a:p>
            <a:pPr marL="342900" indent="-342900">
              <a:buAutoNum type="arabicPeriod"/>
            </a:pPr>
            <a:r>
              <a:rPr lang="en-US" dirty="0"/>
              <a:t>Create a pull request from your fork to the base repo</a:t>
            </a:r>
          </a:p>
        </p:txBody>
      </p:sp>
    </p:spTree>
    <p:extLst>
      <p:ext uri="{BB962C8B-B14F-4D97-AF65-F5344CB8AC3E}">
        <p14:creationId xmlns:p14="http://schemas.microsoft.com/office/powerpoint/2010/main" val="19461426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250"/>
    </mc:Choice>
    <mc:Fallback>
      <p:transition spd="slow" advTm="1025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04DCA-9BCF-A942-31E5-C5617D736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Documentarian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DF836-958C-2EB7-B253-400FE3790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Documentarian - Collection of general purpose functions for working with Markdown documents.</a:t>
            </a:r>
          </a:p>
          <a:p>
            <a:r>
              <a:rPr lang="en-US" dirty="0" err="1"/>
              <a:t>Documentarian.MicrosoftDocs</a:t>
            </a:r>
            <a:r>
              <a:rPr lang="en-US" dirty="0"/>
              <a:t> - Collection of tools for working with Microsoft Docs content.</a:t>
            </a:r>
          </a:p>
          <a:p>
            <a:r>
              <a:rPr lang="en-US" dirty="0" err="1"/>
              <a:t>Documentarian.ModuleAuthor</a:t>
            </a:r>
            <a:r>
              <a:rPr lang="en-US" dirty="0"/>
              <a:t> - Collection of tools for creating and documenting PowerShell modules.</a:t>
            </a:r>
          </a:p>
          <a:p>
            <a:r>
              <a:rPr lang="en-US" dirty="0" err="1"/>
              <a:t>Documentarian.Vale</a:t>
            </a:r>
            <a:r>
              <a:rPr lang="en-US" dirty="0"/>
              <a:t> - Collection of tools for installing and using the Vale prose linter.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3"/>
              </a:rPr>
              <a:t>https://www.powershellgallery.com/packages?q=documentarian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529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967"/>
    </mc:Choice>
    <mc:Fallback>
      <p:transition spd="slow" advTm="9967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225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Cascadia Code PL</vt:lpstr>
      <vt:lpstr>Consolas</vt:lpstr>
      <vt:lpstr>Slack-Lato</vt:lpstr>
      <vt:lpstr>Office Theme</vt:lpstr>
      <vt:lpstr>Are you ready to Hack-a-Doc?</vt:lpstr>
      <vt:lpstr>Setup your tools</vt:lpstr>
      <vt:lpstr>PowerPoint Presentation</vt:lpstr>
      <vt:lpstr>Documentarian modules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 you ready to Hack-a-Doc?</dc:title>
  <dc:creator>Sean Wheeler</dc:creator>
  <cp:lastModifiedBy>Sean Wheeler</cp:lastModifiedBy>
  <cp:revision>3</cp:revision>
  <dcterms:created xsi:type="dcterms:W3CDTF">2023-04-27T18:17:04Z</dcterms:created>
  <dcterms:modified xsi:type="dcterms:W3CDTF">2023-04-28T00:18:18Z</dcterms:modified>
</cp:coreProperties>
</file>