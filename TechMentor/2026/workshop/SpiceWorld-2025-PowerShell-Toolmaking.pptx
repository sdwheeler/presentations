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98" r:id="rId3"/>
    <p:sldId id="263" r:id="rId4"/>
    <p:sldId id="264" r:id="rId5"/>
    <p:sldId id="288" r:id="rId6"/>
    <p:sldId id="289" r:id="rId7"/>
    <p:sldId id="296" r:id="rId8"/>
    <p:sldId id="290" r:id="rId9"/>
    <p:sldId id="297" r:id="rId10"/>
    <p:sldId id="291" r:id="rId11"/>
    <p:sldId id="292" r:id="rId12"/>
    <p:sldId id="293" r:id="rId13"/>
    <p:sldId id="294" r:id="rId14"/>
    <p:sldId id="295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Medium" panose="00000600000000000000" pitchFamily="2" charset="0"/>
      <p:regular r:id="rId21"/>
      <p:italic r:id="rId22"/>
    </p:embeddedFont>
    <p:embeddedFont>
      <p:font typeface="Montserrat SemiBold" panose="000007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8C52"/>
    <a:srgbClr val="C7A6F0"/>
    <a:srgbClr val="74BEB0"/>
    <a:srgbClr val="FAD260"/>
    <a:srgbClr val="AF7FE9"/>
    <a:srgbClr val="50AB9A"/>
    <a:srgbClr val="F8BE17"/>
    <a:srgbClr val="299EBF"/>
    <a:srgbClr val="90D9F8"/>
    <a:srgbClr val="F27C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8BFC7-1104-482C-8AB6-5A0C2E68D542}" v="1" dt="2026-07-11T14:28:21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5" autoAdjust="0"/>
    <p:restoredTop sz="94688" autoAdjust="0"/>
  </p:normalViewPr>
  <p:slideViewPr>
    <p:cSldViewPr snapToGrid="0">
      <p:cViewPr varScale="1">
        <p:scale>
          <a:sx n="78" d="100"/>
          <a:sy n="78" d="100"/>
        </p:scale>
        <p:origin x="128" y="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Wheeler" userId="3e7f51299f225c99" providerId="LiveId" clId="{731068E6-5077-4FB3-869C-4E68B251A54E}"/>
    <pc:docChg chg="custSel modSld addMainMaster modMainMaster">
      <pc:chgData name="Sean Wheeler" userId="3e7f51299f225c99" providerId="LiveId" clId="{731068E6-5077-4FB3-869C-4E68B251A54E}" dt="2026-07-11T14:28:21.579" v="21" actId="27636"/>
      <pc:docMkLst>
        <pc:docMk/>
      </pc:docMkLst>
      <pc:sldChg chg="modSp mod">
        <pc:chgData name="Sean Wheeler" userId="3e7f51299f225c99" providerId="LiveId" clId="{731068E6-5077-4FB3-869C-4E68B251A54E}" dt="2026-07-11T14:28:21.467" v="2" actId="27636"/>
        <pc:sldMkLst>
          <pc:docMk/>
          <pc:sldMk cId="0" sldId="263"/>
        </pc:sldMkLst>
        <pc:spChg chg="mod">
          <ac:chgData name="Sean Wheeler" userId="3e7f51299f225c99" providerId="LiveId" clId="{731068E6-5077-4FB3-869C-4E68B251A54E}" dt="2026-07-11T14:28:21.467" v="2" actId="27636"/>
          <ac:spMkLst>
            <pc:docMk/>
            <pc:sldMk cId="0" sldId="263"/>
            <ac:spMk id="215" creationId="{00000000-0000-0000-0000-000000000000}"/>
          </ac:spMkLst>
        </pc:spChg>
      </pc:sldChg>
      <pc:sldChg chg="modSp mod">
        <pc:chgData name="Sean Wheeler" userId="3e7f51299f225c99" providerId="LiveId" clId="{731068E6-5077-4FB3-869C-4E68B251A54E}" dt="2026-07-11T14:28:21.475" v="3" actId="27636"/>
        <pc:sldMkLst>
          <pc:docMk/>
          <pc:sldMk cId="0" sldId="264"/>
        </pc:sldMkLst>
        <pc:spChg chg="mod">
          <ac:chgData name="Sean Wheeler" userId="3e7f51299f225c99" providerId="LiveId" clId="{731068E6-5077-4FB3-869C-4E68B251A54E}" dt="2026-07-11T14:28:21.475" v="3" actId="27636"/>
          <ac:spMkLst>
            <pc:docMk/>
            <pc:sldMk cId="0" sldId="264"/>
            <ac:spMk id="224" creationId="{00000000-0000-0000-0000-000000000000}"/>
          </ac:spMkLst>
        </pc:spChg>
      </pc:sldChg>
      <pc:sldChg chg="modSp mod">
        <pc:chgData name="Sean Wheeler" userId="3e7f51299f225c99" providerId="LiveId" clId="{731068E6-5077-4FB3-869C-4E68B251A54E}" dt="2026-07-11T14:28:21.496" v="5" actId="27636"/>
        <pc:sldMkLst>
          <pc:docMk/>
          <pc:sldMk cId="2557261021" sldId="288"/>
        </pc:sldMkLst>
        <pc:spChg chg="mod">
          <ac:chgData name="Sean Wheeler" userId="3e7f51299f225c99" providerId="LiveId" clId="{731068E6-5077-4FB3-869C-4E68B251A54E}" dt="2026-07-11T14:28:21.479" v="4" actId="27636"/>
          <ac:spMkLst>
            <pc:docMk/>
            <pc:sldMk cId="2557261021" sldId="288"/>
            <ac:spMk id="2" creationId="{B63B253B-AC91-F364-5230-F8225D1F8F4D}"/>
          </ac:spMkLst>
        </pc:spChg>
        <pc:spChg chg="mod">
          <ac:chgData name="Sean Wheeler" userId="3e7f51299f225c99" providerId="LiveId" clId="{731068E6-5077-4FB3-869C-4E68B251A54E}" dt="2026-07-11T14:28:21.496" v="5" actId="27636"/>
          <ac:spMkLst>
            <pc:docMk/>
            <pc:sldMk cId="2557261021" sldId="288"/>
            <ac:spMk id="3" creationId="{5D600A0F-07E5-C6B7-94D1-8596D72D8FE3}"/>
          </ac:spMkLst>
        </pc:spChg>
      </pc:sldChg>
      <pc:sldChg chg="modSp mod">
        <pc:chgData name="Sean Wheeler" userId="3e7f51299f225c99" providerId="LiveId" clId="{731068E6-5077-4FB3-869C-4E68B251A54E}" dt="2026-07-11T14:28:21.516" v="8" actId="27636"/>
        <pc:sldMkLst>
          <pc:docMk/>
          <pc:sldMk cId="951770230" sldId="289"/>
        </pc:sldMkLst>
        <pc:spChg chg="mod">
          <ac:chgData name="Sean Wheeler" userId="3e7f51299f225c99" providerId="LiveId" clId="{731068E6-5077-4FB3-869C-4E68B251A54E}" dt="2026-07-11T14:28:21.510" v="7" actId="27636"/>
          <ac:spMkLst>
            <pc:docMk/>
            <pc:sldMk cId="951770230" sldId="289"/>
            <ac:spMk id="2" creationId="{12E00FBD-9F34-9F3C-D088-0209DB488539}"/>
          </ac:spMkLst>
        </pc:spChg>
        <pc:spChg chg="mod">
          <ac:chgData name="Sean Wheeler" userId="3e7f51299f225c99" providerId="LiveId" clId="{731068E6-5077-4FB3-869C-4E68B251A54E}" dt="2026-07-11T14:28:21.516" v="8" actId="27636"/>
          <ac:spMkLst>
            <pc:docMk/>
            <pc:sldMk cId="951770230" sldId="289"/>
            <ac:spMk id="3" creationId="{F2F50E00-7506-F0CE-3022-D15D491CCB1E}"/>
          </ac:spMkLst>
        </pc:spChg>
        <pc:spChg chg="mod">
          <ac:chgData name="Sean Wheeler" userId="3e7f51299f225c99" providerId="LiveId" clId="{731068E6-5077-4FB3-869C-4E68B251A54E}" dt="2026-07-11T14:28:21.508" v="6" actId="27636"/>
          <ac:spMkLst>
            <pc:docMk/>
            <pc:sldMk cId="951770230" sldId="289"/>
            <ac:spMk id="4" creationId="{BC8CBC26-C8D0-1473-A87B-52513F84F44A}"/>
          </ac:spMkLst>
        </pc:spChg>
      </pc:sldChg>
      <pc:sldChg chg="modSp mod">
        <pc:chgData name="Sean Wheeler" userId="3e7f51299f225c99" providerId="LiveId" clId="{731068E6-5077-4FB3-869C-4E68B251A54E}" dt="2026-07-11T14:28:21.532" v="11" actId="27636"/>
        <pc:sldMkLst>
          <pc:docMk/>
          <pc:sldMk cId="3218458389" sldId="290"/>
        </pc:sldMkLst>
        <pc:spChg chg="mod">
          <ac:chgData name="Sean Wheeler" userId="3e7f51299f225c99" providerId="LiveId" clId="{731068E6-5077-4FB3-869C-4E68B251A54E}" dt="2026-07-11T14:28:21.330" v="1"/>
          <ac:spMkLst>
            <pc:docMk/>
            <pc:sldMk cId="3218458389" sldId="290"/>
            <ac:spMk id="2" creationId="{D5E1470A-5A9F-A12B-8311-05D439007368}"/>
          </ac:spMkLst>
        </pc:spChg>
        <pc:spChg chg="mod">
          <ac:chgData name="Sean Wheeler" userId="3e7f51299f225c99" providerId="LiveId" clId="{731068E6-5077-4FB3-869C-4E68B251A54E}" dt="2026-07-11T14:28:21.532" v="11" actId="27636"/>
          <ac:spMkLst>
            <pc:docMk/>
            <pc:sldMk cId="3218458389" sldId="290"/>
            <ac:spMk id="3" creationId="{7F2E6596-01AD-A2A3-2584-D3AC9117F47C}"/>
          </ac:spMkLst>
        </pc:spChg>
        <pc:spChg chg="mod">
          <ac:chgData name="Sean Wheeler" userId="3e7f51299f225c99" providerId="LiveId" clId="{731068E6-5077-4FB3-869C-4E68B251A54E}" dt="2026-07-11T14:28:21.531" v="10" actId="27636"/>
          <ac:spMkLst>
            <pc:docMk/>
            <pc:sldMk cId="3218458389" sldId="290"/>
            <ac:spMk id="4" creationId="{2B1258DD-15A4-DC46-8D83-EA9DCF8AD3A1}"/>
          </ac:spMkLst>
        </pc:spChg>
      </pc:sldChg>
      <pc:sldChg chg="modSp mod">
        <pc:chgData name="Sean Wheeler" userId="3e7f51299f225c99" providerId="LiveId" clId="{731068E6-5077-4FB3-869C-4E68B251A54E}" dt="2026-07-11T14:28:21.556" v="15" actId="27636"/>
        <pc:sldMkLst>
          <pc:docMk/>
          <pc:sldMk cId="168701441" sldId="291"/>
        </pc:sldMkLst>
        <pc:spChg chg="mod">
          <ac:chgData name="Sean Wheeler" userId="3e7f51299f225c99" providerId="LiveId" clId="{731068E6-5077-4FB3-869C-4E68B251A54E}" dt="2026-07-11T14:28:21.550" v="14" actId="27636"/>
          <ac:spMkLst>
            <pc:docMk/>
            <pc:sldMk cId="168701441" sldId="291"/>
            <ac:spMk id="2" creationId="{8EA7E036-0A25-625B-EE1C-B6156EE55222}"/>
          </ac:spMkLst>
        </pc:spChg>
        <pc:spChg chg="mod">
          <ac:chgData name="Sean Wheeler" userId="3e7f51299f225c99" providerId="LiveId" clId="{731068E6-5077-4FB3-869C-4E68B251A54E}" dt="2026-07-11T14:28:21.556" v="15" actId="27636"/>
          <ac:spMkLst>
            <pc:docMk/>
            <pc:sldMk cId="168701441" sldId="291"/>
            <ac:spMk id="3" creationId="{3A2935AF-2030-30C7-6B03-DA712D534E0F}"/>
          </ac:spMkLst>
        </pc:spChg>
        <pc:spChg chg="mod">
          <ac:chgData name="Sean Wheeler" userId="3e7f51299f225c99" providerId="LiveId" clId="{731068E6-5077-4FB3-869C-4E68B251A54E}" dt="2026-07-11T14:28:21.330" v="1"/>
          <ac:spMkLst>
            <pc:docMk/>
            <pc:sldMk cId="168701441" sldId="291"/>
            <ac:spMk id="4" creationId="{6D3A9585-AE23-5BBD-FA97-6E891F455480}"/>
          </ac:spMkLst>
        </pc:spChg>
      </pc:sldChg>
      <pc:sldChg chg="modSp mod">
        <pc:chgData name="Sean Wheeler" userId="3e7f51299f225c99" providerId="LiveId" clId="{731068E6-5077-4FB3-869C-4E68B251A54E}" dt="2026-07-11T14:28:21.562" v="17" actId="27636"/>
        <pc:sldMkLst>
          <pc:docMk/>
          <pc:sldMk cId="2526391941" sldId="292"/>
        </pc:sldMkLst>
        <pc:spChg chg="mod">
          <ac:chgData name="Sean Wheeler" userId="3e7f51299f225c99" providerId="LiveId" clId="{731068E6-5077-4FB3-869C-4E68B251A54E}" dt="2026-07-11T14:28:21.559" v="16" actId="27636"/>
          <ac:spMkLst>
            <pc:docMk/>
            <pc:sldMk cId="2526391941" sldId="292"/>
            <ac:spMk id="2" creationId="{05348F2A-2DCB-C25B-0F1A-E8D6A8FEEAFE}"/>
          </ac:spMkLst>
        </pc:spChg>
        <pc:spChg chg="mod">
          <ac:chgData name="Sean Wheeler" userId="3e7f51299f225c99" providerId="LiveId" clId="{731068E6-5077-4FB3-869C-4E68B251A54E}" dt="2026-07-11T14:28:21.562" v="17" actId="27636"/>
          <ac:spMkLst>
            <pc:docMk/>
            <pc:sldMk cId="2526391941" sldId="292"/>
            <ac:spMk id="3" creationId="{4D3036A8-9D29-34A2-C562-9A628570D533}"/>
          </ac:spMkLst>
        </pc:spChg>
        <pc:spChg chg="mod">
          <ac:chgData name="Sean Wheeler" userId="3e7f51299f225c99" providerId="LiveId" clId="{731068E6-5077-4FB3-869C-4E68B251A54E}" dt="2026-07-11T14:28:21.330" v="1"/>
          <ac:spMkLst>
            <pc:docMk/>
            <pc:sldMk cId="2526391941" sldId="292"/>
            <ac:spMk id="4" creationId="{2F8E1A49-0A0C-5E12-85D1-5B8B04C9F545}"/>
          </ac:spMkLst>
        </pc:spChg>
      </pc:sldChg>
      <pc:sldChg chg="modSp mod">
        <pc:chgData name="Sean Wheeler" userId="3e7f51299f225c99" providerId="LiveId" clId="{731068E6-5077-4FB3-869C-4E68B251A54E}" dt="2026-07-11T14:28:21.573" v="19" actId="27636"/>
        <pc:sldMkLst>
          <pc:docMk/>
          <pc:sldMk cId="2064032818" sldId="293"/>
        </pc:sldMkLst>
        <pc:spChg chg="mod">
          <ac:chgData name="Sean Wheeler" userId="3e7f51299f225c99" providerId="LiveId" clId="{731068E6-5077-4FB3-869C-4E68B251A54E}" dt="2026-07-11T14:28:21.330" v="1"/>
          <ac:spMkLst>
            <pc:docMk/>
            <pc:sldMk cId="2064032818" sldId="293"/>
            <ac:spMk id="2" creationId="{7CD7C718-ECF3-5322-8D29-DBB70D2C0E5C}"/>
          </ac:spMkLst>
        </pc:spChg>
        <pc:spChg chg="mod">
          <ac:chgData name="Sean Wheeler" userId="3e7f51299f225c99" providerId="LiveId" clId="{731068E6-5077-4FB3-869C-4E68B251A54E}" dt="2026-07-11T14:28:21.573" v="19" actId="27636"/>
          <ac:spMkLst>
            <pc:docMk/>
            <pc:sldMk cId="2064032818" sldId="293"/>
            <ac:spMk id="3" creationId="{827D85AB-BAA7-B2F8-421E-E51B3F6C9A8F}"/>
          </ac:spMkLst>
        </pc:spChg>
        <pc:spChg chg="mod">
          <ac:chgData name="Sean Wheeler" userId="3e7f51299f225c99" providerId="LiveId" clId="{731068E6-5077-4FB3-869C-4E68B251A54E}" dt="2026-07-11T14:28:21.573" v="18" actId="27636"/>
          <ac:spMkLst>
            <pc:docMk/>
            <pc:sldMk cId="2064032818" sldId="293"/>
            <ac:spMk id="4" creationId="{92BF9543-A2FA-1358-5947-E324E44DB71F}"/>
          </ac:spMkLst>
        </pc:spChg>
      </pc:sldChg>
      <pc:sldChg chg="modSp mod">
        <pc:chgData name="Sean Wheeler" userId="3e7f51299f225c99" providerId="LiveId" clId="{731068E6-5077-4FB3-869C-4E68B251A54E}" dt="2026-07-11T14:28:21.575" v="20" actId="27636"/>
        <pc:sldMkLst>
          <pc:docMk/>
          <pc:sldMk cId="2578128128" sldId="294"/>
        </pc:sldMkLst>
        <pc:spChg chg="mod">
          <ac:chgData name="Sean Wheeler" userId="3e7f51299f225c99" providerId="LiveId" clId="{731068E6-5077-4FB3-869C-4E68B251A54E}" dt="2026-07-11T14:28:21.330" v="1"/>
          <ac:spMkLst>
            <pc:docMk/>
            <pc:sldMk cId="2578128128" sldId="294"/>
            <ac:spMk id="2" creationId="{2F250F58-E66F-1045-C408-FB0997AA20B4}"/>
          </ac:spMkLst>
        </pc:spChg>
        <pc:spChg chg="mod">
          <ac:chgData name="Sean Wheeler" userId="3e7f51299f225c99" providerId="LiveId" clId="{731068E6-5077-4FB3-869C-4E68B251A54E}" dt="2026-07-11T14:28:21.575" v="20" actId="27636"/>
          <ac:spMkLst>
            <pc:docMk/>
            <pc:sldMk cId="2578128128" sldId="294"/>
            <ac:spMk id="3" creationId="{455AE15E-92D5-F5FD-E86F-4C935D5C727F}"/>
          </ac:spMkLst>
        </pc:spChg>
        <pc:spChg chg="mod">
          <ac:chgData name="Sean Wheeler" userId="3e7f51299f225c99" providerId="LiveId" clId="{731068E6-5077-4FB3-869C-4E68B251A54E}" dt="2026-07-11T14:28:21.330" v="1"/>
          <ac:spMkLst>
            <pc:docMk/>
            <pc:sldMk cId="2578128128" sldId="294"/>
            <ac:spMk id="4" creationId="{CD84ABA0-2AA9-CBFF-B8B7-65713B0C716D}"/>
          </ac:spMkLst>
        </pc:spChg>
      </pc:sldChg>
      <pc:sldChg chg="modSp mod">
        <pc:chgData name="Sean Wheeler" userId="3e7f51299f225c99" providerId="LiveId" clId="{731068E6-5077-4FB3-869C-4E68B251A54E}" dt="2026-07-11T14:28:21.579" v="21" actId="27636"/>
        <pc:sldMkLst>
          <pc:docMk/>
          <pc:sldMk cId="2877456111" sldId="295"/>
        </pc:sldMkLst>
        <pc:spChg chg="mod">
          <ac:chgData name="Sean Wheeler" userId="3e7f51299f225c99" providerId="LiveId" clId="{731068E6-5077-4FB3-869C-4E68B251A54E}" dt="2026-07-11T14:28:21.330" v="1"/>
          <ac:spMkLst>
            <pc:docMk/>
            <pc:sldMk cId="2877456111" sldId="295"/>
            <ac:spMk id="2" creationId="{5B4601B7-0F3F-9B53-A8BE-8C728F7D7251}"/>
          </ac:spMkLst>
        </pc:spChg>
        <pc:spChg chg="mod">
          <ac:chgData name="Sean Wheeler" userId="3e7f51299f225c99" providerId="LiveId" clId="{731068E6-5077-4FB3-869C-4E68B251A54E}" dt="2026-07-11T14:28:21.579" v="21" actId="27636"/>
          <ac:spMkLst>
            <pc:docMk/>
            <pc:sldMk cId="2877456111" sldId="295"/>
            <ac:spMk id="3" creationId="{D0AC131E-296D-6802-9DBA-618769F19E46}"/>
          </ac:spMkLst>
        </pc:spChg>
      </pc:sldChg>
      <pc:sldChg chg="modSp mod">
        <pc:chgData name="Sean Wheeler" userId="3e7f51299f225c99" providerId="LiveId" clId="{731068E6-5077-4FB3-869C-4E68B251A54E}" dt="2026-07-11T14:28:21.520" v="9" actId="27636"/>
        <pc:sldMkLst>
          <pc:docMk/>
          <pc:sldMk cId="3551304508" sldId="296"/>
        </pc:sldMkLst>
        <pc:spChg chg="mod">
          <ac:chgData name="Sean Wheeler" userId="3e7f51299f225c99" providerId="LiveId" clId="{731068E6-5077-4FB3-869C-4E68B251A54E}" dt="2026-07-11T14:28:21.520" v="9" actId="27636"/>
          <ac:spMkLst>
            <pc:docMk/>
            <pc:sldMk cId="3551304508" sldId="296"/>
            <ac:spMk id="2" creationId="{0740EB0F-6ED0-FD81-8FAF-50A4F1C3ABE9}"/>
          </ac:spMkLst>
        </pc:spChg>
      </pc:sldChg>
      <pc:sldChg chg="modSp mod">
        <pc:chgData name="Sean Wheeler" userId="3e7f51299f225c99" providerId="LiveId" clId="{731068E6-5077-4FB3-869C-4E68B251A54E}" dt="2026-07-11T14:28:21.548" v="13" actId="27636"/>
        <pc:sldMkLst>
          <pc:docMk/>
          <pc:sldMk cId="1795981972" sldId="297"/>
        </pc:sldMkLst>
        <pc:spChg chg="mod">
          <ac:chgData name="Sean Wheeler" userId="3e7f51299f225c99" providerId="LiveId" clId="{731068E6-5077-4FB3-869C-4E68B251A54E}" dt="2026-07-11T14:28:21.330" v="1"/>
          <ac:spMkLst>
            <pc:docMk/>
            <pc:sldMk cId="1795981972" sldId="297"/>
            <ac:spMk id="2" creationId="{68AE5537-DA7D-7EA6-A7B2-4C41988CDA4E}"/>
          </ac:spMkLst>
        </pc:spChg>
        <pc:spChg chg="mod">
          <ac:chgData name="Sean Wheeler" userId="3e7f51299f225c99" providerId="LiveId" clId="{731068E6-5077-4FB3-869C-4E68B251A54E}" dt="2026-07-11T14:28:21.548" v="13" actId="27636"/>
          <ac:spMkLst>
            <pc:docMk/>
            <pc:sldMk cId="1795981972" sldId="297"/>
            <ac:spMk id="3" creationId="{4B1E63EC-27CE-5F91-2AFC-FDFE069A695F}"/>
          </ac:spMkLst>
        </pc:spChg>
        <pc:spChg chg="mod">
          <ac:chgData name="Sean Wheeler" userId="3e7f51299f225c99" providerId="LiveId" clId="{731068E6-5077-4FB3-869C-4E68B251A54E}" dt="2026-07-11T14:28:21.546" v="12" actId="27636"/>
          <ac:spMkLst>
            <pc:docMk/>
            <pc:sldMk cId="1795981972" sldId="297"/>
            <ac:spMk id="4" creationId="{603BF2B9-F5C9-B458-1E29-1D07E6313825}"/>
          </ac:spMkLst>
        </pc:spChg>
      </pc:sldChg>
      <pc:sldMasterChg chg="new mod addSldLayout modSldLayout">
        <pc:chgData name="Sean Wheeler" userId="3e7f51299f225c99" providerId="LiveId" clId="{731068E6-5077-4FB3-869C-4E68B251A54E}" dt="2026-07-11T14:28:21.330" v="1"/>
        <pc:sldMasterMkLst>
          <pc:docMk/>
          <pc:sldMasterMk cId="2928532929" sldId="2147483672"/>
        </pc:sldMasterMkLst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2442611151" sldId="2147483673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844134254" sldId="2147483674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450426847" sldId="2147483675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189902602" sldId="2147483676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3620829755" sldId="2147483677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3102312803" sldId="2147483678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176503512" sldId="2147483679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840331440" sldId="2147483680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3672972781" sldId="2147483681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3421134502" sldId="2147483682"/>
          </pc:sldLayoutMkLst>
        </pc:sldLayoutChg>
        <pc:sldLayoutChg chg="new replId">
          <pc:chgData name="Sean Wheeler" userId="3e7f51299f225c99" providerId="LiveId" clId="{731068E6-5077-4FB3-869C-4E68B251A54E}" dt="2026-07-11T14:27:55.238" v="0" actId="6938"/>
          <pc:sldLayoutMkLst>
            <pc:docMk/>
            <pc:sldMasterMk cId="2928532929" sldId="2147483672"/>
            <pc:sldLayoutMk cId="224493917" sldId="2147483683"/>
          </pc:sldLayoutMkLst>
        </pc:sldLayoutChg>
        <pc:sldLayoutChg chg="delSp">
          <pc:chgData name="Sean Wheeler" userId="3e7f51299f225c99" providerId="LiveId" clId="{731068E6-5077-4FB3-869C-4E68B251A54E}" dt="2026-07-11T14:28:21.330" v="1"/>
          <pc:sldLayoutMkLst>
            <pc:docMk/>
            <pc:sldMasterMk cId="2928532929" sldId="2147483672"/>
            <pc:sldLayoutMk cId="1620763432" sldId="2147483684"/>
          </pc:sldLayoutMkLst>
          <pc:picChg chg="del">
            <ac:chgData name="Sean Wheeler" userId="3e7f51299f225c99" providerId="LiveId" clId="{731068E6-5077-4FB3-869C-4E68B251A54E}" dt="2026-07-11T14:28:21.330" v="1"/>
            <ac:picMkLst>
              <pc:docMk/>
              <pc:sldMasterMk cId="2928532929" sldId="2147483672"/>
              <pc:sldLayoutMk cId="1620763432" sldId="2147483684"/>
              <ac:picMk id="10" creationId="{00000000-0000-0000-0000-000000000000}"/>
            </ac:picMkLst>
          </pc:picChg>
        </pc:sldLayoutChg>
        <pc:sldLayoutChg chg="delSp">
          <pc:chgData name="Sean Wheeler" userId="3e7f51299f225c99" providerId="LiveId" clId="{731068E6-5077-4FB3-869C-4E68B251A54E}" dt="2026-07-11T14:28:21.330" v="1"/>
          <pc:sldLayoutMkLst>
            <pc:docMk/>
            <pc:sldMasterMk cId="2928532929" sldId="2147483672"/>
            <pc:sldLayoutMk cId="2807166040" sldId="2147483689"/>
          </pc:sldLayoutMkLst>
          <pc:picChg chg="del">
            <ac:chgData name="Sean Wheeler" userId="3e7f51299f225c99" providerId="LiveId" clId="{731068E6-5077-4FB3-869C-4E68B251A54E}" dt="2026-07-11T14:28:21.330" v="1"/>
            <ac:picMkLst>
              <pc:docMk/>
              <pc:sldMasterMk cId="2928532929" sldId="2147483672"/>
              <pc:sldLayoutMk cId="2807166040" sldId="2147483689"/>
              <ac:picMk id="34" creationId="{00000000-0000-0000-0000-000000000000}"/>
            </ac:picMkLst>
          </pc:picChg>
          <pc:picChg chg="del">
            <ac:chgData name="Sean Wheeler" userId="3e7f51299f225c99" providerId="LiveId" clId="{731068E6-5077-4FB3-869C-4E68B251A54E}" dt="2026-07-11T14:28:21.330" v="1"/>
            <ac:picMkLst>
              <pc:docMk/>
              <pc:sldMasterMk cId="2928532929" sldId="2147483672"/>
              <pc:sldLayoutMk cId="2807166040" sldId="2147483689"/>
              <ac:picMk id="35" creationId="{00000000-0000-0000-0000-000000000000}"/>
            </ac:picMkLst>
          </pc:picChg>
          <pc:picChg chg="del">
            <ac:chgData name="Sean Wheeler" userId="3e7f51299f225c99" providerId="LiveId" clId="{731068E6-5077-4FB3-869C-4E68B251A54E}" dt="2026-07-11T14:28:21.330" v="1"/>
            <ac:picMkLst>
              <pc:docMk/>
              <pc:sldMasterMk cId="2928532929" sldId="2147483672"/>
              <pc:sldLayoutMk cId="2807166040" sldId="2147483689"/>
              <ac:picMk id="36" creationId="{00000000-0000-0000-0000-000000000000}"/>
            </ac:picMkLst>
          </pc:picChg>
          <pc:cxnChg chg="del">
            <ac:chgData name="Sean Wheeler" userId="3e7f51299f225c99" providerId="LiveId" clId="{731068E6-5077-4FB3-869C-4E68B251A54E}" dt="2026-07-11T14:28:21.330" v="1"/>
            <ac:cxnSpMkLst>
              <pc:docMk/>
              <pc:sldMasterMk cId="2928532929" sldId="2147483672"/>
              <pc:sldLayoutMk cId="2807166040" sldId="2147483689"/>
              <ac:cxnSpMk id="33" creationId="{00000000-0000-0000-0000-000000000000}"/>
            </ac:cxnSpMkLst>
          </pc:cxn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E84108-E354-4163-AC1C-DDE71E96D50A}" type="doc">
      <dgm:prSet loTypeId="urn:microsoft.com/office/officeart/2005/8/layout/targe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9CDD5A-D6FB-47D3-8710-BB1363925ACA}">
      <dgm:prSet custT="1"/>
      <dgm:spPr>
        <a:solidFill>
          <a:srgbClr val="299EBF"/>
        </a:solidFill>
      </dgm:spPr>
      <dgm:t>
        <a:bodyPr/>
        <a:lstStyle/>
        <a:p>
          <a:pPr algn="ctr"/>
          <a:r>
            <a:rPr lang="en-US" sz="3600" b="0" i="0" dirty="0"/>
            <a:t>Global scope</a:t>
          </a:r>
          <a:endParaRPr lang="en-US" sz="3600" dirty="0"/>
        </a:p>
      </dgm:t>
    </dgm:pt>
    <dgm:pt modelId="{A5400AA3-B2B8-4A62-9069-42470EB7D1B2}" type="parTrans" cxnId="{22E63BAD-D4ED-4721-BECA-CFE81B6D5A7F}">
      <dgm:prSet/>
      <dgm:spPr/>
      <dgm:t>
        <a:bodyPr/>
        <a:lstStyle/>
        <a:p>
          <a:endParaRPr lang="en-US"/>
        </a:p>
      </dgm:t>
    </dgm:pt>
    <dgm:pt modelId="{4D574EAB-4440-45A4-AC66-0706B22FB0AC}" type="sibTrans" cxnId="{22E63BAD-D4ED-4721-BECA-CFE81B6D5A7F}">
      <dgm:prSet/>
      <dgm:spPr/>
      <dgm:t>
        <a:bodyPr/>
        <a:lstStyle/>
        <a:p>
          <a:endParaRPr lang="en-US"/>
        </a:p>
      </dgm:t>
    </dgm:pt>
    <dgm:pt modelId="{E74204A7-8B52-4696-9BD4-072013DB1D87}">
      <dgm:prSet custT="1"/>
      <dgm:spPr>
        <a:solidFill>
          <a:srgbClr val="F48C52"/>
        </a:solidFill>
        <a:ln>
          <a:noFill/>
        </a:ln>
      </dgm:spPr>
      <dgm:t>
        <a:bodyPr anchor="t" anchorCtr="0"/>
        <a:lstStyle/>
        <a:p>
          <a:pPr algn="ctr"/>
          <a:r>
            <a:rPr lang="en-US" sz="3600" b="0" i="0" dirty="0"/>
            <a:t>Script scope 1</a:t>
          </a:r>
          <a:endParaRPr lang="en-US" sz="3600" dirty="0"/>
        </a:p>
      </dgm:t>
    </dgm:pt>
    <dgm:pt modelId="{86539428-AE62-48D0-AC78-A83B344B464A}" type="parTrans" cxnId="{E47B9C5F-1994-421E-9CF5-356B00820D74}">
      <dgm:prSet/>
      <dgm:spPr/>
      <dgm:t>
        <a:bodyPr/>
        <a:lstStyle/>
        <a:p>
          <a:endParaRPr lang="en-US"/>
        </a:p>
      </dgm:t>
    </dgm:pt>
    <dgm:pt modelId="{3142A4DC-8F75-4617-BDEB-BDE5821028AA}" type="sibTrans" cxnId="{E47B9C5F-1994-421E-9CF5-356B00820D74}">
      <dgm:prSet/>
      <dgm:spPr/>
      <dgm:t>
        <a:bodyPr/>
        <a:lstStyle/>
        <a:p>
          <a:endParaRPr lang="en-US"/>
        </a:p>
      </dgm:t>
    </dgm:pt>
    <dgm:pt modelId="{A9B7F8B0-5C3E-472C-94B6-FA6B7E5A72F7}">
      <dgm:prSet custT="1"/>
      <dgm:spPr>
        <a:solidFill>
          <a:srgbClr val="F48C52"/>
        </a:solidFill>
        <a:ln>
          <a:noFill/>
        </a:ln>
      </dgm:spPr>
      <dgm:t>
        <a:bodyPr anchor="t" anchorCtr="0"/>
        <a:lstStyle/>
        <a:p>
          <a:r>
            <a:rPr lang="en-US" sz="3600" b="0" i="0" dirty="0"/>
            <a:t>Script scope 2</a:t>
          </a:r>
          <a:endParaRPr lang="en-US" sz="3600" dirty="0"/>
        </a:p>
      </dgm:t>
    </dgm:pt>
    <dgm:pt modelId="{02D35F5F-7ACD-436A-A8D0-4920D255DC4B}" type="sibTrans" cxnId="{062DCC35-8DC8-41FD-A1E5-87596A1AB895}">
      <dgm:prSet/>
      <dgm:spPr/>
      <dgm:t>
        <a:bodyPr/>
        <a:lstStyle/>
        <a:p>
          <a:endParaRPr lang="en-US"/>
        </a:p>
      </dgm:t>
    </dgm:pt>
    <dgm:pt modelId="{0BE551A8-02A7-463E-8517-4BDACFD690C1}" type="parTrans" cxnId="{062DCC35-8DC8-41FD-A1E5-87596A1AB895}">
      <dgm:prSet/>
      <dgm:spPr/>
      <dgm:t>
        <a:bodyPr/>
        <a:lstStyle/>
        <a:p>
          <a:endParaRPr lang="en-US"/>
        </a:p>
      </dgm:t>
    </dgm:pt>
    <dgm:pt modelId="{D33DEC12-1958-4381-A7E3-FF824C7BD65B}" type="pres">
      <dgm:prSet presAssocID="{2AE84108-E354-4163-AC1C-DDE71E96D50A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47A87E8E-C5EA-4E7A-A33A-2D2E2E0C4A9F}" type="pres">
      <dgm:prSet presAssocID="{2AE84108-E354-4163-AC1C-DDE71E96D50A}" presName="outerBox" presStyleCnt="0"/>
      <dgm:spPr/>
    </dgm:pt>
    <dgm:pt modelId="{E3F3CC70-80DD-4468-B69A-53748BDB54F4}" type="pres">
      <dgm:prSet presAssocID="{2AE84108-E354-4163-AC1C-DDE71E96D50A}" presName="outerBoxParent" presStyleLbl="node1" presStyleIdx="0" presStyleCnt="1" custLinFactNeighborX="-4" custLinFactNeighborY="-4362"/>
      <dgm:spPr/>
    </dgm:pt>
    <dgm:pt modelId="{F9C00DDE-524B-4B4E-BE8F-99DF091DD75A}" type="pres">
      <dgm:prSet presAssocID="{2AE84108-E354-4163-AC1C-DDE71E96D50A}" presName="outerBoxChildren" presStyleCnt="0"/>
      <dgm:spPr/>
    </dgm:pt>
    <dgm:pt modelId="{CD251FD6-2489-4BC9-A81C-DCA80BE84820}" type="pres">
      <dgm:prSet presAssocID="{E74204A7-8B52-4696-9BD4-072013DB1D87}" presName="oChild" presStyleLbl="fgAcc1" presStyleIdx="0" presStyleCnt="2" custScaleY="149487" custLinFactNeighborX="57530" custLinFactNeighborY="-11250">
        <dgm:presLayoutVars>
          <dgm:bulletEnabled val="1"/>
        </dgm:presLayoutVars>
      </dgm:prSet>
      <dgm:spPr/>
    </dgm:pt>
    <dgm:pt modelId="{A5DE5004-A70A-42D7-8230-0768AB3EA757}" type="pres">
      <dgm:prSet presAssocID="{3142A4DC-8F75-4617-BDEB-BDE5821028AA}" presName="outerSibTrans" presStyleCnt="0"/>
      <dgm:spPr/>
    </dgm:pt>
    <dgm:pt modelId="{306CDEB2-AE9A-4228-9CAC-AC949B733007}" type="pres">
      <dgm:prSet presAssocID="{A9B7F8B0-5C3E-472C-94B6-FA6B7E5A72F7}" presName="oChild" presStyleLbl="fgAcc1" presStyleIdx="1" presStyleCnt="2" custScaleY="149027" custLinFactX="1248" custLinFactNeighborX="100000" custLinFactNeighborY="-9719">
        <dgm:presLayoutVars>
          <dgm:bulletEnabled val="1"/>
        </dgm:presLayoutVars>
      </dgm:prSet>
      <dgm:spPr/>
    </dgm:pt>
  </dgm:ptLst>
  <dgm:cxnLst>
    <dgm:cxn modelId="{D8056203-697C-421C-BBE7-E998BE93D9A5}" type="presOf" srcId="{8D9CDD5A-D6FB-47D3-8710-BB1363925ACA}" destId="{E3F3CC70-80DD-4468-B69A-53748BDB54F4}" srcOrd="0" destOrd="0" presId="urn:microsoft.com/office/officeart/2005/8/layout/target2"/>
    <dgm:cxn modelId="{A44E1F0A-53C7-4DB6-81A4-86F69B10B03C}" type="presOf" srcId="{2AE84108-E354-4163-AC1C-DDE71E96D50A}" destId="{D33DEC12-1958-4381-A7E3-FF824C7BD65B}" srcOrd="0" destOrd="0" presId="urn:microsoft.com/office/officeart/2005/8/layout/target2"/>
    <dgm:cxn modelId="{F130B81F-8240-4E4F-AD68-DF1BBC377BAF}" type="presOf" srcId="{A9B7F8B0-5C3E-472C-94B6-FA6B7E5A72F7}" destId="{306CDEB2-AE9A-4228-9CAC-AC949B733007}" srcOrd="0" destOrd="0" presId="urn:microsoft.com/office/officeart/2005/8/layout/target2"/>
    <dgm:cxn modelId="{062DCC35-8DC8-41FD-A1E5-87596A1AB895}" srcId="{8D9CDD5A-D6FB-47D3-8710-BB1363925ACA}" destId="{A9B7F8B0-5C3E-472C-94B6-FA6B7E5A72F7}" srcOrd="1" destOrd="0" parTransId="{0BE551A8-02A7-463E-8517-4BDACFD690C1}" sibTransId="{02D35F5F-7ACD-436A-A8D0-4920D255DC4B}"/>
    <dgm:cxn modelId="{7A76603C-D4BE-4706-B2FB-C7FC4E2022CD}" type="presOf" srcId="{E74204A7-8B52-4696-9BD4-072013DB1D87}" destId="{CD251FD6-2489-4BC9-A81C-DCA80BE84820}" srcOrd="0" destOrd="0" presId="urn:microsoft.com/office/officeart/2005/8/layout/target2"/>
    <dgm:cxn modelId="{E47B9C5F-1994-421E-9CF5-356B00820D74}" srcId="{8D9CDD5A-D6FB-47D3-8710-BB1363925ACA}" destId="{E74204A7-8B52-4696-9BD4-072013DB1D87}" srcOrd="0" destOrd="0" parTransId="{86539428-AE62-48D0-AC78-A83B344B464A}" sibTransId="{3142A4DC-8F75-4617-BDEB-BDE5821028AA}"/>
    <dgm:cxn modelId="{22E63BAD-D4ED-4721-BECA-CFE81B6D5A7F}" srcId="{2AE84108-E354-4163-AC1C-DDE71E96D50A}" destId="{8D9CDD5A-D6FB-47D3-8710-BB1363925ACA}" srcOrd="0" destOrd="0" parTransId="{A5400AA3-B2B8-4A62-9069-42470EB7D1B2}" sibTransId="{4D574EAB-4440-45A4-AC66-0706B22FB0AC}"/>
    <dgm:cxn modelId="{9905BACA-83FC-41DB-BB24-054C028035C7}" type="presParOf" srcId="{D33DEC12-1958-4381-A7E3-FF824C7BD65B}" destId="{47A87E8E-C5EA-4E7A-A33A-2D2E2E0C4A9F}" srcOrd="0" destOrd="0" presId="urn:microsoft.com/office/officeart/2005/8/layout/target2"/>
    <dgm:cxn modelId="{F45958C9-C613-4B8E-95B0-BE2BF83763CC}" type="presParOf" srcId="{47A87E8E-C5EA-4E7A-A33A-2D2E2E0C4A9F}" destId="{E3F3CC70-80DD-4468-B69A-53748BDB54F4}" srcOrd="0" destOrd="0" presId="urn:microsoft.com/office/officeart/2005/8/layout/target2"/>
    <dgm:cxn modelId="{6A9AD568-6A3F-4448-B264-888FFA1576BC}" type="presParOf" srcId="{47A87E8E-C5EA-4E7A-A33A-2D2E2E0C4A9F}" destId="{F9C00DDE-524B-4B4E-BE8F-99DF091DD75A}" srcOrd="1" destOrd="0" presId="urn:microsoft.com/office/officeart/2005/8/layout/target2"/>
    <dgm:cxn modelId="{9D30F4BC-72B1-4960-934C-669C93BF628F}" type="presParOf" srcId="{F9C00DDE-524B-4B4E-BE8F-99DF091DD75A}" destId="{CD251FD6-2489-4BC9-A81C-DCA80BE84820}" srcOrd="0" destOrd="0" presId="urn:microsoft.com/office/officeart/2005/8/layout/target2"/>
    <dgm:cxn modelId="{F878CF39-440F-4A75-B5A8-60AC80F9B465}" type="presParOf" srcId="{F9C00DDE-524B-4B4E-BE8F-99DF091DD75A}" destId="{A5DE5004-A70A-42D7-8230-0768AB3EA757}" srcOrd="1" destOrd="0" presId="urn:microsoft.com/office/officeart/2005/8/layout/target2"/>
    <dgm:cxn modelId="{6991235D-6E8F-4E9C-BBB9-0728A89AD9A6}" type="presParOf" srcId="{F9C00DDE-524B-4B4E-BE8F-99DF091DD75A}" destId="{306CDEB2-AE9A-4228-9CAC-AC949B733007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3CC70-80DD-4468-B69A-53748BDB54F4}">
      <dsp:nvSpPr>
        <dsp:cNvPr id="0" name=""/>
        <dsp:cNvSpPr/>
      </dsp:nvSpPr>
      <dsp:spPr>
        <a:xfrm>
          <a:off x="0" y="0"/>
          <a:ext cx="7164386" cy="3311579"/>
        </a:xfrm>
        <a:prstGeom prst="roundRect">
          <a:avLst>
            <a:gd name="adj" fmla="val 8500"/>
          </a:avLst>
        </a:prstGeom>
        <a:solidFill>
          <a:srgbClr val="299EB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204444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Global scope</a:t>
          </a:r>
          <a:endParaRPr lang="en-US" sz="3600" kern="1200" dirty="0"/>
        </a:p>
      </dsp:txBody>
      <dsp:txXfrm>
        <a:off x="82444" y="82444"/>
        <a:ext cx="6999498" cy="3146691"/>
      </dsp:txXfrm>
    </dsp:sp>
    <dsp:sp modelId="{CD251FD6-2489-4BC9-A81C-DCA80BE84820}">
      <dsp:nvSpPr>
        <dsp:cNvPr id="0" name=""/>
        <dsp:cNvSpPr/>
      </dsp:nvSpPr>
      <dsp:spPr>
        <a:xfrm>
          <a:off x="209750" y="953831"/>
          <a:ext cx="3373173" cy="2227671"/>
        </a:xfrm>
        <a:prstGeom prst="roundRect">
          <a:avLst>
            <a:gd name="adj" fmla="val 10500"/>
          </a:avLst>
        </a:prstGeom>
        <a:solidFill>
          <a:srgbClr val="F48C52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Script scope 1</a:t>
          </a:r>
          <a:endParaRPr lang="en-US" sz="3600" kern="1200" dirty="0"/>
        </a:p>
      </dsp:txBody>
      <dsp:txXfrm>
        <a:off x="278259" y="1022340"/>
        <a:ext cx="3236155" cy="2090653"/>
      </dsp:txXfrm>
    </dsp:sp>
    <dsp:sp modelId="{306CDEB2-AE9A-4228-9CAC-AC949B733007}">
      <dsp:nvSpPr>
        <dsp:cNvPr id="0" name=""/>
        <dsp:cNvSpPr/>
      </dsp:nvSpPr>
      <dsp:spPr>
        <a:xfrm>
          <a:off x="3700901" y="980074"/>
          <a:ext cx="3373173" cy="2220816"/>
        </a:xfrm>
        <a:prstGeom prst="roundRect">
          <a:avLst>
            <a:gd name="adj" fmla="val 10500"/>
          </a:avLst>
        </a:prstGeom>
        <a:solidFill>
          <a:srgbClr val="F48C52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Script scope 2</a:t>
          </a:r>
          <a:endParaRPr lang="en-US" sz="3600" kern="1200" dirty="0"/>
        </a:p>
      </dsp:txBody>
      <dsp:txXfrm>
        <a:off x="3769199" y="1048372"/>
        <a:ext cx="3236577" cy="2084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2f882bb8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2f882bb8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2f882bb89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2f882bb89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3157-39C9-7901-3339-85B300E9C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27415-A53D-16FE-B641-26E93FFD2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221C5-D7AF-72C5-1570-C03D849A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C6E9F-D0F0-1623-E993-C6591A12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EDAB-1943-8B72-0E0A-CE13FF1E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1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6A27-06A1-B005-51DF-1D387D82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428E1-5CE9-7508-966F-9A1F9A0DF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E4E84-EED5-62BD-129D-8978854F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CC7BB-86C1-5C74-0F1F-706F50FC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99584-6CD8-ED89-168A-7B5F7B00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3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8792-CCDF-8099-E68E-0258BB98F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57C2A-764D-2267-8983-6715CAAB1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5F638-2B81-3B18-D94F-8AF1ACC70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D360D-0A5F-7F5A-491C-69549438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82427-BF00-9150-FF7E-B25CAA7F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26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E7AF-8B26-5593-53A6-42DD82B2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0A61E-24B6-AC7E-83A2-E226EB2E6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E8D60-0AAD-A1F1-4FCB-FE80E3FFE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9D4A7-1E1C-6146-4327-ADB953B0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5DDC-100B-33E4-78E7-79CB00DB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BB771-149A-F3D1-8529-A92CAB88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2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A023-5BD8-9F6D-479F-A8E956C96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ECEB0-5CF4-1FCB-4545-D1CC60D4F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7CEF9-57AE-5143-D692-7EFFCBEE4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B550F-1C6F-5CD5-3961-9B9725D6F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8F007E-1A2F-B171-7BC8-CC0C50498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77666-19E7-B35F-72CB-FDB930FF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9032D-B124-CDA9-AA64-ABDDC22A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99D50-8BFF-CABC-7F3A-775D19B4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2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C384-F135-4CC1-C6A3-BC19318DE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67473-AEF3-71B2-B3E9-7B463E16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0899-AD3A-99F5-8BBE-6B1256D95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57C54-1EBF-D127-96E4-00094C210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1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06161-1F49-9D88-1E7B-898AE15C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5153BB-7E26-F4F1-531B-6B61B302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3994D-B3DA-4501-8C39-9F8C0B28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2584-9701-598D-2724-855F76EC1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556F2-68C0-BC4D-A55A-9580FABA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AFBC3-0603-E940-FDC4-7CCE3E93C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3D0ED-9E40-35E4-6E37-5E05DEE5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A6A90-75A2-1068-A5E7-DBE3A97C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34BD0-423C-155E-02E4-DE96C300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31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A322-B825-072E-30B8-4F5C2090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F45AB-03C8-C371-0E74-86C477B4F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0F2A6-689D-B5CF-EADD-B418C1632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9E247-6533-5105-41ED-D5795D11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D6A4A-8D2B-0A44-324C-D6B15724B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66B0E-CEC3-79EA-736D-A4B21C21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7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9ED0B-AFA0-6959-60EA-98542C57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E060C-CFC7-34F4-620D-C52DF4322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F324C-2F08-EA55-2FC2-349E51F0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A1A96-9957-C518-6F42-C9AF2975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B5B53-B5FA-EFDD-9C69-C43FB9B8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3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7AA29-E34B-EF29-F53B-1EF81E3F8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8DDF8-0307-54B7-76A4-B2272F8E0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EE0A0-837D-D2A9-23EA-2909859C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36FFD-8888-61ED-672E-7135A4B9F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641C4-7CFB-EA8E-140A-1F593410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3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2;p16" title="spiaceworld-2025-logo.png">
            <a:extLst>
              <a:ext uri="{FF2B5EF4-FFF2-40B4-BE49-F238E27FC236}">
                <a16:creationId xmlns:a16="http://schemas.microsoft.com/office/drawing/2014/main" id="{D7864ABA-EBAD-40B4-9D00-4B77260F35C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0763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 userDrawn="1">
  <p:cSld name="Custom Layout 6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2" title="solid-orange-withpixels-top.png"/>
          <p:cNvPicPr preferRelativeResize="0"/>
          <p:nvPr/>
        </p:nvPicPr>
        <p:blipFill rotWithShape="1">
          <a:blip r:embed="rId2">
            <a:alphaModFix/>
          </a:blip>
          <a:srcRect l="21860" t="-32595" r="21725" b="85197"/>
          <a:stretch/>
        </p:blipFill>
        <p:spPr>
          <a:xfrm rot="5400000">
            <a:off x="-1360338" y="1350912"/>
            <a:ext cx="5158576" cy="24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>
            <a:spLocks noGrp="1"/>
          </p:cNvSpPr>
          <p:nvPr>
            <p:ph type="pic" idx="2"/>
          </p:nvPr>
        </p:nvSpPr>
        <p:spPr>
          <a:xfrm>
            <a:off x="914400" y="4542561"/>
            <a:ext cx="1194300" cy="39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3" name="Google Shape;73;p12" title="spiaceworld-2025-logo.png"/>
          <p:cNvPicPr preferRelativeResize="0"/>
          <p:nvPr/>
        </p:nvPicPr>
        <p:blipFill rotWithShape="1">
          <a:blip r:embed="rId3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3;p11">
            <a:extLst>
              <a:ext uri="{FF2B5EF4-FFF2-40B4-BE49-F238E27FC236}">
                <a16:creationId xmlns:a16="http://schemas.microsoft.com/office/drawing/2014/main" id="{77783B35-261D-3B25-3977-BB33A8D17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114" y="274325"/>
            <a:ext cx="799168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5430077-C290-C3AB-F525-CE3042A4A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114" y="1290638"/>
            <a:ext cx="7991680" cy="3081337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5251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4" userDrawn="1">
  <p:cSld name="Custom Layout 14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>
            <a:spLocks noGrp="1"/>
          </p:cNvSpPr>
          <p:nvPr>
            <p:ph type="pic" idx="2"/>
          </p:nvPr>
        </p:nvSpPr>
        <p:spPr>
          <a:xfrm>
            <a:off x="914400" y="4542561"/>
            <a:ext cx="1194300" cy="39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7" name="Google Shape;127;p20" title="spiaceworld-2025-logo.png"/>
          <p:cNvPicPr preferRelativeResize="0"/>
          <p:nvPr/>
        </p:nvPicPr>
        <p:blipFill rotWithShape="1">
          <a:blip r:embed="rId2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solid-blue-withpixels-top.png"/>
          <p:cNvPicPr preferRelativeResize="0"/>
          <p:nvPr/>
        </p:nvPicPr>
        <p:blipFill rotWithShape="1">
          <a:blip r:embed="rId3">
            <a:alphaModFix/>
          </a:blip>
          <a:srcRect l="21713" t="-2716" r="21725" b="85926"/>
          <a:stretch/>
        </p:blipFill>
        <p:spPr>
          <a:xfrm rot="5400000">
            <a:off x="-2166938" y="2144713"/>
            <a:ext cx="5172076" cy="8635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3;p11">
            <a:extLst>
              <a:ext uri="{FF2B5EF4-FFF2-40B4-BE49-F238E27FC236}">
                <a16:creationId xmlns:a16="http://schemas.microsoft.com/office/drawing/2014/main" id="{A5B82EF5-5258-C6E5-FDB9-40F8D026BF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114" y="274325"/>
            <a:ext cx="799168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1082AF-B1F8-DFF0-6FD0-7FDB36FB6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114" y="1290638"/>
            <a:ext cx="7991680" cy="3081337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5292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userDrawn="1">
  <p:cSld name="Custom Layout 5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274329" y="274325"/>
            <a:ext cx="8631465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65" name="Google Shape;65;p11"/>
          <p:cNvSpPr txBox="1"/>
          <p:nvPr/>
        </p:nvSpPr>
        <p:spPr>
          <a:xfrm>
            <a:off x="1752100" y="1660925"/>
            <a:ext cx="487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67" name="Google Shape;67;p11" title="footer-orange.png"/>
          <p:cNvPicPr preferRelativeResize="0"/>
          <p:nvPr/>
        </p:nvPicPr>
        <p:blipFill rotWithShape="1">
          <a:blip r:embed="rId2">
            <a:alphaModFix/>
          </a:blip>
          <a:srcRect l="4438" r="4429"/>
          <a:stretch/>
        </p:blipFill>
        <p:spPr>
          <a:xfrm>
            <a:off x="0" y="4434830"/>
            <a:ext cx="9144004" cy="7086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9B602-1D05-B601-916A-3FC6287AF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062880"/>
            <a:ext cx="3959265" cy="3309095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oogle Shape;102;p16" title="spiaceworld-2025-logo.png">
            <a:extLst>
              <a:ext uri="{FF2B5EF4-FFF2-40B4-BE49-F238E27FC236}">
                <a16:creationId xmlns:a16="http://schemas.microsoft.com/office/drawing/2014/main" id="{C2344129-CA17-5DA8-6F3E-D77F0F9D9BD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A0CA16C-4A48-DDF3-4630-54F8CAC79C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10099" y="1062880"/>
            <a:ext cx="3995695" cy="3309095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3515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 userDrawn="1">
  <p:cSld name="Custom Layout 13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 title="footer-blu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5" y="4493623"/>
            <a:ext cx="9136072" cy="65665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274326" y="274325"/>
            <a:ext cx="8631468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Google Shape;102;p16" title="spiaceworld-2025-logo.png">
            <a:extLst>
              <a:ext uri="{FF2B5EF4-FFF2-40B4-BE49-F238E27FC236}">
                <a16:creationId xmlns:a16="http://schemas.microsoft.com/office/drawing/2014/main" id="{1A9D17EE-7407-64D3-F828-CA53D3E714F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E3A26FF-9C1C-B151-1DB5-254666046C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060397"/>
            <a:ext cx="3959265" cy="3311579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3A47D-2928-FEAF-F197-1397A8C7E2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10099" y="1060396"/>
            <a:ext cx="3995695" cy="3311579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3126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25" y="1434375"/>
            <a:ext cx="91440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1250" y="2228150"/>
            <a:ext cx="91440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500"/>
              <a:buFont typeface="Montserrat Medium"/>
              <a:buNone/>
              <a:defRPr sz="2500">
                <a:solidFill>
                  <a:srgbClr val="1E41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>
            <a:spLocks noGrp="1"/>
          </p:cNvSpPr>
          <p:nvPr>
            <p:ph type="pic" idx="2"/>
          </p:nvPr>
        </p:nvSpPr>
        <p:spPr>
          <a:xfrm>
            <a:off x="4870256" y="3102371"/>
            <a:ext cx="1626300" cy="5409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07166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 preserve="1" userDrawn="1">
  <p:cSld name="1_Custom Layout 13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 title="footer-blu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5" y="4493623"/>
            <a:ext cx="9136072" cy="65665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274326" y="274325"/>
            <a:ext cx="8555037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4" name="Google Shape;102;p16" title="spiaceworld-2025-logo.png">
            <a:extLst>
              <a:ext uri="{FF2B5EF4-FFF2-40B4-BE49-F238E27FC236}">
                <a16:creationId xmlns:a16="http://schemas.microsoft.com/office/drawing/2014/main" id="{1A9D17EE-7407-64D3-F828-CA53D3E714F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197812-D3EC-2846-506F-7E4E36086A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90638"/>
            <a:ext cx="8631156" cy="3081337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82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64D89A-3D7E-7F09-1E4E-C720C838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2F748-9A91-860B-FEBC-DABDAD42A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F79B9-95D2-D03C-E38B-79083F54E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6D936-920B-42C6-A5F7-0DF4D40E08C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8F1CC-7CBF-3D32-B72B-50F8C7425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FAF8D-74AF-EBC7-A95F-BF0FB5976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E3A4F-D432-40EA-982F-506268B23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3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6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dwheeler/seanonit/blob/main/content/downloads/spiceworld/SpiceWorld-2025-PowerShell-Toolmaking.pdf" TargetMode="External"/><Relationship Id="rId2" Type="http://schemas.openxmlformats.org/officeDocument/2006/relationships/hyperlink" Target="https://seanonit.org/docs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hyperlink" Target="https://seanonit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hyperlink" Target="https://shortcutyour.life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oshCode/PowerShellPracticeAndStyle" TargetMode="Externa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092" y="464311"/>
            <a:ext cx="4861752" cy="6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6103844" y="464311"/>
            <a:ext cx="1557088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F17C38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4000" b="1" dirty="0">
              <a:solidFill>
                <a:srgbClr val="F17C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1668795" y="1408804"/>
            <a:ext cx="5806409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PowerShell Toolmaking</a:t>
            </a:r>
            <a:endParaRPr sz="3500" dirty="0">
              <a:solidFill>
                <a:srgbClr val="1E414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AA213-D775-ABE8-2E46-BF210FEDBE61}"/>
              </a:ext>
            </a:extLst>
          </p:cNvPr>
          <p:cNvSpPr txBox="1"/>
          <p:nvPr/>
        </p:nvSpPr>
        <p:spPr>
          <a:xfrm>
            <a:off x="1668795" y="2248584"/>
            <a:ext cx="5806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Montserrat SemiBold" panose="00000700000000000000" pitchFamily="2" charset="0"/>
              </a:rPr>
              <a:t>Create shareable tools that other people will want to 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91DD83-8EBF-FD5D-5A3C-6CCD856CD966}"/>
              </a:ext>
            </a:extLst>
          </p:cNvPr>
          <p:cNvSpPr txBox="1"/>
          <p:nvPr/>
        </p:nvSpPr>
        <p:spPr>
          <a:xfrm>
            <a:off x="391886" y="1186754"/>
            <a:ext cx="38485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the PDF to follow along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QR Code or</a:t>
            </a:r>
          </a:p>
          <a:p>
            <a:endParaRPr lang="en-US" dirty="0"/>
          </a:p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https://seanonit.org/docs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the  </a:t>
            </a:r>
            <a:r>
              <a:rPr lang="en-US" dirty="0">
                <a:hlinkClick r:id="rId3"/>
              </a:rPr>
              <a:t>PowerShell Toolmaking</a:t>
            </a:r>
            <a:r>
              <a:rPr lang="en-US" dirty="0"/>
              <a:t> link under Public Speaking</a:t>
            </a:r>
          </a:p>
        </p:txBody>
      </p:sp>
      <p:sp>
        <p:nvSpPr>
          <p:cNvPr id="5" name="Google Shape;213;p29">
            <a:extLst>
              <a:ext uri="{FF2B5EF4-FFF2-40B4-BE49-F238E27FC236}">
                <a16:creationId xmlns:a16="http://schemas.microsoft.com/office/drawing/2014/main" id="{B33FCB6C-06E5-60F8-82E4-7C6838B340FB}"/>
              </a:ext>
            </a:extLst>
          </p:cNvPr>
          <p:cNvSpPr txBox="1">
            <a:spLocks/>
          </p:cNvSpPr>
          <p:nvPr/>
        </p:nvSpPr>
        <p:spPr>
          <a:xfrm>
            <a:off x="391886" y="179614"/>
            <a:ext cx="8360228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PowerShell Toolmaking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CB90F-6BBB-5442-EAE7-8CB84B664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214" y="749299"/>
            <a:ext cx="36449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3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A person with a beard wearing a headset&#10;&#10;AI-generated content may be incorrect.">
            <a:extLst>
              <a:ext uri="{FF2B5EF4-FFF2-40B4-BE49-F238E27FC236}">
                <a16:creationId xmlns:a16="http://schemas.microsoft.com/office/drawing/2014/main" id="{10687564-AF48-0B61-4414-DA76E8C9244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8889" b="8889"/>
          <a:stretch>
            <a:fillRect/>
          </a:stretch>
        </p:blipFill>
        <p:spPr>
          <a:xfrm>
            <a:off x="5249863" y="1119188"/>
            <a:ext cx="2925762" cy="292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14400" y="189662"/>
            <a:ext cx="63429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Sean Wheeler</a:t>
            </a:r>
            <a:endParaRPr sz="2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sz="quarter" idx="10"/>
          </p:nvPr>
        </p:nvSpPr>
        <p:spPr>
          <a:xfrm>
            <a:off x="914400" y="634937"/>
            <a:ext cx="55473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Principal Content Developer, Microsoft</a:t>
            </a:r>
            <a:endParaRPr dirty="0"/>
          </a:p>
        </p:txBody>
      </p:sp>
      <p:sp>
        <p:nvSpPr>
          <p:cNvPr id="216" name="Google Shape;216;p29"/>
          <p:cNvSpPr/>
          <p:nvPr/>
        </p:nvSpPr>
        <p:spPr>
          <a:xfrm>
            <a:off x="5440885" y="1290833"/>
            <a:ext cx="2926200" cy="2926200"/>
          </a:xfrm>
          <a:prstGeom prst="rect">
            <a:avLst/>
          </a:prstGeom>
          <a:solidFill>
            <a:srgbClr val="1B97B9"/>
          </a:solidFill>
          <a:ln>
            <a:noFill/>
          </a:ln>
        </p:spPr>
        <p:txBody>
          <a:bodyPr spcFirstLastPara="1" wrap="square" lIns="82600" tIns="82600" rIns="82600" bIns="8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4"/>
          </a:p>
        </p:txBody>
      </p:sp>
      <p:sp>
        <p:nvSpPr>
          <p:cNvPr id="218" name="Google Shape;218;p29"/>
          <p:cNvSpPr txBox="1"/>
          <p:nvPr/>
        </p:nvSpPr>
        <p:spPr>
          <a:xfrm>
            <a:off x="914400" y="1290825"/>
            <a:ext cx="3936900" cy="311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As the lead Content Developer for PowerShell, I create and maintain the core PowerShell documentation, developer guides, and command reference.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I’m an avid supporter of the PowerShell community. I am a frequent speaker at PowerShell user groups and conferences.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In my career, I’ve created and delivered numerous scripting, debugging, and troubleshooting workshops for internal and external customers.</a:t>
            </a:r>
            <a:endParaRPr sz="12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hlinkClick r:id="rId4"/>
            <a:extLst>
              <a:ext uri="{FF2B5EF4-FFF2-40B4-BE49-F238E27FC236}">
                <a16:creationId xmlns:a16="http://schemas.microsoft.com/office/drawing/2014/main" id="{6D53AFDB-8842-8C8A-966E-FF7095153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1" y="4538062"/>
            <a:ext cx="166558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A person wearing a hat and headphones&#10;&#10;AI-generated content may be incorrect.">
            <a:extLst>
              <a:ext uri="{FF2B5EF4-FFF2-40B4-BE49-F238E27FC236}">
                <a16:creationId xmlns:a16="http://schemas.microsoft.com/office/drawing/2014/main" id="{17A43B03-3DBF-CB62-72ED-E82FF122E9F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249863" y="1119188"/>
            <a:ext cx="2925762" cy="292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0"/>
          <p:cNvSpPr txBox="1">
            <a:spLocks noGrp="1"/>
          </p:cNvSpPr>
          <p:nvPr>
            <p:ph type="title"/>
          </p:nvPr>
        </p:nvSpPr>
        <p:spPr>
          <a:xfrm>
            <a:off x="914400" y="189662"/>
            <a:ext cx="63429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Steven Judd</a:t>
            </a:r>
            <a:endParaRPr sz="2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0"/>
          <p:cNvSpPr txBox="1">
            <a:spLocks noGrp="1"/>
          </p:cNvSpPr>
          <p:nvPr>
            <p:ph type="body" sz="quarter" idx="10"/>
          </p:nvPr>
        </p:nvSpPr>
        <p:spPr>
          <a:xfrm>
            <a:off x="914400" y="630936"/>
            <a:ext cx="55473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Infrastructure Engineer, </a:t>
            </a:r>
            <a:r>
              <a:rPr lang="en-US" dirty="0" err="1"/>
              <a:t>Tenstreet</a:t>
            </a:r>
            <a:r>
              <a:rPr lang="en-US" dirty="0"/>
              <a:t>, LLC</a:t>
            </a:r>
          </a:p>
        </p:txBody>
      </p:sp>
      <p:sp>
        <p:nvSpPr>
          <p:cNvPr id="225" name="Google Shape;225;p30"/>
          <p:cNvSpPr/>
          <p:nvPr/>
        </p:nvSpPr>
        <p:spPr>
          <a:xfrm>
            <a:off x="5440885" y="1290833"/>
            <a:ext cx="2926200" cy="2926200"/>
          </a:xfrm>
          <a:prstGeom prst="rect">
            <a:avLst/>
          </a:prstGeom>
          <a:solidFill>
            <a:srgbClr val="76569D"/>
          </a:solidFill>
          <a:ln>
            <a:noFill/>
          </a:ln>
        </p:spPr>
        <p:txBody>
          <a:bodyPr spcFirstLastPara="1" wrap="square" lIns="82600" tIns="82600" rIns="82600" bIns="8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4"/>
          </a:p>
        </p:txBody>
      </p:sp>
      <p:sp>
        <p:nvSpPr>
          <p:cNvPr id="226" name="Google Shape;226;p30"/>
          <p:cNvSpPr txBox="1"/>
          <p:nvPr/>
        </p:nvSpPr>
        <p:spPr>
          <a:xfrm>
            <a:off x="914400" y="1290833"/>
            <a:ext cx="3936900" cy="3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dirty="0"/>
              <a:t>As a Microsoft MVP for PowerShell, I have a passion for automation using PowerShell and DevOps Agile principles. </a:t>
            </a:r>
          </a:p>
          <a:p>
            <a:pPr lvl="0"/>
            <a:endParaRPr lang="en-US" sz="1200" dirty="0"/>
          </a:p>
          <a:p>
            <a:pPr lvl="0"/>
            <a:r>
              <a:rPr lang="en-US" sz="1200" dirty="0"/>
              <a:t>I have been working with Developers as the "Ops" of DevOps for more than 30 years, before I even knew what DevOps was. I developed a PowerShell training program to help people learn automation and accelerate their career.</a:t>
            </a:r>
          </a:p>
          <a:p>
            <a:pPr lvl="0"/>
            <a:endParaRPr lang="en-US" sz="1200" dirty="0"/>
          </a:p>
          <a:p>
            <a:pPr lvl="0"/>
            <a:r>
              <a:rPr lang="en-US" sz="1200" dirty="0"/>
              <a:t>I spend my free time learning more about PowerShell and other technologies and hanging out in the PowerShell Discord.</a:t>
            </a:r>
            <a:endParaRPr sz="11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599F9FE4-07AB-C846-3CB7-DDC9B7789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49046"/>
            <a:ext cx="2143018" cy="404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253B-AC91-F364-5230-F8225D1F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Goals &amp; Expectations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00A0F-07E5-C6B7-94D1-8596D72D8F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000125"/>
            <a:ext cx="3959225" cy="3371850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US" dirty="0"/>
              <a:t>Goals</a:t>
            </a:r>
          </a:p>
          <a:p>
            <a:r>
              <a:rPr lang="en-US" dirty="0"/>
              <a:t>Quick review of the fundamentals</a:t>
            </a:r>
          </a:p>
          <a:p>
            <a:r>
              <a:rPr lang="en-US" dirty="0"/>
              <a:t>Turn one-liners and scripts into advanced functions</a:t>
            </a:r>
          </a:p>
          <a:p>
            <a:r>
              <a:rPr lang="en-US" dirty="0"/>
              <a:t>Anatomy of a function</a:t>
            </a:r>
          </a:p>
          <a:p>
            <a:pPr lvl="1"/>
            <a:r>
              <a:rPr lang="en-US" dirty="0"/>
              <a:t>Pipelining, validation, tab completion</a:t>
            </a:r>
          </a:p>
          <a:p>
            <a:r>
              <a:rPr lang="en-US" dirty="0"/>
              <a:t>Create user documentation using Comment-based help</a:t>
            </a:r>
          </a:p>
          <a:p>
            <a:r>
              <a:rPr lang="en-US" dirty="0"/>
              <a:t>Package functions into structured modules</a:t>
            </a:r>
          </a:p>
          <a:p>
            <a:pPr lvl="1"/>
            <a:r>
              <a:rPr lang="en-US" dirty="0"/>
              <a:t>Public vs. Private functions</a:t>
            </a:r>
          </a:p>
          <a:p>
            <a:pPr lvl="1"/>
            <a:r>
              <a:rPr lang="en-US" dirty="0"/>
              <a:t>Multi-file vs. monolithic</a:t>
            </a:r>
          </a:p>
          <a:p>
            <a:r>
              <a:rPr lang="en-US" dirty="0"/>
              <a:t>Command design principles</a:t>
            </a:r>
          </a:p>
          <a:p>
            <a:r>
              <a:rPr lang="en-US" dirty="0"/>
              <a:t>Publish modules to a shareable </a:t>
            </a:r>
            <a:r>
              <a:rPr lang="en-US" dirty="0" err="1"/>
              <a:t>PSRepository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EFC45-5A36-8A5C-378C-D6F8061D58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10138" y="1000125"/>
            <a:ext cx="3995737" cy="337185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500" dirty="0"/>
              <a:t>Expectations</a:t>
            </a:r>
          </a:p>
          <a:p>
            <a:r>
              <a:rPr lang="en-US" sz="1500" dirty="0"/>
              <a:t>Some experience writing PowerShell scripts</a:t>
            </a:r>
          </a:p>
          <a:p>
            <a:r>
              <a:rPr lang="en-US" sz="1500" dirty="0"/>
              <a:t>VS Code with PowerShell extension</a:t>
            </a:r>
          </a:p>
          <a:p>
            <a:r>
              <a:rPr lang="en-US" sz="1500" dirty="0"/>
              <a:t>PowerShell 7 (or 5.1)</a:t>
            </a:r>
          </a:p>
        </p:txBody>
      </p:sp>
    </p:spTree>
    <p:extLst>
      <p:ext uri="{BB962C8B-B14F-4D97-AF65-F5344CB8AC3E}">
        <p14:creationId xmlns:p14="http://schemas.microsoft.com/office/powerpoint/2010/main" val="255726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0FBD-9F34-9F3C-D088-0209DB48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PowerShell fundamentals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50E00-7506-F0CE-3022-D15D491CCB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Execution policy overview</a:t>
            </a:r>
          </a:p>
          <a:p>
            <a:pPr lvl="1"/>
            <a:r>
              <a:rPr lang="en-US" dirty="0"/>
              <a:t>Security feature – not a security boundary</a:t>
            </a:r>
          </a:p>
          <a:p>
            <a:pPr lvl="1"/>
            <a:r>
              <a:rPr lang="en-US" dirty="0"/>
              <a:t>Windows-only</a:t>
            </a:r>
          </a:p>
          <a:p>
            <a:r>
              <a:rPr lang="en-US" dirty="0"/>
              <a:t>Command types and their precedence</a:t>
            </a:r>
          </a:p>
          <a:p>
            <a:pPr lvl="1"/>
            <a:r>
              <a:rPr lang="en-US" dirty="0"/>
              <a:t>Alias</a:t>
            </a:r>
          </a:p>
          <a:p>
            <a:pPr lvl="1"/>
            <a:r>
              <a:rPr lang="en-US" dirty="0"/>
              <a:t>Function</a:t>
            </a:r>
          </a:p>
          <a:p>
            <a:pPr lvl="1"/>
            <a:r>
              <a:rPr lang="en-US" dirty="0"/>
              <a:t>Cmdlet</a:t>
            </a:r>
          </a:p>
          <a:p>
            <a:pPr lvl="1"/>
            <a:r>
              <a:rPr lang="en-US" dirty="0"/>
              <a:t>External executable files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CBC26-C8D0-1473-A87B-52513F84F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Scripts &amp; functions</a:t>
            </a:r>
          </a:p>
          <a:p>
            <a:pPr lvl="1"/>
            <a:r>
              <a:rPr lang="en-US" dirty="0"/>
              <a:t>Purpose</a:t>
            </a:r>
          </a:p>
          <a:p>
            <a:pPr lvl="1"/>
            <a:r>
              <a:rPr lang="en-US" dirty="0"/>
              <a:t>Batch scripts vs. tools</a:t>
            </a:r>
          </a:p>
          <a:p>
            <a:pPr lvl="1"/>
            <a:r>
              <a:rPr lang="en-US" dirty="0" err="1"/>
              <a:t>Scriptblocks</a:t>
            </a:r>
            <a:endParaRPr lang="en-US" dirty="0"/>
          </a:p>
          <a:p>
            <a:pPr lvl="1"/>
            <a:r>
              <a:rPr lang="en-US" dirty="0"/>
              <a:t>Profiles and dot-sourcing</a:t>
            </a:r>
          </a:p>
          <a:p>
            <a:r>
              <a:rPr lang="en-US" dirty="0"/>
              <a:t>Variable scopes</a:t>
            </a:r>
          </a:p>
          <a:p>
            <a:pPr lvl="1"/>
            <a:r>
              <a:rPr lang="en-US" dirty="0"/>
              <a:t>Global</a:t>
            </a:r>
          </a:p>
          <a:p>
            <a:pPr lvl="1"/>
            <a:r>
              <a:rPr lang="en-US" dirty="0"/>
              <a:t>Local</a:t>
            </a:r>
          </a:p>
          <a:p>
            <a:pPr lvl="1"/>
            <a:r>
              <a:rPr lang="en-US" dirty="0"/>
              <a:t>Script</a:t>
            </a:r>
          </a:p>
          <a:p>
            <a:pPr lvl="1"/>
            <a:r>
              <a:rPr lang="en-US" dirty="0"/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95177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EB0F-6ED0-FD81-8FAF-50A4F1C3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Scopes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F1509E1-B943-888F-37A6-B06088403E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661647"/>
              </p:ext>
            </p:extLst>
          </p:nvPr>
        </p:nvGraphicFramePr>
        <p:xfrm>
          <a:off x="274639" y="1060397"/>
          <a:ext cx="7164386" cy="3311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F66F15F3-7569-F155-4BE2-C00B4EF7D82D}"/>
              </a:ext>
            </a:extLst>
          </p:cNvPr>
          <p:cNvGrpSpPr/>
          <p:nvPr/>
        </p:nvGrpSpPr>
        <p:grpSpPr>
          <a:xfrm>
            <a:off x="878746" y="3694332"/>
            <a:ext cx="2721703" cy="357291"/>
            <a:chOff x="98981" y="1490210"/>
            <a:chExt cx="1864121" cy="1490210"/>
          </a:xfrm>
          <a:solidFill>
            <a:srgbClr val="C7A6F0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72A71D5-53DB-8472-7F6F-F8096E726B80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853B5F1F-F22F-05CA-1CAF-D5115521A5E9}"/>
                </a:ext>
              </a:extLst>
            </p:cNvPr>
            <p:cNvSpPr txBox="1"/>
            <p:nvPr/>
          </p:nvSpPr>
          <p:spPr>
            <a:xfrm>
              <a:off x="144809" y="1586498"/>
              <a:ext cx="1772463" cy="1107559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</a:t>
              </a:r>
              <a:r>
                <a:rPr lang="en-US" sz="1500" kern="1200" dirty="0"/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099809-4AD1-EC30-32FE-23C6988A0BD6}"/>
              </a:ext>
            </a:extLst>
          </p:cNvPr>
          <p:cNvGrpSpPr/>
          <p:nvPr/>
        </p:nvGrpSpPr>
        <p:grpSpPr>
          <a:xfrm>
            <a:off x="878747" y="3259084"/>
            <a:ext cx="2721703" cy="357291"/>
            <a:chOff x="98981" y="1490210"/>
            <a:chExt cx="1864121" cy="1490210"/>
          </a:xfrm>
          <a:solidFill>
            <a:srgbClr val="74BEB0"/>
          </a:solidFill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A9461B2-0638-D5EB-4C4B-59D83DB01D46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358B00CF-6A3C-3694-B607-0F210B4D1337}"/>
                </a:ext>
              </a:extLst>
            </p:cNvPr>
            <p:cNvSpPr txBox="1"/>
            <p:nvPr/>
          </p:nvSpPr>
          <p:spPr>
            <a:xfrm>
              <a:off x="144808" y="1583562"/>
              <a:ext cx="1772463" cy="115725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2</a:t>
              </a:r>
              <a:endParaRPr lang="en-US" sz="1500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1BEC9-9C28-BB9E-64D9-2D5D76358822}"/>
              </a:ext>
            </a:extLst>
          </p:cNvPr>
          <p:cNvGrpSpPr/>
          <p:nvPr/>
        </p:nvGrpSpPr>
        <p:grpSpPr>
          <a:xfrm>
            <a:off x="878748" y="2823836"/>
            <a:ext cx="2721703" cy="357291"/>
            <a:chOff x="98981" y="1490210"/>
            <a:chExt cx="1864121" cy="1490210"/>
          </a:xfrm>
          <a:solidFill>
            <a:srgbClr val="FAD260"/>
          </a:solidFill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0E8FFC1-4784-9B4E-FAC1-0F6FC9879DD4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85FA570A-646D-4A26-37BE-5E86F52E315F}"/>
                </a:ext>
              </a:extLst>
            </p:cNvPr>
            <p:cNvSpPr txBox="1"/>
            <p:nvPr/>
          </p:nvSpPr>
          <p:spPr>
            <a:xfrm>
              <a:off x="144807" y="1649495"/>
              <a:ext cx="1772463" cy="1171632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1</a:t>
              </a:r>
              <a:endParaRPr lang="en-US" sz="15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DB71A4-668A-95AA-1839-3C0B8BC17744}"/>
              </a:ext>
            </a:extLst>
          </p:cNvPr>
          <p:cNvGrpSpPr/>
          <p:nvPr/>
        </p:nvGrpSpPr>
        <p:grpSpPr>
          <a:xfrm>
            <a:off x="4224472" y="2834824"/>
            <a:ext cx="2881177" cy="941491"/>
            <a:chOff x="4224473" y="2834824"/>
            <a:chExt cx="2176660" cy="9414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812B3C-1F1B-DA83-140A-2A906A86C8DF}"/>
                </a:ext>
              </a:extLst>
            </p:cNvPr>
            <p:cNvGrpSpPr/>
            <p:nvPr/>
          </p:nvGrpSpPr>
          <p:grpSpPr>
            <a:xfrm>
              <a:off x="4224473" y="2834824"/>
              <a:ext cx="2176660" cy="941491"/>
              <a:chOff x="98981" y="1490210"/>
              <a:chExt cx="1864121" cy="1490210"/>
            </a:xfrm>
            <a:solidFill>
              <a:schemeClr val="bg1"/>
            </a:solidFill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CFACC2F-8D3B-55CB-95F7-7B283DEFCD63}"/>
                  </a:ext>
                </a:extLst>
              </p:cNvPr>
              <p:cNvSpPr/>
              <p:nvPr/>
            </p:nvSpPr>
            <p:spPr>
              <a:xfrm>
                <a:off x="98981" y="1490210"/>
                <a:ext cx="1864121" cy="1490210"/>
              </a:xfrm>
              <a:prstGeom prst="roundRect">
                <a:avLst>
                  <a:gd name="adj" fmla="val 10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Rectangle: Rounded Corners 4">
                <a:extLst>
                  <a:ext uri="{FF2B5EF4-FFF2-40B4-BE49-F238E27FC236}">
                    <a16:creationId xmlns:a16="http://schemas.microsoft.com/office/drawing/2014/main" id="{9DCEFF5B-243F-0E33-98C1-707C0F10CFD5}"/>
                  </a:ext>
                </a:extLst>
              </p:cNvPr>
              <p:cNvSpPr txBox="1"/>
              <p:nvPr/>
            </p:nvSpPr>
            <p:spPr>
              <a:xfrm>
                <a:off x="144810" y="1536039"/>
                <a:ext cx="1772463" cy="13985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2390" tIns="72390" rIns="72390" bIns="72390" numCol="1" spcCol="1270" anchor="t" anchorCtr="0">
                <a:noAutofit/>
              </a:bodyPr>
              <a:lstStyle/>
              <a:p>
                <a:pPr lvl="1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500" b="0" i="0" kern="1200" dirty="0"/>
                  <a:t>Function scope </a:t>
                </a:r>
                <a:r>
                  <a:rPr lang="en-US" sz="1500" kern="1200" dirty="0"/>
                  <a:t>4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050A60B-F074-8ED4-593F-70003D35D5BC}"/>
                </a:ext>
              </a:extLst>
            </p:cNvPr>
            <p:cNvGrpSpPr/>
            <p:nvPr/>
          </p:nvGrpSpPr>
          <p:grpSpPr>
            <a:xfrm>
              <a:off x="4380743" y="3305570"/>
              <a:ext cx="1864121" cy="357291"/>
              <a:chOff x="98981" y="1490210"/>
              <a:chExt cx="1864121" cy="1490210"/>
            </a:xfrm>
            <a:solidFill>
              <a:srgbClr val="90D9F8"/>
            </a:solidFill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B3FC542-287D-0E95-BDA9-8B5834041F57}"/>
                  </a:ext>
                </a:extLst>
              </p:cNvPr>
              <p:cNvSpPr/>
              <p:nvPr/>
            </p:nvSpPr>
            <p:spPr>
              <a:xfrm>
                <a:off x="98981" y="1490210"/>
                <a:ext cx="1864121" cy="1490210"/>
              </a:xfrm>
              <a:prstGeom prst="roundRect">
                <a:avLst>
                  <a:gd name="adj" fmla="val 10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: Rounded Corners 4">
                <a:extLst>
                  <a:ext uri="{FF2B5EF4-FFF2-40B4-BE49-F238E27FC236}">
                    <a16:creationId xmlns:a16="http://schemas.microsoft.com/office/drawing/2014/main" id="{CE8D73EA-30A4-6B47-0BA2-ADD05E96B5BA}"/>
                  </a:ext>
                </a:extLst>
              </p:cNvPr>
              <p:cNvSpPr txBox="1"/>
              <p:nvPr/>
            </p:nvSpPr>
            <p:spPr>
              <a:xfrm>
                <a:off x="144810" y="1536039"/>
                <a:ext cx="1772463" cy="13985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2390" tIns="72390" rIns="72390" bIns="72390" numCol="1" spcCol="1270" anchor="t" anchorCtr="0">
                <a:noAutofit/>
              </a:bodyPr>
              <a:lstStyle/>
              <a:p>
                <a:pPr lvl="1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500" b="0" i="0" kern="1200" dirty="0"/>
                  <a:t>Function scope </a:t>
                </a:r>
                <a:r>
                  <a:rPr lang="en-US" sz="1500" kern="1200" dirty="0"/>
                  <a:t>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130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5E1470A-5A9F-A12B-8311-05D439007368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2E6596-01AD-A2A3-2584-D3AC9117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Anatomy of a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258DD-15A4-DC46-8D83-EA9DCF8AD3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Scriptblocks</a:t>
            </a:r>
            <a:r>
              <a:rPr lang="en-US" dirty="0"/>
              <a:t> vs. functions vs. filters vs. scripts</a:t>
            </a:r>
          </a:p>
          <a:p>
            <a:r>
              <a:rPr lang="en-US" dirty="0" err="1"/>
              <a:t>Scriptblock</a:t>
            </a:r>
            <a:r>
              <a:rPr lang="en-US" dirty="0"/>
              <a:t> labels</a:t>
            </a:r>
          </a:p>
          <a:p>
            <a:pPr lvl="1"/>
            <a:r>
              <a:rPr lang="en-US" dirty="0"/>
              <a:t>begin, process, end, clean</a:t>
            </a:r>
          </a:p>
          <a:p>
            <a:pPr lvl="1"/>
            <a:r>
              <a:rPr lang="en-US" dirty="0"/>
              <a:t>Default is end</a:t>
            </a:r>
          </a:p>
          <a:p>
            <a:r>
              <a:rPr lang="en-US" dirty="0"/>
              <a:t>Advanced functions</a:t>
            </a:r>
          </a:p>
          <a:p>
            <a:pPr lvl="1"/>
            <a:r>
              <a:rPr lang="en-US" dirty="0"/>
              <a:t>[</a:t>
            </a:r>
            <a:r>
              <a:rPr lang="en-US" dirty="0" err="1"/>
              <a:t>CmdletBinding</a:t>
            </a:r>
            <a:r>
              <a:rPr lang="en-US" dirty="0"/>
              <a:t>()] and [Parameter()] attributes</a:t>
            </a:r>
          </a:p>
          <a:p>
            <a:pPr lvl="1"/>
            <a:r>
              <a:rPr lang="en-US" dirty="0"/>
              <a:t>Parameter validation</a:t>
            </a:r>
          </a:p>
          <a:p>
            <a:pPr lvl="1"/>
            <a:r>
              <a:rPr lang="en-US" dirty="0"/>
              <a:t>Pipeline input</a:t>
            </a:r>
          </a:p>
          <a:p>
            <a:pPr lvl="1"/>
            <a:r>
              <a:rPr lang="en-US" dirty="0"/>
              <a:t>Parameter sets</a:t>
            </a:r>
          </a:p>
          <a:p>
            <a:pPr lvl="1"/>
            <a:r>
              <a:rPr lang="en-US" dirty="0"/>
              <a:t>Argument completion</a:t>
            </a:r>
          </a:p>
        </p:txBody>
      </p:sp>
    </p:spTree>
    <p:extLst>
      <p:ext uri="{BB962C8B-B14F-4D97-AF65-F5344CB8AC3E}">
        <p14:creationId xmlns:p14="http://schemas.microsoft.com/office/powerpoint/2010/main" val="321845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8AE5537-DA7D-7EA6-A7B2-4C41988CDA4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1E63EC-27CE-5F91-2AFC-FDFE069A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Coding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BF2B9-F5C9-B458-1E29-1D07E63138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114" y="912266"/>
            <a:ext cx="6096286" cy="35231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Use Pascal Case for variables defined as parameters</a:t>
            </a:r>
          </a:p>
          <a:p>
            <a:pPr lvl="1"/>
            <a:r>
              <a:rPr lang="en-US" dirty="0"/>
              <a:t>Use Camel Case for variables defined in the code</a:t>
            </a:r>
          </a:p>
          <a:p>
            <a:r>
              <a:rPr lang="en-US" dirty="0"/>
              <a:t>Use single quotes for non-expanding text and double quotes for expanding text</a:t>
            </a:r>
          </a:p>
          <a:p>
            <a:pPr lvl="1"/>
            <a:r>
              <a:rPr lang="en-US" dirty="0"/>
              <a:t>$var1 = 'this is some text'</a:t>
            </a:r>
          </a:p>
          <a:p>
            <a:pPr lvl="1"/>
            <a:r>
              <a:rPr lang="en-US" dirty="0"/>
              <a:t>$var2 = "Profile path: $PROFILE"</a:t>
            </a:r>
          </a:p>
          <a:p>
            <a:r>
              <a:rPr lang="en-US" dirty="0"/>
              <a:t>Keep your line length below 120 characters</a:t>
            </a:r>
          </a:p>
          <a:p>
            <a:pPr lvl="1"/>
            <a:r>
              <a:rPr lang="en-US" dirty="0"/>
              <a:t>Use the natural line continuation characters</a:t>
            </a:r>
          </a:p>
          <a:p>
            <a:pPr lvl="1"/>
            <a:r>
              <a:rPr lang="en-US" dirty="0"/>
              <a:t>Use splatting</a:t>
            </a:r>
          </a:p>
          <a:p>
            <a:pPr lvl="1"/>
            <a:r>
              <a:rPr lang="en-US" dirty="0"/>
              <a:t>Use the Join operator</a:t>
            </a:r>
          </a:p>
          <a:p>
            <a:r>
              <a:rPr lang="en-US" dirty="0"/>
              <a:t>Use switch statements rather than complex if/elseif/else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/>
              <a:t>See </a:t>
            </a:r>
            <a:r>
              <a:rPr lang="en-US">
                <a:hlinkClick r:id="rId2"/>
              </a:rPr>
              <a:t>The </a:t>
            </a:r>
            <a:r>
              <a:rPr lang="en-US" dirty="0">
                <a:hlinkClick r:id="rId2"/>
              </a:rPr>
              <a:t>Unofficial PowerShell Best Practices and Style Guide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8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7E036-0A25-625B-EE1C-B6156EE5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Comment-based help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935AF-2030-30C7-6B03-DA712D534E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Why?</a:t>
            </a:r>
          </a:p>
          <a:p>
            <a:r>
              <a:rPr lang="en-US" dirty="0"/>
              <a:t>Quick overview of Help system</a:t>
            </a:r>
          </a:p>
          <a:p>
            <a:r>
              <a:rPr lang="en-US" dirty="0"/>
              <a:t>Syntax and pitfalls</a:t>
            </a:r>
          </a:p>
          <a:p>
            <a:pPr lvl="1"/>
            <a:r>
              <a:rPr lang="en-US" dirty="0"/>
              <a:t>location in code</a:t>
            </a:r>
          </a:p>
          <a:p>
            <a:pPr lvl="1"/>
            <a:r>
              <a:rPr lang="en-US" dirty="0"/>
              <a:t>comment styling - `#` vs `&lt;# #&gt;`</a:t>
            </a:r>
          </a:p>
          <a:p>
            <a:pPr lvl="1"/>
            <a:r>
              <a:rPr lang="en-US" dirty="0"/>
              <a:t>markup and formatting</a:t>
            </a:r>
          </a:p>
          <a:p>
            <a:pPr lvl="1"/>
            <a:r>
              <a:rPr lang="en-US" dirty="0"/>
              <a:t>Singletons, multiline, single instance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A9585-AE23-5BBD-FA97-6E891F4554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1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48F2A-2DCB-C25B-0F1A-E8D6A8FE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036A8-9D29-34A2-C562-9A628570D5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dirty="0"/>
              <a:t>Structure</a:t>
            </a:r>
          </a:p>
          <a:p>
            <a:r>
              <a:rPr lang="en-US" dirty="0"/>
              <a:t>Module manifest</a:t>
            </a:r>
          </a:p>
          <a:p>
            <a:r>
              <a:rPr lang="en-US" dirty="0"/>
              <a:t>Public vs private functions</a:t>
            </a:r>
          </a:p>
          <a:p>
            <a:r>
              <a:rPr lang="en-US" dirty="0"/>
              <a:t>Monolithic vs multiple files</a:t>
            </a:r>
          </a:p>
          <a:p>
            <a:r>
              <a:rPr lang="en-US" dirty="0"/>
              <a:t>Templating (Plaster or Stucco)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E1A49-0A0C-5E12-85D1-5B8B04C9F5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Other resources</a:t>
            </a:r>
          </a:p>
          <a:p>
            <a:r>
              <a:rPr lang="en-US" dirty="0"/>
              <a:t>Help file</a:t>
            </a:r>
          </a:p>
          <a:p>
            <a:r>
              <a:rPr lang="en-US" dirty="0"/>
              <a:t>Format files (intermediate)</a:t>
            </a:r>
          </a:p>
          <a:p>
            <a:r>
              <a:rPr lang="en-US" dirty="0"/>
              <a:t>Type files (advanced)</a:t>
            </a:r>
          </a:p>
          <a:p>
            <a:r>
              <a:rPr lang="en-US" dirty="0"/>
              <a:t>Other data files (as needed)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391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CD7C718-ECF3-5322-8D29-DBB70D2C0E5C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7D85AB-BAA7-B2F8-421E-E51B3F6C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Command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F9543-A2FA-1358-5947-E324E44DB7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Commands are single purpose</a:t>
            </a:r>
          </a:p>
          <a:p>
            <a:pPr lvl="1"/>
            <a:r>
              <a:rPr lang="en-US" dirty="0"/>
              <a:t>CRUD operations</a:t>
            </a:r>
          </a:p>
          <a:p>
            <a:r>
              <a:rPr lang="en-US" dirty="0"/>
              <a:t>Use approved verbs and consistent nouns</a:t>
            </a:r>
          </a:p>
          <a:p>
            <a:pPr lvl="1"/>
            <a:r>
              <a:rPr lang="en-US" dirty="0"/>
              <a:t>New/Get/Set/Update/Remove/Add</a:t>
            </a:r>
          </a:p>
          <a:p>
            <a:r>
              <a:rPr lang="en-US" dirty="0"/>
              <a:t>Parameter naming for the pipeline</a:t>
            </a:r>
          </a:p>
          <a:p>
            <a:r>
              <a:rPr lang="en-US" dirty="0"/>
              <a:t>Error handling</a:t>
            </a:r>
          </a:p>
          <a:p>
            <a:pPr lvl="1"/>
            <a:r>
              <a:rPr lang="en-US" dirty="0"/>
              <a:t>Write-Error vs throw</a:t>
            </a:r>
          </a:p>
          <a:p>
            <a:pPr lvl="1"/>
            <a:r>
              <a:rPr lang="en-US" dirty="0"/>
              <a:t>Try/catch/finally</a:t>
            </a:r>
          </a:p>
          <a:p>
            <a:pPr lvl="1"/>
            <a:r>
              <a:rPr lang="en-US" dirty="0"/>
              <a:t>$</a:t>
            </a:r>
            <a:r>
              <a:rPr lang="en-US" dirty="0" err="1"/>
              <a:t>ErrorActionPreference</a:t>
            </a:r>
            <a:endParaRPr lang="en-US" dirty="0"/>
          </a:p>
          <a:p>
            <a:pPr lvl="1"/>
            <a:r>
              <a:rPr lang="en-US" dirty="0" err="1"/>
              <a:t>ShouldProcess</a:t>
            </a:r>
            <a:r>
              <a:rPr lang="en-US" dirty="0"/>
              <a:t> - </a:t>
            </a:r>
            <a:r>
              <a:rPr lang="en-US" dirty="0" err="1"/>
              <a:t>WhatIf</a:t>
            </a:r>
            <a:r>
              <a:rPr lang="en-US" dirty="0"/>
              <a:t>/Confirm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032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F250F58-E66F-1045-C408-FB0997AA20B4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5AE15E-92D5-F5FD-E86F-4C935D5C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Publishing modules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4ABA0-2AA9-CBFF-B8B7-65713B0C71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PowerShellGet</a:t>
            </a:r>
            <a:r>
              <a:rPr lang="en-US" dirty="0"/>
              <a:t> vs. PSResourceGet module</a:t>
            </a:r>
          </a:p>
          <a:p>
            <a:r>
              <a:rPr lang="en-US" dirty="0"/>
              <a:t>Publishing to a repository</a:t>
            </a:r>
          </a:p>
          <a:p>
            <a:pPr lvl="1"/>
            <a:r>
              <a:rPr lang="en-US" dirty="0" err="1"/>
              <a:t>PowerShellGallery</a:t>
            </a:r>
            <a:endParaRPr lang="en-US" dirty="0"/>
          </a:p>
          <a:p>
            <a:pPr lvl="1"/>
            <a:r>
              <a:rPr lang="en-US" dirty="0"/>
              <a:t>Private repositories</a:t>
            </a:r>
          </a:p>
        </p:txBody>
      </p:sp>
    </p:spTree>
    <p:extLst>
      <p:ext uri="{BB962C8B-B14F-4D97-AF65-F5344CB8AC3E}">
        <p14:creationId xmlns:p14="http://schemas.microsoft.com/office/powerpoint/2010/main" val="2578128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601B7-0F3F-9B53-A8BE-8C728F7D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coming!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C131E-296D-6802-9DBA-618769F19E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790089D-BB24-DD96-C77B-C4C650546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974" y="2795150"/>
            <a:ext cx="1823997" cy="182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4561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617</Words>
  <Application>Microsoft Office PowerPoint</Application>
  <PresentationFormat>On-screen Show (16:9)</PresentationFormat>
  <Paragraphs>128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Montserrat</vt:lpstr>
      <vt:lpstr>Montserrat Medium</vt:lpstr>
      <vt:lpstr>Arial</vt:lpstr>
      <vt:lpstr>Montserrat SemiBold</vt:lpstr>
      <vt:lpstr>Courier New</vt:lpstr>
      <vt:lpstr>Aptos Display</vt:lpstr>
      <vt:lpstr>Aptos</vt:lpstr>
      <vt:lpstr>Wingdings</vt:lpstr>
      <vt:lpstr>Custom Design</vt:lpstr>
      <vt:lpstr>PowerPoint Presentation</vt:lpstr>
      <vt:lpstr>PowerPoint Presentation</vt:lpstr>
      <vt:lpstr>Sean Wheeler</vt:lpstr>
      <vt:lpstr>Steven Judd</vt:lpstr>
      <vt:lpstr>Goals &amp; Expectations</vt:lpstr>
      <vt:lpstr>PowerShell fundamentals</vt:lpstr>
      <vt:lpstr>Scopes</vt:lpstr>
      <vt:lpstr>Anatomy of a function</vt:lpstr>
      <vt:lpstr>Coding style</vt:lpstr>
      <vt:lpstr>Comment-based help</vt:lpstr>
      <vt:lpstr>Module design</vt:lpstr>
      <vt:lpstr>Command design</vt:lpstr>
      <vt:lpstr>Publishing modules</vt:lpstr>
      <vt:lpstr>Thanks for coming!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Sean Wheeler</cp:lastModifiedBy>
  <cp:revision>3</cp:revision>
  <dcterms:modified xsi:type="dcterms:W3CDTF">2026-07-11T14:28:30Z</dcterms:modified>
</cp:coreProperties>
</file>