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1"/>
  </p:sldMasterIdLst>
  <p:notesMasterIdLst>
    <p:notesMasterId r:id="rId20"/>
  </p:notesMasterIdLst>
  <p:handoutMasterIdLst>
    <p:handoutMasterId r:id="rId21"/>
  </p:handoutMasterIdLst>
  <p:sldIdLst>
    <p:sldId id="258" r:id="rId2"/>
    <p:sldId id="275" r:id="rId3"/>
    <p:sldId id="263" r:id="rId4"/>
    <p:sldId id="264" r:id="rId5"/>
    <p:sldId id="305" r:id="rId6"/>
    <p:sldId id="265" r:id="rId7"/>
    <p:sldId id="289" r:id="rId8"/>
    <p:sldId id="296" r:id="rId9"/>
    <p:sldId id="290" r:id="rId10"/>
    <p:sldId id="299" r:id="rId11"/>
    <p:sldId id="300" r:id="rId12"/>
    <p:sldId id="301" r:id="rId13"/>
    <p:sldId id="297" r:id="rId14"/>
    <p:sldId id="292" r:id="rId15"/>
    <p:sldId id="302" r:id="rId16"/>
    <p:sldId id="294" r:id="rId17"/>
    <p:sldId id="304" r:id="rId18"/>
    <p:sldId id="303" r:id="rId1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>
          <p15:clr>
            <a:srgbClr val="A4A3A4"/>
          </p15:clr>
        </p15:guide>
        <p15:guide id="2" orient="horz" pos="2820">
          <p15:clr>
            <a:srgbClr val="A4A3A4"/>
          </p15:clr>
        </p15:guide>
        <p15:guide id="3" pos="2880">
          <p15:clr>
            <a:srgbClr val="A4A3A4"/>
          </p15:clr>
        </p15:guide>
        <p15:guide id="4" pos="56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CC3300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CDDC"/>
    <a:srgbClr val="35A5C9"/>
    <a:srgbClr val="ED1C5E"/>
    <a:srgbClr val="23B0E6"/>
    <a:srgbClr val="8064A2"/>
    <a:srgbClr val="6179A8"/>
    <a:srgbClr val="5EAFA6"/>
    <a:srgbClr val="5CB565"/>
    <a:srgbClr val="F774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202BD3-AEC3-49E3-8732-94ABEA34B121}" v="47" dt="2026-07-28T16:09:22.1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87" autoAdjust="0"/>
    <p:restoredTop sz="87600" autoAdjust="0"/>
  </p:normalViewPr>
  <p:slideViewPr>
    <p:cSldViewPr>
      <p:cViewPr varScale="1">
        <p:scale>
          <a:sx n="106" d="100"/>
          <a:sy n="106" d="100"/>
        </p:scale>
        <p:origin x="80" y="268"/>
      </p:cViewPr>
      <p:guideLst>
        <p:guide orient="horz" pos="708"/>
        <p:guide orient="horz" pos="2820"/>
        <p:guide pos="2880"/>
        <p:guide pos="56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2155" y="8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an Wheeler" userId="3e7f51299f225c99" providerId="LiveId" clId="{731068E6-5077-4FB3-869C-4E68B251A54E}"/>
    <pc:docChg chg="undo custSel addSld delSld modSld sldOrd modNotesMaster">
      <pc:chgData name="Sean Wheeler" userId="3e7f51299f225c99" providerId="LiveId" clId="{731068E6-5077-4FB3-869C-4E68B251A54E}" dt="2026-07-28T16:09:16.792" v="2259"/>
      <pc:docMkLst>
        <pc:docMk/>
      </pc:docMkLst>
      <pc:sldChg chg="addSp modSp mod modNotes">
        <pc:chgData name="Sean Wheeler" userId="3e7f51299f225c99" providerId="LiveId" clId="{731068E6-5077-4FB3-869C-4E68B251A54E}" dt="2026-07-28T14:41:04.339" v="1188" actId="26606"/>
        <pc:sldMkLst>
          <pc:docMk/>
          <pc:sldMk cId="405188728" sldId="258"/>
        </pc:sldMkLst>
        <pc:spChg chg="add mod">
          <ac:chgData name="Sean Wheeler" userId="3e7f51299f225c99" providerId="LiveId" clId="{731068E6-5077-4FB3-869C-4E68B251A54E}" dt="2026-07-11T14:32:02.696" v="53" actId="6549"/>
          <ac:spMkLst>
            <pc:docMk/>
            <pc:sldMk cId="405188728" sldId="258"/>
            <ac:spMk id="3" creationId="{F0EAB9F5-3016-1666-E043-C4A2324720C8}"/>
          </ac:spMkLst>
        </pc:spChg>
        <pc:spChg chg="add mod">
          <ac:chgData name="Sean Wheeler" userId="3e7f51299f225c99" providerId="LiveId" clId="{731068E6-5077-4FB3-869C-4E68B251A54E}" dt="2026-07-11T14:41:03.974" v="171" actId="207"/>
          <ac:spMkLst>
            <pc:docMk/>
            <pc:sldMk cId="405188728" sldId="258"/>
            <ac:spMk id="5" creationId="{7458DB5E-DF8A-A42F-ABCD-23FC941977BC}"/>
          </ac:spMkLst>
        </pc:spChg>
        <pc:spChg chg="mod">
          <ac:chgData name="Sean Wheeler" userId="3e7f51299f225c99" providerId="LiveId" clId="{731068E6-5077-4FB3-869C-4E68B251A54E}" dt="2026-07-11T14:41:03.974" v="171" actId="207"/>
          <ac:spMkLst>
            <pc:docMk/>
            <pc:sldMk cId="405188728" sldId="258"/>
            <ac:spMk id="6" creationId="{00000000-0000-0000-0000-000000000000}"/>
          </ac:spMkLst>
        </pc:spChg>
        <pc:spChg chg="mod">
          <ac:chgData name="Sean Wheeler" userId="3e7f51299f225c99" providerId="LiveId" clId="{731068E6-5077-4FB3-869C-4E68B251A54E}" dt="2026-07-11T14:38:10.678" v="155" actId="122"/>
          <ac:spMkLst>
            <pc:docMk/>
            <pc:sldMk cId="405188728" sldId="258"/>
            <ac:spMk id="7" creationId="{00000000-0000-0000-0000-000000000000}"/>
          </ac:spMkLst>
        </pc:spChg>
        <pc:spChg chg="mod">
          <ac:chgData name="Sean Wheeler" userId="3e7f51299f225c99" providerId="LiveId" clId="{731068E6-5077-4FB3-869C-4E68B251A54E}" dt="2026-07-11T14:31:18.823" v="42" actId="1035"/>
          <ac:spMkLst>
            <pc:docMk/>
            <pc:sldMk cId="405188728" sldId="258"/>
            <ac:spMk id="8" creationId="{00000000-0000-0000-0000-000000000000}"/>
          </ac:spMkLst>
        </pc:spChg>
      </pc:sldChg>
      <pc:sldChg chg="del">
        <pc:chgData name="Sean Wheeler" userId="3e7f51299f225c99" providerId="LiveId" clId="{731068E6-5077-4FB3-869C-4E68B251A54E}" dt="2026-07-28T15:25:04.372" v="1479" actId="47"/>
        <pc:sldMkLst>
          <pc:docMk/>
          <pc:sldMk cId="686017744" sldId="259"/>
        </pc:sldMkLst>
      </pc:sldChg>
      <pc:sldChg chg="del">
        <pc:chgData name="Sean Wheeler" userId="3e7f51299f225c99" providerId="LiveId" clId="{731068E6-5077-4FB3-869C-4E68B251A54E}" dt="2026-07-28T15:25:15.659" v="1481" actId="47"/>
        <pc:sldMkLst>
          <pc:docMk/>
          <pc:sldMk cId="1725214394" sldId="261"/>
        </pc:sldMkLst>
      </pc:sldChg>
      <pc:sldChg chg="del ord">
        <pc:chgData name="Sean Wheeler" userId="3e7f51299f225c99" providerId="LiveId" clId="{731068E6-5077-4FB3-869C-4E68B251A54E}" dt="2026-07-28T15:25:17.771" v="1482" actId="47"/>
        <pc:sldMkLst>
          <pc:docMk/>
          <pc:sldMk cId="1281067068" sldId="262"/>
        </pc:sldMkLst>
      </pc:sldChg>
      <pc:sldChg chg="addSp delSp modSp new mod">
        <pc:chgData name="Sean Wheeler" userId="3e7f51299f225c99" providerId="LiveId" clId="{731068E6-5077-4FB3-869C-4E68B251A54E}" dt="2026-07-11T14:45:30.840" v="197" actId="404"/>
        <pc:sldMkLst>
          <pc:docMk/>
          <pc:sldMk cId="4291677510" sldId="263"/>
        </pc:sldMkLst>
        <pc:spChg chg="add mod">
          <ac:chgData name="Sean Wheeler" userId="3e7f51299f225c99" providerId="LiveId" clId="{731068E6-5077-4FB3-869C-4E68B251A54E}" dt="2026-07-11T14:44:18.866" v="188" actId="14100"/>
          <ac:spMkLst>
            <pc:docMk/>
            <pc:sldMk cId="4291677510" sldId="263"/>
            <ac:spMk id="11" creationId="{646CD89D-9AD0-61F3-B8F4-6A69B0655D4B}"/>
          </ac:spMkLst>
        </pc:spChg>
        <pc:spChg chg="add mod">
          <ac:chgData name="Sean Wheeler" userId="3e7f51299f225c99" providerId="LiveId" clId="{731068E6-5077-4FB3-869C-4E68B251A54E}" dt="2026-07-11T14:44:30.099" v="190" actId="14100"/>
          <ac:spMkLst>
            <pc:docMk/>
            <pc:sldMk cId="4291677510" sldId="263"/>
            <ac:spMk id="12" creationId="{68A7E6BB-9B69-B487-789A-C283499CCA1C}"/>
          </ac:spMkLst>
        </pc:spChg>
        <pc:spChg chg="add mod ord">
          <ac:chgData name="Sean Wheeler" userId="3e7f51299f225c99" providerId="LiveId" clId="{731068E6-5077-4FB3-869C-4E68B251A54E}" dt="2026-07-11T14:44:02.007" v="186" actId="1076"/>
          <ac:spMkLst>
            <pc:docMk/>
            <pc:sldMk cId="4291677510" sldId="263"/>
            <ac:spMk id="13" creationId="{AF689226-2C93-E0FB-48C8-895A1B6B43C1}"/>
          </ac:spMkLst>
        </pc:spChg>
        <pc:spChg chg="add mod">
          <ac:chgData name="Sean Wheeler" userId="3e7f51299f225c99" providerId="LiveId" clId="{731068E6-5077-4FB3-869C-4E68B251A54E}" dt="2026-07-11T14:45:30.840" v="197" actId="404"/>
          <ac:spMkLst>
            <pc:docMk/>
            <pc:sldMk cId="4291677510" sldId="263"/>
            <ac:spMk id="14" creationId="{5AAEE904-6470-F578-4894-15DD97786DCA}"/>
          </ac:spMkLst>
        </pc:spChg>
        <pc:picChg chg="add mod">
          <ac:chgData name="Sean Wheeler" userId="3e7f51299f225c99" providerId="LiveId" clId="{731068E6-5077-4FB3-869C-4E68B251A54E}" dt="2026-07-11T14:44:02.007" v="186" actId="1076"/>
          <ac:picMkLst>
            <pc:docMk/>
            <pc:sldMk cId="4291677510" sldId="263"/>
            <ac:picMk id="10" creationId="{3C06FDFB-EA1B-3DA8-1577-8BECAF4A7CDA}"/>
          </ac:picMkLst>
        </pc:picChg>
        <pc:picChg chg="add mod">
          <ac:chgData name="Sean Wheeler" userId="3e7f51299f225c99" providerId="LiveId" clId="{731068E6-5077-4FB3-869C-4E68B251A54E}" dt="2026-07-11T14:44:48.557" v="191" actId="1076"/>
          <ac:picMkLst>
            <pc:docMk/>
            <pc:sldMk cId="4291677510" sldId="263"/>
            <ac:picMk id="15" creationId="{5FC7EE1F-0D11-AF34-6EE2-0BFC3D99E37C}"/>
          </ac:picMkLst>
        </pc:picChg>
      </pc:sldChg>
      <pc:sldChg chg="addSp delSp modSp add mod">
        <pc:chgData name="Sean Wheeler" userId="3e7f51299f225c99" providerId="LiveId" clId="{731068E6-5077-4FB3-869C-4E68B251A54E}" dt="2026-07-11T15:03:06.853" v="353" actId="20577"/>
        <pc:sldMkLst>
          <pc:docMk/>
          <pc:sldMk cId="1771943382" sldId="264"/>
        </pc:sldMkLst>
        <pc:spChg chg="mod">
          <ac:chgData name="Sean Wheeler" userId="3e7f51299f225c99" providerId="LiveId" clId="{731068E6-5077-4FB3-869C-4E68B251A54E}" dt="2026-07-11T15:03:06.853" v="353" actId="20577"/>
          <ac:spMkLst>
            <pc:docMk/>
            <pc:sldMk cId="1771943382" sldId="264"/>
            <ac:spMk id="11" creationId="{45A1B96C-2AFE-3EE1-33C0-95147BC98FA7}"/>
          </ac:spMkLst>
        </pc:spChg>
        <pc:spChg chg="mod">
          <ac:chgData name="Sean Wheeler" userId="3e7f51299f225c99" providerId="LiveId" clId="{731068E6-5077-4FB3-869C-4E68B251A54E}" dt="2026-07-11T14:47:05.385" v="243" actId="20577"/>
          <ac:spMkLst>
            <pc:docMk/>
            <pc:sldMk cId="1771943382" sldId="264"/>
            <ac:spMk id="12" creationId="{98716470-F9B0-5D22-0364-7BA7DAF2CD5C}"/>
          </ac:spMkLst>
        </pc:spChg>
        <pc:spChg chg="mod">
          <ac:chgData name="Sean Wheeler" userId="3e7f51299f225c99" providerId="LiveId" clId="{731068E6-5077-4FB3-869C-4E68B251A54E}" dt="2026-07-11T14:47:34.617" v="250" actId="404"/>
          <ac:spMkLst>
            <pc:docMk/>
            <pc:sldMk cId="1771943382" sldId="264"/>
            <ac:spMk id="14" creationId="{4586781D-AAF5-4F26-0A47-02D3CA92B8EF}"/>
          </ac:spMkLst>
        </pc:spChg>
        <pc:picChg chg="add mod">
          <ac:chgData name="Sean Wheeler" userId="3e7f51299f225c99" providerId="LiveId" clId="{731068E6-5077-4FB3-869C-4E68B251A54E}" dt="2026-07-11T14:59:16.960" v="342" actId="1076"/>
          <ac:picMkLst>
            <pc:docMk/>
            <pc:sldMk cId="1771943382" sldId="264"/>
            <ac:picMk id="2" creationId="{B1E567D5-B87D-5030-A73D-A129DF21C122}"/>
          </ac:picMkLst>
        </pc:picChg>
        <pc:picChg chg="add mod">
          <ac:chgData name="Sean Wheeler" userId="3e7f51299f225c99" providerId="LiveId" clId="{731068E6-5077-4FB3-869C-4E68B251A54E}" dt="2026-07-11T14:47:55.251" v="253" actId="1076"/>
          <ac:picMkLst>
            <pc:docMk/>
            <pc:sldMk cId="1771943382" sldId="264"/>
            <ac:picMk id="4" creationId="{5A9EAF4E-C07D-28EC-23B5-BEF4B5415705}"/>
          </ac:picMkLst>
        </pc:picChg>
      </pc:sldChg>
      <pc:sldChg chg="addSp delSp modSp add mod">
        <pc:chgData name="Sean Wheeler" userId="3e7f51299f225c99" providerId="LiveId" clId="{731068E6-5077-4FB3-869C-4E68B251A54E}" dt="2026-07-28T15:41:05.145" v="1873" actId="20577"/>
        <pc:sldMkLst>
          <pc:docMk/>
          <pc:sldMk cId="1331626352" sldId="265"/>
        </pc:sldMkLst>
        <pc:spChg chg="mod">
          <ac:chgData name="Sean Wheeler" userId="3e7f51299f225c99" providerId="LiveId" clId="{731068E6-5077-4FB3-869C-4E68B251A54E}" dt="2026-07-28T15:27:35.720" v="1499" actId="20577"/>
          <ac:spMkLst>
            <pc:docMk/>
            <pc:sldMk cId="1331626352" sldId="265"/>
            <ac:spMk id="2" creationId="{2CFBAFE7-2526-CA86-894C-93A451EFE0C5}"/>
          </ac:spMkLst>
        </pc:spChg>
        <pc:spChg chg="add">
          <ac:chgData name="Sean Wheeler" userId="3e7f51299f225c99" providerId="LiveId" clId="{731068E6-5077-4FB3-869C-4E68B251A54E}" dt="2026-07-28T15:34:29.310" v="1854" actId="26606"/>
          <ac:spMkLst>
            <pc:docMk/>
            <pc:sldMk cId="1331626352" sldId="265"/>
            <ac:spMk id="4" creationId="{00000000-0000-0000-0000-000000000000}"/>
          </ac:spMkLst>
        </pc:spChg>
        <pc:spChg chg="mod">
          <ac:chgData name="Sean Wheeler" userId="3e7f51299f225c99" providerId="LiveId" clId="{731068E6-5077-4FB3-869C-4E68B251A54E}" dt="2026-07-28T15:36:28.608" v="1857" actId="26606"/>
          <ac:spMkLst>
            <pc:docMk/>
            <pc:sldMk cId="1331626352" sldId="265"/>
            <ac:spMk id="5" creationId="{00000000-0000-0000-0000-000000000000}"/>
          </ac:spMkLst>
        </pc:spChg>
        <pc:spChg chg="add mod">
          <ac:chgData name="Sean Wheeler" userId="3e7f51299f225c99" providerId="LiveId" clId="{731068E6-5077-4FB3-869C-4E68B251A54E}" dt="2026-07-28T15:36:28.608" v="1857" actId="26606"/>
          <ac:spMkLst>
            <pc:docMk/>
            <pc:sldMk cId="1331626352" sldId="265"/>
            <ac:spMk id="6" creationId="{00000000-0000-0000-0000-000000000000}"/>
          </ac:spMkLst>
        </pc:spChg>
        <pc:spChg chg="mod">
          <ac:chgData name="Sean Wheeler" userId="3e7f51299f225c99" providerId="LiveId" clId="{731068E6-5077-4FB3-869C-4E68B251A54E}" dt="2026-07-28T15:36:28.608" v="1857" actId="26606"/>
          <ac:spMkLst>
            <pc:docMk/>
            <pc:sldMk cId="1331626352" sldId="265"/>
            <ac:spMk id="9" creationId="{00000000-0000-0000-0000-000000000000}"/>
          </ac:spMkLst>
        </pc:spChg>
        <pc:spChg chg="add mod">
          <ac:chgData name="Sean Wheeler" userId="3e7f51299f225c99" providerId="LiveId" clId="{731068E6-5077-4FB3-869C-4E68B251A54E}" dt="2026-07-28T15:35:36.972" v="1856" actId="26606"/>
          <ac:spMkLst>
            <pc:docMk/>
            <pc:sldMk cId="1331626352" sldId="265"/>
            <ac:spMk id="10" creationId="{00000000-0000-0000-0000-000000000000}"/>
          </ac:spMkLst>
        </pc:spChg>
        <pc:spChg chg="add">
          <ac:chgData name="Sean Wheeler" userId="3e7f51299f225c99" providerId="LiveId" clId="{731068E6-5077-4FB3-869C-4E68B251A54E}" dt="2026-07-28T15:34:29.310" v="1854" actId="26606"/>
          <ac:spMkLst>
            <pc:docMk/>
            <pc:sldMk cId="1331626352" sldId="265"/>
            <ac:spMk id="11" creationId="{00000000-0000-0000-0000-000000000000}"/>
          </ac:spMkLst>
        </pc:spChg>
        <pc:spChg chg="mod">
          <ac:chgData name="Sean Wheeler" userId="3e7f51299f225c99" providerId="LiveId" clId="{731068E6-5077-4FB3-869C-4E68B251A54E}" dt="2026-07-28T15:36:28.608" v="1857" actId="26606"/>
          <ac:spMkLst>
            <pc:docMk/>
            <pc:sldMk cId="1331626352" sldId="265"/>
            <ac:spMk id="12" creationId="{00000000-0000-0000-0000-000000000000}"/>
          </ac:spMkLst>
        </pc:spChg>
        <pc:spChg chg="add mod">
          <ac:chgData name="Sean Wheeler" userId="3e7f51299f225c99" providerId="LiveId" clId="{731068E6-5077-4FB3-869C-4E68B251A54E}" dt="2026-07-28T15:35:36.972" v="1856" actId="26606"/>
          <ac:spMkLst>
            <pc:docMk/>
            <pc:sldMk cId="1331626352" sldId="265"/>
            <ac:spMk id="13" creationId="{00000000-0000-0000-0000-000000000000}"/>
          </ac:spMkLst>
        </pc:spChg>
        <pc:spChg chg="add mod">
          <ac:chgData name="Sean Wheeler" userId="3e7f51299f225c99" providerId="LiveId" clId="{731068E6-5077-4FB3-869C-4E68B251A54E}" dt="2026-07-28T15:35:36.972" v="1856" actId="26606"/>
          <ac:spMkLst>
            <pc:docMk/>
            <pc:sldMk cId="1331626352" sldId="265"/>
            <ac:spMk id="14" creationId="{00000000-0000-0000-0000-000000000000}"/>
          </ac:spMkLst>
        </pc:spChg>
        <pc:spChg chg="mod">
          <ac:chgData name="Sean Wheeler" userId="3e7f51299f225c99" providerId="LiveId" clId="{731068E6-5077-4FB3-869C-4E68B251A54E}" dt="2026-07-28T15:36:28.608" v="1857" actId="26606"/>
          <ac:spMkLst>
            <pc:docMk/>
            <pc:sldMk cId="1331626352" sldId="265"/>
            <ac:spMk id="15" creationId="{00000000-0000-0000-0000-000000000000}"/>
          </ac:spMkLst>
        </pc:spChg>
        <pc:spChg chg="mod">
          <ac:chgData name="Sean Wheeler" userId="3e7f51299f225c99" providerId="LiveId" clId="{731068E6-5077-4FB3-869C-4E68B251A54E}" dt="2026-07-28T15:36:28.608" v="1857" actId="26606"/>
          <ac:spMkLst>
            <pc:docMk/>
            <pc:sldMk cId="1331626352" sldId="265"/>
            <ac:spMk id="17" creationId="{00000000-0000-0000-0000-000000000000}"/>
          </ac:spMkLst>
        </pc:spChg>
        <pc:spChg chg="mod">
          <ac:chgData name="Sean Wheeler" userId="3e7f51299f225c99" providerId="LiveId" clId="{731068E6-5077-4FB3-869C-4E68B251A54E}" dt="2026-07-28T15:36:28.608" v="1857" actId="26606"/>
          <ac:spMkLst>
            <pc:docMk/>
            <pc:sldMk cId="1331626352" sldId="265"/>
            <ac:spMk id="18" creationId="{00000000-0000-0000-0000-000000000000}"/>
          </ac:spMkLst>
        </pc:spChg>
        <pc:spChg chg="mod">
          <ac:chgData name="Sean Wheeler" userId="3e7f51299f225c99" providerId="LiveId" clId="{731068E6-5077-4FB3-869C-4E68B251A54E}" dt="2026-07-28T15:36:28.608" v="1857" actId="26606"/>
          <ac:spMkLst>
            <pc:docMk/>
            <pc:sldMk cId="1331626352" sldId="265"/>
            <ac:spMk id="19" creationId="{00000000-0000-0000-0000-000000000000}"/>
          </ac:spMkLst>
        </pc:spChg>
        <pc:spChg chg="mod">
          <ac:chgData name="Sean Wheeler" userId="3e7f51299f225c99" providerId="LiveId" clId="{731068E6-5077-4FB3-869C-4E68B251A54E}" dt="2026-07-28T15:36:28.608" v="1857" actId="26606"/>
          <ac:spMkLst>
            <pc:docMk/>
            <pc:sldMk cId="1331626352" sldId="265"/>
            <ac:spMk id="20" creationId="{00000000-0000-0000-0000-000000000000}"/>
          </ac:spMkLst>
        </pc:spChg>
        <pc:spChg chg="mod">
          <ac:chgData name="Sean Wheeler" userId="3e7f51299f225c99" providerId="LiveId" clId="{731068E6-5077-4FB3-869C-4E68B251A54E}" dt="2026-07-28T15:35:36.972" v="1856" actId="26606"/>
          <ac:spMkLst>
            <pc:docMk/>
            <pc:sldMk cId="1331626352" sldId="265"/>
            <ac:spMk id="21" creationId="{00000000-0000-0000-0000-000000000000}"/>
          </ac:spMkLst>
        </pc:spChg>
        <pc:spChg chg="mod">
          <ac:chgData name="Sean Wheeler" userId="3e7f51299f225c99" providerId="LiveId" clId="{731068E6-5077-4FB3-869C-4E68B251A54E}" dt="2026-07-28T15:36:28.608" v="1857" actId="26606"/>
          <ac:spMkLst>
            <pc:docMk/>
            <pc:sldMk cId="1331626352" sldId="265"/>
            <ac:spMk id="22" creationId="{00000000-0000-0000-0000-000000000000}"/>
          </ac:spMkLst>
        </pc:spChg>
        <pc:spChg chg="mod">
          <ac:chgData name="Sean Wheeler" userId="3e7f51299f225c99" providerId="LiveId" clId="{731068E6-5077-4FB3-869C-4E68B251A54E}" dt="2026-07-28T15:39:30.788" v="1861" actId="207"/>
          <ac:spMkLst>
            <pc:docMk/>
            <pc:sldMk cId="1331626352" sldId="265"/>
            <ac:spMk id="23" creationId="{00000000-0000-0000-0000-000000000000}"/>
          </ac:spMkLst>
        </pc:spChg>
        <pc:spChg chg="mod">
          <ac:chgData name="Sean Wheeler" userId="3e7f51299f225c99" providerId="LiveId" clId="{731068E6-5077-4FB3-869C-4E68B251A54E}" dt="2026-07-28T15:35:02.783" v="1855" actId="26606"/>
          <ac:spMkLst>
            <pc:docMk/>
            <pc:sldMk cId="1331626352" sldId="265"/>
            <ac:spMk id="24" creationId="{00000000-0000-0000-0000-000000000000}"/>
          </ac:spMkLst>
        </pc:spChg>
        <pc:spChg chg="mod">
          <ac:chgData name="Sean Wheeler" userId="3e7f51299f225c99" providerId="LiveId" clId="{731068E6-5077-4FB3-869C-4E68B251A54E}" dt="2026-07-28T15:35:02.783" v="1855" actId="26606"/>
          <ac:spMkLst>
            <pc:docMk/>
            <pc:sldMk cId="1331626352" sldId="265"/>
            <ac:spMk id="25" creationId="{00000000-0000-0000-0000-000000000000}"/>
          </ac:spMkLst>
        </pc:spChg>
        <pc:spChg chg="add mod">
          <ac:chgData name="Sean Wheeler" userId="3e7f51299f225c99" providerId="LiveId" clId="{731068E6-5077-4FB3-869C-4E68B251A54E}" dt="2026-07-28T15:39:57.243" v="1863" actId="113"/>
          <ac:spMkLst>
            <pc:docMk/>
            <pc:sldMk cId="1331626352" sldId="265"/>
            <ac:spMk id="26" creationId="{00000000-0000-0000-0000-000000000000}"/>
          </ac:spMkLst>
        </pc:spChg>
        <pc:spChg chg="mod">
          <ac:chgData name="Sean Wheeler" userId="3e7f51299f225c99" providerId="LiveId" clId="{731068E6-5077-4FB3-869C-4E68B251A54E}" dt="2026-07-28T15:35:02.783" v="1855" actId="26606"/>
          <ac:spMkLst>
            <pc:docMk/>
            <pc:sldMk cId="1331626352" sldId="265"/>
            <ac:spMk id="27" creationId="{00000000-0000-0000-0000-000000000000}"/>
          </ac:spMkLst>
        </pc:spChg>
        <pc:spChg chg="mod">
          <ac:chgData name="Sean Wheeler" userId="3e7f51299f225c99" providerId="LiveId" clId="{731068E6-5077-4FB3-869C-4E68B251A54E}" dt="2026-07-28T15:40:37.919" v="1868" actId="20577"/>
          <ac:spMkLst>
            <pc:docMk/>
            <pc:sldMk cId="1331626352" sldId="265"/>
            <ac:spMk id="28" creationId="{00000000-0000-0000-0000-000000000000}"/>
          </ac:spMkLst>
        </pc:spChg>
        <pc:spChg chg="mod">
          <ac:chgData name="Sean Wheeler" userId="3e7f51299f225c99" providerId="LiveId" clId="{731068E6-5077-4FB3-869C-4E68B251A54E}" dt="2026-07-28T15:40:50.762" v="1871" actId="1036"/>
          <ac:spMkLst>
            <pc:docMk/>
            <pc:sldMk cId="1331626352" sldId="265"/>
            <ac:spMk id="29" creationId="{00000000-0000-0000-0000-000000000000}"/>
          </ac:spMkLst>
        </pc:spChg>
        <pc:spChg chg="add">
          <ac:chgData name="Sean Wheeler" userId="3e7f51299f225c99" providerId="LiveId" clId="{731068E6-5077-4FB3-869C-4E68B251A54E}" dt="2026-07-28T15:34:29.310" v="1854" actId="26606"/>
          <ac:spMkLst>
            <pc:docMk/>
            <pc:sldMk cId="1331626352" sldId="265"/>
            <ac:spMk id="30" creationId="{00000000-0000-0000-0000-000000000000}"/>
          </ac:spMkLst>
        </pc:spChg>
        <pc:spChg chg="mod">
          <ac:chgData name="Sean Wheeler" userId="3e7f51299f225c99" providerId="LiveId" clId="{731068E6-5077-4FB3-869C-4E68B251A54E}" dt="2026-07-28T15:41:05.145" v="1873" actId="20577"/>
          <ac:spMkLst>
            <pc:docMk/>
            <pc:sldMk cId="1331626352" sldId="265"/>
            <ac:spMk id="31" creationId="{00000000-0000-0000-0000-000000000000}"/>
          </ac:spMkLst>
        </pc:spChg>
        <pc:spChg chg="add">
          <ac:chgData name="Sean Wheeler" userId="3e7f51299f225c99" providerId="LiveId" clId="{731068E6-5077-4FB3-869C-4E68B251A54E}" dt="2026-07-28T15:34:29.310" v="1854" actId="26606"/>
          <ac:spMkLst>
            <pc:docMk/>
            <pc:sldMk cId="1331626352" sldId="265"/>
            <ac:spMk id="32" creationId="{00000000-0000-0000-0000-000000000000}"/>
          </ac:spMkLst>
        </pc:spChg>
        <pc:spChg chg="mod">
          <ac:chgData name="Sean Wheeler" userId="3e7f51299f225c99" providerId="LiveId" clId="{731068E6-5077-4FB3-869C-4E68B251A54E}" dt="2026-07-28T15:35:02.783" v="1855" actId="26606"/>
          <ac:spMkLst>
            <pc:docMk/>
            <pc:sldMk cId="1331626352" sldId="265"/>
            <ac:spMk id="33" creationId="{00000000-0000-0000-0000-000000000000}"/>
          </ac:spMkLst>
        </pc:spChg>
        <pc:spChg chg="add mod">
          <ac:chgData name="Sean Wheeler" userId="3e7f51299f225c99" providerId="LiveId" clId="{731068E6-5077-4FB3-869C-4E68B251A54E}" dt="2026-07-28T15:39:57.243" v="1863" actId="113"/>
          <ac:spMkLst>
            <pc:docMk/>
            <pc:sldMk cId="1331626352" sldId="265"/>
            <ac:spMk id="34" creationId="{00000000-0000-0000-0000-000000000000}"/>
          </ac:spMkLst>
        </pc:spChg>
        <pc:spChg chg="add mod replId">
          <ac:chgData name="Sean Wheeler" userId="3e7f51299f225c99" providerId="LiveId" clId="{731068E6-5077-4FB3-869C-4E68B251A54E}" dt="2026-07-28T15:34:29.275" v="1853" actId="26606"/>
          <ac:spMkLst>
            <pc:docMk/>
            <pc:sldMk cId="1331626352" sldId="265"/>
            <ac:spMk id="35" creationId="{991A1954-36E0-2C4C-6677-0AE5624E1BB2}"/>
          </ac:spMkLst>
        </pc:spChg>
        <pc:spChg chg="add mod replId">
          <ac:chgData name="Sean Wheeler" userId="3e7f51299f225c99" providerId="LiveId" clId="{731068E6-5077-4FB3-869C-4E68B251A54E}" dt="2026-07-28T15:34:29.275" v="1853" actId="26606"/>
          <ac:spMkLst>
            <pc:docMk/>
            <pc:sldMk cId="1331626352" sldId="265"/>
            <ac:spMk id="36" creationId="{F13751D4-6769-93ED-79C4-40C3BBA5C5F4}"/>
          </ac:spMkLst>
        </pc:spChg>
      </pc:sldChg>
      <pc:sldChg chg="add del">
        <pc:chgData name="Sean Wheeler" userId="3e7f51299f225c99" providerId="LiveId" clId="{731068E6-5077-4FB3-869C-4E68B251A54E}" dt="2026-07-28T15:24:59.128" v="1478"/>
        <pc:sldMkLst>
          <pc:docMk/>
          <pc:sldMk cId="4088547602" sldId="275"/>
        </pc:sldMkLst>
      </pc:sldChg>
      <pc:sldChg chg="addSp delSp modSp add del mod modClrScheme chgLayout">
        <pc:chgData name="Sean Wheeler" userId="3e7f51299f225c99" providerId="LiveId" clId="{731068E6-5077-4FB3-869C-4E68B251A54E}" dt="2026-07-28T15:43:40.903" v="1895" actId="20577"/>
        <pc:sldMkLst>
          <pc:docMk/>
          <pc:sldMk cId="951770230" sldId="289"/>
        </pc:sldMkLst>
        <pc:spChg chg="mod ord">
          <ac:chgData name="Sean Wheeler" userId="3e7f51299f225c99" providerId="LiveId" clId="{731068E6-5077-4FB3-869C-4E68B251A54E}" dt="2026-07-11T14:50:43.092" v="289" actId="27636"/>
          <ac:spMkLst>
            <pc:docMk/>
            <pc:sldMk cId="951770230" sldId="289"/>
            <ac:spMk id="2" creationId="{12E00FBD-9F34-9F3C-D088-0209DB488539}"/>
          </ac:spMkLst>
        </pc:spChg>
        <pc:spChg chg="del mod ord">
          <ac:chgData name="Sean Wheeler" userId="3e7f51299f225c99" providerId="LiveId" clId="{731068E6-5077-4FB3-869C-4E68B251A54E}" dt="2026-07-28T15:42:29.865" v="1891" actId="12084"/>
          <ac:spMkLst>
            <pc:docMk/>
            <pc:sldMk cId="951770230" sldId="289"/>
            <ac:spMk id="3" creationId="{F2F50E00-7506-F0CE-3022-D15D491CCB1E}"/>
          </ac:spMkLst>
        </pc:spChg>
        <pc:spChg chg="del mod ord">
          <ac:chgData name="Sean Wheeler" userId="3e7f51299f225c99" providerId="LiveId" clId="{731068E6-5077-4FB3-869C-4E68B251A54E}" dt="2026-07-28T15:42:01.046" v="1890" actId="478"/>
          <ac:spMkLst>
            <pc:docMk/>
            <pc:sldMk cId="951770230" sldId="289"/>
            <ac:spMk id="4" creationId="{BC8CBC26-C8D0-1473-A87B-52513F84F44A}"/>
          </ac:spMkLst>
        </pc:spChg>
        <pc:graphicFrameChg chg="add mod modGraphic">
          <ac:chgData name="Sean Wheeler" userId="3e7f51299f225c99" providerId="LiveId" clId="{731068E6-5077-4FB3-869C-4E68B251A54E}" dt="2026-07-28T15:43:40.903" v="1895" actId="20577"/>
          <ac:graphicFrameMkLst>
            <pc:docMk/>
            <pc:sldMk cId="951770230" sldId="289"/>
            <ac:graphicFrameMk id="5" creationId="{A26E7D15-8B19-694C-09B3-7E590E5217BE}"/>
          </ac:graphicFrameMkLst>
        </pc:graphicFrameChg>
      </pc:sldChg>
      <pc:sldChg chg="addSp delSp modSp add del mod modClrScheme chgLayout modNotes">
        <pc:chgData name="Sean Wheeler" userId="3e7f51299f225c99" providerId="LiveId" clId="{731068E6-5077-4FB3-869C-4E68B251A54E}" dt="2026-07-28T14:41:04.339" v="1188" actId="26606"/>
        <pc:sldMkLst>
          <pc:docMk/>
          <pc:sldMk cId="3218458389" sldId="290"/>
        </pc:sldMkLst>
        <pc:spChg chg="add del mod ord">
          <ac:chgData name="Sean Wheeler" userId="3e7f51299f225c99" providerId="LiveId" clId="{731068E6-5077-4FB3-869C-4E68B251A54E}" dt="2026-07-27T14:40:47.523" v="588" actId="26606"/>
          <ac:spMkLst>
            <pc:docMk/>
            <pc:sldMk cId="3218458389" sldId="290"/>
            <ac:spMk id="3" creationId="{7F2E6596-01AD-A2A3-2584-D3AC9117F47C}"/>
          </ac:spMkLst>
        </pc:spChg>
        <pc:spChg chg="add del mod ord replId">
          <ac:chgData name="Sean Wheeler" userId="3e7f51299f225c99" providerId="LiveId" clId="{731068E6-5077-4FB3-869C-4E68B251A54E}" dt="2026-07-27T14:41:42.161" v="589" actId="12084"/>
          <ac:spMkLst>
            <pc:docMk/>
            <pc:sldMk cId="3218458389" sldId="290"/>
            <ac:spMk id="4" creationId="{2B1258DD-15A4-DC46-8D83-EA9DCF8AD3A1}"/>
          </ac:spMkLst>
        </pc:spChg>
        <pc:spChg chg="add del">
          <ac:chgData name="Sean Wheeler" userId="3e7f51299f225c99" providerId="LiveId" clId="{731068E6-5077-4FB3-869C-4E68B251A54E}" dt="2026-07-27T14:40:47.523" v="588" actId="26606"/>
          <ac:spMkLst>
            <pc:docMk/>
            <pc:sldMk cId="3218458389" sldId="290"/>
            <ac:spMk id="5" creationId="{17B41571-4637-4A8B-B13D-107C1B100226}"/>
          </ac:spMkLst>
        </pc:spChg>
        <pc:spChg chg="add del mod">
          <ac:chgData name="Sean Wheeler" userId="3e7f51299f225c99" providerId="LiveId" clId="{731068E6-5077-4FB3-869C-4E68B251A54E}" dt="2026-07-27T14:40:47.523" v="588" actId="26606"/>
          <ac:spMkLst>
            <pc:docMk/>
            <pc:sldMk cId="3218458389" sldId="290"/>
            <ac:spMk id="6" creationId="{E74FC293-FBD2-FE47-A488-B5E99859B52C}"/>
          </ac:spMkLst>
        </pc:spChg>
        <pc:graphicFrameChg chg="add del modGraphic">
          <ac:chgData name="Sean Wheeler" userId="3e7f51299f225c99" providerId="LiveId" clId="{731068E6-5077-4FB3-869C-4E68B251A54E}" dt="2026-07-27T14:40:09.778" v="585" actId="1032"/>
          <ac:graphicFrameMkLst>
            <pc:docMk/>
            <pc:sldMk cId="3218458389" sldId="290"/>
            <ac:graphicFrameMk id="2" creationId="{72629BF7-53D3-94AC-3CF6-0A1A7C67A6F3}"/>
          </ac:graphicFrameMkLst>
        </pc:graphicFrameChg>
        <pc:graphicFrameChg chg="add mod">
          <ac:chgData name="Sean Wheeler" userId="3e7f51299f225c99" providerId="LiveId" clId="{731068E6-5077-4FB3-869C-4E68B251A54E}" dt="2026-07-27T14:42:54.141" v="591" actId="13782"/>
          <ac:graphicFrameMkLst>
            <pc:docMk/>
            <pc:sldMk cId="3218458389" sldId="290"/>
            <ac:graphicFrameMk id="7" creationId="{D39A9431-8BAA-8B7B-82A8-103EFE819A78}"/>
          </ac:graphicFrameMkLst>
        </pc:graphicFrameChg>
        <pc:picChg chg="add del mod">
          <ac:chgData name="Sean Wheeler" userId="3e7f51299f225c99" providerId="LiveId" clId="{731068E6-5077-4FB3-869C-4E68B251A54E}" dt="2026-07-27T14:40:47.523" v="588" actId="26606"/>
          <ac:picMkLst>
            <pc:docMk/>
            <pc:sldMk cId="3218458389" sldId="290"/>
            <ac:picMk id="4" creationId="{7DCCC537-2880-42BB-99F8-BA867361C5E0}"/>
          </ac:picMkLst>
        </pc:picChg>
      </pc:sldChg>
      <pc:sldChg chg="addSp delSp modSp add del mod ord modClrScheme chgLayout">
        <pc:chgData name="Sean Wheeler" userId="3e7f51299f225c99" providerId="LiveId" clId="{731068E6-5077-4FB3-869C-4E68B251A54E}" dt="2026-07-28T14:44:12.264" v="1219" actId="47"/>
        <pc:sldMkLst>
          <pc:docMk/>
          <pc:sldMk cId="168701441" sldId="291"/>
        </pc:sldMkLst>
      </pc:sldChg>
      <pc:sldChg chg="addSp delSp modSp add del mod modClrScheme chgLayout">
        <pc:chgData name="Sean Wheeler" userId="3e7f51299f225c99" providerId="LiveId" clId="{731068E6-5077-4FB3-869C-4E68B251A54E}" dt="2026-07-28T15:23:41.911" v="1475" actId="207"/>
        <pc:sldMkLst>
          <pc:docMk/>
          <pc:sldMk cId="2526391941" sldId="292"/>
        </pc:sldMkLst>
        <pc:spChg chg="mod ord">
          <ac:chgData name="Sean Wheeler" userId="3e7f51299f225c99" providerId="LiveId" clId="{731068E6-5077-4FB3-869C-4E68B251A54E}" dt="2026-07-11T14:54:59.682" v="328" actId="27636"/>
          <ac:spMkLst>
            <pc:docMk/>
            <pc:sldMk cId="2526391941" sldId="292"/>
            <ac:spMk id="2" creationId="{05348F2A-2DCB-C25B-0F1A-E8D6A8FEEAFE}"/>
          </ac:spMkLst>
        </pc:spChg>
        <pc:spChg chg="add">
          <ac:chgData name="Sean Wheeler" userId="3e7f51299f225c99" providerId="LiveId" clId="{731068E6-5077-4FB3-869C-4E68B251A54E}" dt="2026-07-28T15:21:58.319" v="1471" actId="26606"/>
          <ac:spMkLst>
            <pc:docMk/>
            <pc:sldMk cId="2526391941" sldId="292"/>
            <ac:spMk id="8" creationId="{00000000-0000-0000-0000-000000000000}"/>
          </ac:spMkLst>
        </pc:spChg>
        <pc:spChg chg="add">
          <ac:chgData name="Sean Wheeler" userId="3e7f51299f225c99" providerId="LiveId" clId="{731068E6-5077-4FB3-869C-4E68B251A54E}" dt="2026-07-28T15:21:58.319" v="1471" actId="26606"/>
          <ac:spMkLst>
            <pc:docMk/>
            <pc:sldMk cId="2526391941" sldId="292"/>
            <ac:spMk id="10" creationId="{00000000-0000-0000-0000-000000000000}"/>
          </ac:spMkLst>
        </pc:spChg>
        <pc:spChg chg="add">
          <ac:chgData name="Sean Wheeler" userId="3e7f51299f225c99" providerId="LiveId" clId="{731068E6-5077-4FB3-869C-4E68B251A54E}" dt="2026-07-28T15:21:58.319" v="1471" actId="26606"/>
          <ac:spMkLst>
            <pc:docMk/>
            <pc:sldMk cId="2526391941" sldId="292"/>
            <ac:spMk id="11" creationId="{00000000-0000-0000-0000-000000000000}"/>
          </ac:spMkLst>
        </pc:spChg>
        <pc:spChg chg="add mod">
          <ac:chgData name="Sean Wheeler" userId="3e7f51299f225c99" providerId="LiveId" clId="{731068E6-5077-4FB3-869C-4E68B251A54E}" dt="2026-07-28T15:23:16.740" v="1474" actId="207"/>
          <ac:spMkLst>
            <pc:docMk/>
            <pc:sldMk cId="2526391941" sldId="292"/>
            <ac:spMk id="13" creationId="{00000000-0000-0000-0000-000000000000}"/>
          </ac:spMkLst>
        </pc:spChg>
        <pc:spChg chg="add">
          <ac:chgData name="Sean Wheeler" userId="3e7f51299f225c99" providerId="LiveId" clId="{731068E6-5077-4FB3-869C-4E68B251A54E}" dt="2026-07-28T15:21:58.319" v="1471" actId="26606"/>
          <ac:spMkLst>
            <pc:docMk/>
            <pc:sldMk cId="2526391941" sldId="292"/>
            <ac:spMk id="14" creationId="{00000000-0000-0000-0000-000000000000}"/>
          </ac:spMkLst>
        </pc:spChg>
        <pc:spChg chg="add">
          <ac:chgData name="Sean Wheeler" userId="3e7f51299f225c99" providerId="LiveId" clId="{731068E6-5077-4FB3-869C-4E68B251A54E}" dt="2026-07-28T15:21:58.319" v="1471" actId="26606"/>
          <ac:spMkLst>
            <pc:docMk/>
            <pc:sldMk cId="2526391941" sldId="292"/>
            <ac:spMk id="15" creationId="{00000000-0000-0000-0000-000000000000}"/>
          </ac:spMkLst>
        </pc:spChg>
        <pc:spChg chg="mod">
          <ac:chgData name="Sean Wheeler" userId="3e7f51299f225c99" providerId="LiveId" clId="{731068E6-5077-4FB3-869C-4E68B251A54E}" dt="2026-07-28T15:23:41.911" v="1475" actId="207"/>
          <ac:spMkLst>
            <pc:docMk/>
            <pc:sldMk cId="2526391941" sldId="292"/>
            <ac:spMk id="17" creationId="{00000000-0000-0000-0000-000000000000}"/>
          </ac:spMkLst>
        </pc:spChg>
        <pc:spChg chg="mod">
          <ac:chgData name="Sean Wheeler" userId="3e7f51299f225c99" providerId="LiveId" clId="{731068E6-5077-4FB3-869C-4E68B251A54E}" dt="2026-07-28T15:23:41.911" v="1475" actId="207"/>
          <ac:spMkLst>
            <pc:docMk/>
            <pc:sldMk cId="2526391941" sldId="292"/>
            <ac:spMk id="20" creationId="{00000000-0000-0000-0000-000000000000}"/>
          </ac:spMkLst>
        </pc:spChg>
        <pc:spChg chg="add mod">
          <ac:chgData name="Sean Wheeler" userId="3e7f51299f225c99" providerId="LiveId" clId="{731068E6-5077-4FB3-869C-4E68B251A54E}" dt="2026-07-28T15:23:41.911" v="1475" actId="207"/>
          <ac:spMkLst>
            <pc:docMk/>
            <pc:sldMk cId="2526391941" sldId="292"/>
            <ac:spMk id="23" creationId="{00000000-0000-0000-0000-000000000000}"/>
          </ac:spMkLst>
        </pc:spChg>
        <pc:spChg chg="add">
          <ac:chgData name="Sean Wheeler" userId="3e7f51299f225c99" providerId="LiveId" clId="{731068E6-5077-4FB3-869C-4E68B251A54E}" dt="2026-07-28T15:21:58.319" v="1471" actId="26606"/>
          <ac:spMkLst>
            <pc:docMk/>
            <pc:sldMk cId="2526391941" sldId="292"/>
            <ac:spMk id="25" creationId="{00000000-0000-0000-0000-000000000000}"/>
          </ac:spMkLst>
        </pc:spChg>
        <pc:spChg chg="mod">
          <ac:chgData name="Sean Wheeler" userId="3e7f51299f225c99" providerId="LiveId" clId="{731068E6-5077-4FB3-869C-4E68B251A54E}" dt="2026-07-28T15:23:41.911" v="1475" actId="207"/>
          <ac:spMkLst>
            <pc:docMk/>
            <pc:sldMk cId="2526391941" sldId="292"/>
            <ac:spMk id="26" creationId="{00000000-0000-0000-0000-000000000000}"/>
          </ac:spMkLst>
        </pc:spChg>
        <pc:spChg chg="del mod ord replId">
          <ac:chgData name="Sean Wheeler" userId="3e7f51299f225c99" providerId="LiveId" clId="{731068E6-5077-4FB3-869C-4E68B251A54E}" dt="2026-07-28T15:21:58.319" v="1471" actId="26606"/>
          <ac:spMkLst>
            <pc:docMk/>
            <pc:sldMk cId="2526391941" sldId="292"/>
            <ac:spMk id="27" creationId="{4D3036A8-9D29-34A2-C562-9A628570D533}"/>
          </ac:spMkLst>
        </pc:spChg>
        <pc:spChg chg="del mod ord replId">
          <ac:chgData name="Sean Wheeler" userId="3e7f51299f225c99" providerId="LiveId" clId="{731068E6-5077-4FB3-869C-4E68B251A54E}" dt="2026-07-28T15:21:58.319" v="1471" actId="26606"/>
          <ac:spMkLst>
            <pc:docMk/>
            <pc:sldMk cId="2526391941" sldId="292"/>
            <ac:spMk id="28" creationId="{2F8E1A49-0A0C-5E12-85D1-5B8B04C9F545}"/>
          </ac:spMkLst>
        </pc:spChg>
      </pc:sldChg>
      <pc:sldChg chg="addSp delSp modSp add del mod modClrScheme chgLayout">
        <pc:chgData name="Sean Wheeler" userId="3e7f51299f225c99" providerId="LiveId" clId="{731068E6-5077-4FB3-869C-4E68B251A54E}" dt="2026-07-28T14:48:33.181" v="1259" actId="47"/>
        <pc:sldMkLst>
          <pc:docMk/>
          <pc:sldMk cId="2064032818" sldId="293"/>
        </pc:sldMkLst>
      </pc:sldChg>
      <pc:sldChg chg="addSp delSp modSp add del mod modClrScheme chgLayout">
        <pc:chgData name="Sean Wheeler" userId="3e7f51299f225c99" providerId="LiveId" clId="{731068E6-5077-4FB3-869C-4E68B251A54E}" dt="2026-07-28T15:57:36.251" v="2018" actId="12084"/>
        <pc:sldMkLst>
          <pc:docMk/>
          <pc:sldMk cId="2578128128" sldId="294"/>
        </pc:sldMkLst>
        <pc:spChg chg="mod ord">
          <ac:chgData name="Sean Wheeler" userId="3e7f51299f225c99" providerId="LiveId" clId="{731068E6-5077-4FB3-869C-4E68B251A54E}" dt="2026-07-11T14:56:12.175" v="341" actId="27636"/>
          <ac:spMkLst>
            <pc:docMk/>
            <pc:sldMk cId="2578128128" sldId="294"/>
            <ac:spMk id="3" creationId="{455AE15E-92D5-F5FD-E86F-4C935D5C727F}"/>
          </ac:spMkLst>
        </pc:spChg>
        <pc:spChg chg="add del mod ord">
          <ac:chgData name="Sean Wheeler" userId="3e7f51299f225c99" providerId="LiveId" clId="{731068E6-5077-4FB3-869C-4E68B251A54E}" dt="2026-07-28T15:57:36.251" v="2018" actId="12084"/>
          <ac:spMkLst>
            <pc:docMk/>
            <pc:sldMk cId="2578128128" sldId="294"/>
            <ac:spMk id="4" creationId="{CD84ABA0-2AA9-CBFF-B8B7-65713B0C716D}"/>
          </ac:spMkLst>
        </pc:spChg>
        <pc:graphicFrameChg chg="add mod">
          <ac:chgData name="Sean Wheeler" userId="3e7f51299f225c99" providerId="LiveId" clId="{731068E6-5077-4FB3-869C-4E68B251A54E}" dt="2026-07-28T15:56:11.402" v="1933" actId="12084"/>
          <ac:graphicFrameMkLst>
            <pc:docMk/>
            <pc:sldMk cId="2578128128" sldId="294"/>
            <ac:graphicFrameMk id="2" creationId="{F6F67873-DF70-B768-D6EA-6BE7946BCF0B}"/>
          </ac:graphicFrameMkLst>
        </pc:graphicFrameChg>
        <pc:graphicFrameChg chg="add mod">
          <ac:chgData name="Sean Wheeler" userId="3e7f51299f225c99" providerId="LiveId" clId="{731068E6-5077-4FB3-869C-4E68B251A54E}" dt="2026-07-28T15:57:36.251" v="2018" actId="12084"/>
          <ac:graphicFrameMkLst>
            <pc:docMk/>
            <pc:sldMk cId="2578128128" sldId="294"/>
            <ac:graphicFrameMk id="5" creationId="{74B6B58A-8B25-0D9B-6983-8C1F58DA8C5D}"/>
          </ac:graphicFrameMkLst>
        </pc:graphicFrameChg>
      </pc:sldChg>
      <pc:sldChg chg="modSp add del mod modClrScheme chgLayout">
        <pc:chgData name="Sean Wheeler" userId="3e7f51299f225c99" providerId="LiveId" clId="{731068E6-5077-4FB3-869C-4E68B251A54E}" dt="2026-07-11T14:52:50.431" v="307" actId="1076"/>
        <pc:sldMkLst>
          <pc:docMk/>
          <pc:sldMk cId="3551304508" sldId="296"/>
        </pc:sldMkLst>
        <pc:spChg chg="mod ord">
          <ac:chgData name="Sean Wheeler" userId="3e7f51299f225c99" providerId="LiveId" clId="{731068E6-5077-4FB3-869C-4E68B251A54E}" dt="2026-07-11T14:51:14.448" v="292" actId="27636"/>
          <ac:spMkLst>
            <pc:docMk/>
            <pc:sldMk cId="3551304508" sldId="296"/>
            <ac:spMk id="2" creationId="{0740EB0F-6ED0-FD81-8FAF-50A4F1C3ABE9}"/>
          </ac:spMkLst>
        </pc:spChg>
        <pc:grpChg chg="mod">
          <ac:chgData name="Sean Wheeler" userId="3e7f51299f225c99" providerId="LiveId" clId="{731068E6-5077-4FB3-869C-4E68B251A54E}" dt="2026-07-11T14:52:50.431" v="307" actId="1076"/>
          <ac:grpSpMkLst>
            <pc:docMk/>
            <pc:sldMk cId="3551304508" sldId="296"/>
            <ac:grpSpMk id="10" creationId="{F66F15F3-7569-F155-4BE2-C00B4EF7D82D}"/>
          </ac:grpSpMkLst>
        </pc:grpChg>
        <pc:grpChg chg="mod">
          <ac:chgData name="Sean Wheeler" userId="3e7f51299f225c99" providerId="LiveId" clId="{731068E6-5077-4FB3-869C-4E68B251A54E}" dt="2026-07-11T14:52:50.431" v="307" actId="1076"/>
          <ac:grpSpMkLst>
            <pc:docMk/>
            <pc:sldMk cId="3551304508" sldId="296"/>
            <ac:grpSpMk id="13" creationId="{7B099809-4AD1-EC30-32FE-23C6988A0BD6}"/>
          </ac:grpSpMkLst>
        </pc:grpChg>
        <pc:grpChg chg="mod">
          <ac:chgData name="Sean Wheeler" userId="3e7f51299f225c99" providerId="LiveId" clId="{731068E6-5077-4FB3-869C-4E68B251A54E}" dt="2026-07-11T14:52:50.431" v="307" actId="1076"/>
          <ac:grpSpMkLst>
            <pc:docMk/>
            <pc:sldMk cId="3551304508" sldId="296"/>
            <ac:grpSpMk id="16" creationId="{93D1BEC9-9C28-BB9E-64D9-2D5D76358822}"/>
          </ac:grpSpMkLst>
        </pc:grpChg>
        <pc:grpChg chg="mod">
          <ac:chgData name="Sean Wheeler" userId="3e7f51299f225c99" providerId="LiveId" clId="{731068E6-5077-4FB3-869C-4E68B251A54E}" dt="2026-07-11T14:52:42" v="306" actId="1076"/>
          <ac:grpSpMkLst>
            <pc:docMk/>
            <pc:sldMk cId="3551304508" sldId="296"/>
            <ac:grpSpMk id="23" creationId="{F9DB71A4-668A-95AA-1839-3C0B8BC17744}"/>
          </ac:grpSpMkLst>
        </pc:grpChg>
        <pc:graphicFrameChg chg="mod">
          <ac:chgData name="Sean Wheeler" userId="3e7f51299f225c99" providerId="LiveId" clId="{731068E6-5077-4FB3-869C-4E68B251A54E}" dt="2026-07-11T14:52:22.553" v="305" actId="1076"/>
          <ac:graphicFrameMkLst>
            <pc:docMk/>
            <pc:sldMk cId="3551304508" sldId="296"/>
            <ac:graphicFrameMk id="6" creationId="{BF1509E1-B943-888F-37A6-B06088403EA2}"/>
          </ac:graphicFrameMkLst>
        </pc:graphicFrameChg>
      </pc:sldChg>
      <pc:sldChg chg="addSp delSp modSp add del mod modClrScheme chgLayout">
        <pc:chgData name="Sean Wheeler" userId="3e7f51299f225c99" providerId="LiveId" clId="{731068E6-5077-4FB3-869C-4E68B251A54E}" dt="2026-07-28T14:47:01.075" v="1256" actId="20577"/>
        <pc:sldMkLst>
          <pc:docMk/>
          <pc:sldMk cId="1795981972" sldId="297"/>
        </pc:sldMkLst>
        <pc:spChg chg="mod ord">
          <ac:chgData name="Sean Wheeler" userId="3e7f51299f225c99" providerId="LiveId" clId="{731068E6-5077-4FB3-869C-4E68B251A54E}" dt="2026-07-11T14:54:11.974" v="317" actId="27636"/>
          <ac:spMkLst>
            <pc:docMk/>
            <pc:sldMk cId="1795981972" sldId="297"/>
            <ac:spMk id="3" creationId="{4B1E63EC-27CE-5F91-2AFC-FDFE069A695F}"/>
          </ac:spMkLst>
        </pc:spChg>
        <pc:spChg chg="mod ord">
          <ac:chgData name="Sean Wheeler" userId="3e7f51299f225c99" providerId="LiveId" clId="{731068E6-5077-4FB3-869C-4E68B251A54E}" dt="2026-07-28T14:47:01.075" v="1256" actId="20577"/>
          <ac:spMkLst>
            <pc:docMk/>
            <pc:sldMk cId="1795981972" sldId="297"/>
            <ac:spMk id="4" creationId="{603BF2B9-F5C9-B458-1E29-1D07E6313825}"/>
          </ac:spMkLst>
        </pc:spChg>
        <pc:spChg chg="add">
          <ac:chgData name="Sean Wheeler" userId="3e7f51299f225c99" providerId="LiveId" clId="{731068E6-5077-4FB3-869C-4E68B251A54E}" dt="2026-07-28T14:40:03.070" v="1185" actId="26606"/>
          <ac:spMkLst>
            <pc:docMk/>
            <pc:sldMk cId="1795981972" sldId="297"/>
            <ac:spMk id="5" creationId="{00000000-0000-0000-0000-000000000000}"/>
          </ac:spMkLst>
        </pc:spChg>
        <pc:spChg chg="add">
          <ac:chgData name="Sean Wheeler" userId="3e7f51299f225c99" providerId="LiveId" clId="{731068E6-5077-4FB3-869C-4E68B251A54E}" dt="2026-07-28T14:40:03.070" v="1185" actId="26606"/>
          <ac:spMkLst>
            <pc:docMk/>
            <pc:sldMk cId="1795981972" sldId="297"/>
            <ac:spMk id="6" creationId="{00000000-0000-0000-0000-000000000000}"/>
          </ac:spMkLst>
        </pc:spChg>
        <pc:spChg chg="add mod">
          <ac:chgData name="Sean Wheeler" userId="3e7f51299f225c99" providerId="LiveId" clId="{731068E6-5077-4FB3-869C-4E68B251A54E}" dt="2026-07-28T14:40:33.356" v="1187" actId="26606"/>
          <ac:spMkLst>
            <pc:docMk/>
            <pc:sldMk cId="1795981972" sldId="297"/>
            <ac:spMk id="7" creationId="{00000000-0000-0000-0000-000000000000}"/>
          </ac:spMkLst>
        </pc:spChg>
        <pc:spChg chg="add">
          <ac:chgData name="Sean Wheeler" userId="3e7f51299f225c99" providerId="LiveId" clId="{731068E6-5077-4FB3-869C-4E68B251A54E}" dt="2026-07-28T14:40:03.070" v="1185" actId="26606"/>
          <ac:spMkLst>
            <pc:docMk/>
            <pc:sldMk cId="1795981972" sldId="297"/>
            <ac:spMk id="8" creationId="{00000000-0000-0000-0000-000000000000}"/>
          </ac:spMkLst>
        </pc:spChg>
        <pc:spChg chg="add mod">
          <ac:chgData name="Sean Wheeler" userId="3e7f51299f225c99" providerId="LiveId" clId="{731068E6-5077-4FB3-869C-4E68B251A54E}" dt="2026-07-28T14:40:33.356" v="1187" actId="26606"/>
          <ac:spMkLst>
            <pc:docMk/>
            <pc:sldMk cId="1795981972" sldId="297"/>
            <ac:spMk id="9" creationId="{00000000-0000-0000-0000-000000000000}"/>
          </ac:spMkLst>
        </pc:spChg>
        <pc:spChg chg="add">
          <ac:chgData name="Sean Wheeler" userId="3e7f51299f225c99" providerId="LiveId" clId="{731068E6-5077-4FB3-869C-4E68B251A54E}" dt="2026-07-28T14:40:03.070" v="1185" actId="26606"/>
          <ac:spMkLst>
            <pc:docMk/>
            <pc:sldMk cId="1795981972" sldId="297"/>
            <ac:spMk id="10" creationId="{00000000-0000-0000-0000-000000000000}"/>
          </ac:spMkLst>
        </pc:spChg>
        <pc:spChg chg="add">
          <ac:chgData name="Sean Wheeler" userId="3e7f51299f225c99" providerId="LiveId" clId="{731068E6-5077-4FB3-869C-4E68B251A54E}" dt="2026-07-28T14:40:03.070" v="1185" actId="26606"/>
          <ac:spMkLst>
            <pc:docMk/>
            <pc:sldMk cId="1795981972" sldId="297"/>
            <ac:spMk id="11" creationId="{00000000-0000-0000-0000-000000000000}"/>
          </ac:spMkLst>
        </pc:spChg>
      </pc:sldChg>
      <pc:sldChg chg="modSp new del mod">
        <pc:chgData name="Sean Wheeler" userId="3e7f51299f225c99" providerId="LiveId" clId="{731068E6-5077-4FB3-869C-4E68B251A54E}" dt="2026-07-28T14:33:16.356" v="1055" actId="47"/>
        <pc:sldMkLst>
          <pc:docMk/>
          <pc:sldMk cId="4000931838" sldId="298"/>
        </pc:sldMkLst>
      </pc:sldChg>
      <pc:sldChg chg="addSp delSp modSp new mod">
        <pc:chgData name="Sean Wheeler" userId="3e7f51299f225c99" providerId="LiveId" clId="{731068E6-5077-4FB3-869C-4E68B251A54E}" dt="2026-07-27T15:09:39.960" v="957" actId="13782"/>
        <pc:sldMkLst>
          <pc:docMk/>
          <pc:sldMk cId="1497520819" sldId="299"/>
        </pc:sldMkLst>
        <pc:spChg chg="mod">
          <ac:chgData name="Sean Wheeler" userId="3e7f51299f225c99" providerId="LiveId" clId="{731068E6-5077-4FB3-869C-4E68B251A54E}" dt="2026-07-27T15:02:40.406" v="605" actId="20577"/>
          <ac:spMkLst>
            <pc:docMk/>
            <pc:sldMk cId="1497520819" sldId="299"/>
            <ac:spMk id="2" creationId="{B53E042C-9C01-11B7-FADC-AF3C17430252}"/>
          </ac:spMkLst>
        </pc:spChg>
        <pc:spChg chg="del mod">
          <ac:chgData name="Sean Wheeler" userId="3e7f51299f225c99" providerId="LiveId" clId="{731068E6-5077-4FB3-869C-4E68B251A54E}" dt="2026-07-27T15:07:06.646" v="955" actId="12084"/>
          <ac:spMkLst>
            <pc:docMk/>
            <pc:sldMk cId="1497520819" sldId="299"/>
            <ac:spMk id="3" creationId="{FBBCDA8F-6B9E-8584-7B06-5C2CF7BDFEFA}"/>
          </ac:spMkLst>
        </pc:spChg>
        <pc:graphicFrameChg chg="add mod">
          <ac:chgData name="Sean Wheeler" userId="3e7f51299f225c99" providerId="LiveId" clId="{731068E6-5077-4FB3-869C-4E68B251A54E}" dt="2026-07-27T15:09:39.960" v="957" actId="13782"/>
          <ac:graphicFrameMkLst>
            <pc:docMk/>
            <pc:sldMk cId="1497520819" sldId="299"/>
            <ac:graphicFrameMk id="4" creationId="{0114C13B-9F4B-1331-0A9E-CBD62A44A869}"/>
          </ac:graphicFrameMkLst>
        </pc:graphicFrameChg>
      </pc:sldChg>
      <pc:sldChg chg="addSp delSp modSp new mod modClrScheme chgLayout">
        <pc:chgData name="Sean Wheeler" userId="3e7f51299f225c99" providerId="LiveId" clId="{731068E6-5077-4FB3-869C-4E68B251A54E}" dt="2026-07-27T15:23:32.425" v="1054" actId="26606"/>
        <pc:sldMkLst>
          <pc:docMk/>
          <pc:sldMk cId="3124552943" sldId="300"/>
        </pc:sldMkLst>
        <pc:spChg chg="add mod">
          <ac:chgData name="Sean Wheeler" userId="3e7f51299f225c99" providerId="LiveId" clId="{731068E6-5077-4FB3-869C-4E68B251A54E}" dt="2026-07-27T15:23:32.425" v="1054" actId="26606"/>
          <ac:spMkLst>
            <pc:docMk/>
            <pc:sldMk cId="3124552943" sldId="300"/>
            <ac:spMk id="2" creationId="{6B37C1CA-3968-D957-4CD6-04D88F1572FD}"/>
          </ac:spMkLst>
        </pc:spChg>
        <pc:spChg chg="del mod">
          <ac:chgData name="Sean Wheeler" userId="3e7f51299f225c99" providerId="LiveId" clId="{731068E6-5077-4FB3-869C-4E68B251A54E}" dt="2026-07-27T15:23:32.425" v="1054" actId="26606"/>
          <ac:spMkLst>
            <pc:docMk/>
            <pc:sldMk cId="3124552943" sldId="300"/>
            <ac:spMk id="3" creationId="{9BDC01E4-E4C8-0EB6-A595-B0AFE69CAD3B}"/>
          </ac:spMkLst>
        </pc:spChg>
        <pc:spChg chg="add">
          <ac:chgData name="Sean Wheeler" userId="3e7f51299f225c99" providerId="LiveId" clId="{731068E6-5077-4FB3-869C-4E68B251A54E}" dt="2026-07-27T15:23:32.425" v="1054" actId="26606"/>
          <ac:spMkLst>
            <pc:docMk/>
            <pc:sldMk cId="3124552943" sldId="300"/>
            <ac:spMk id="5" creationId="{1BCC7BA7-8F02-4B7C-BC94-44AE4D2E10B2}"/>
          </ac:spMkLst>
        </pc:spChg>
        <pc:spChg chg="del mod replId">
          <ac:chgData name="Sean Wheeler" userId="3e7f51299f225c99" providerId="LiveId" clId="{731068E6-5077-4FB3-869C-4E68B251A54E}" dt="2026-07-27T15:23:32.425" v="1054" actId="26606"/>
          <ac:spMkLst>
            <pc:docMk/>
            <pc:sldMk cId="3124552943" sldId="300"/>
            <ac:spMk id="6" creationId="{89F27091-968A-19B8-442D-5D0E10C7EF76}"/>
          </ac:spMkLst>
        </pc:spChg>
        <pc:picChg chg="add mod">
          <ac:chgData name="Sean Wheeler" userId="3e7f51299f225c99" providerId="LiveId" clId="{731068E6-5077-4FB3-869C-4E68B251A54E}" dt="2026-07-27T15:23:32.425" v="1054" actId="26606"/>
          <ac:picMkLst>
            <pc:docMk/>
            <pc:sldMk cId="3124552943" sldId="300"/>
            <ac:picMk id="4" creationId="{B00823BA-58DE-4891-8320-22537511931C}"/>
          </ac:picMkLst>
        </pc:picChg>
      </pc:sldChg>
      <pc:sldChg chg="addSp delSp modSp new mod">
        <pc:chgData name="Sean Wheeler" userId="3e7f51299f225c99" providerId="LiveId" clId="{731068E6-5077-4FB3-869C-4E68B251A54E}" dt="2026-07-28T14:56:15.429" v="1452" actId="26606"/>
        <pc:sldMkLst>
          <pc:docMk/>
          <pc:sldMk cId="2593979377" sldId="301"/>
        </pc:sldMkLst>
        <pc:spChg chg="mod">
          <ac:chgData name="Sean Wheeler" userId="3e7f51299f225c99" providerId="LiveId" clId="{731068E6-5077-4FB3-869C-4E68B251A54E}" dt="2026-07-28T14:34:30.430" v="1079" actId="20577"/>
          <ac:spMkLst>
            <pc:docMk/>
            <pc:sldMk cId="2593979377" sldId="301"/>
            <ac:spMk id="2" creationId="{8F615002-BFEA-48D7-BF2A-06CF2B6D06C9}"/>
          </ac:spMkLst>
        </pc:spChg>
        <pc:spChg chg="mod">
          <ac:chgData name="Sean Wheeler" userId="3e7f51299f225c99" providerId="LiveId" clId="{731068E6-5077-4FB3-869C-4E68B251A54E}" dt="2026-07-28T14:55:23.768" v="1433" actId="26606"/>
          <ac:spMkLst>
            <pc:docMk/>
            <pc:sldMk cId="2593979377" sldId="301"/>
            <ac:spMk id="3" creationId="{00000000-0000-0000-0000-000000000000}"/>
          </ac:spMkLst>
        </pc:spChg>
        <pc:spChg chg="mod">
          <ac:chgData name="Sean Wheeler" userId="3e7f51299f225c99" providerId="LiveId" clId="{731068E6-5077-4FB3-869C-4E68B251A54E}" dt="2026-07-28T14:55:23.768" v="1433" actId="26606"/>
          <ac:spMkLst>
            <pc:docMk/>
            <pc:sldMk cId="2593979377" sldId="301"/>
            <ac:spMk id="4" creationId="{00000000-0000-0000-0000-000000000000}"/>
          </ac:spMkLst>
        </pc:spChg>
        <pc:spChg chg="add mod">
          <ac:chgData name="Sean Wheeler" userId="3e7f51299f225c99" providerId="LiveId" clId="{731068E6-5077-4FB3-869C-4E68B251A54E}" dt="2026-07-28T14:48:50.618" v="1260" actId="26606"/>
          <ac:spMkLst>
            <pc:docMk/>
            <pc:sldMk cId="2593979377" sldId="301"/>
            <ac:spMk id="8" creationId="{00000000-0000-0000-0000-000000000000}"/>
          </ac:spMkLst>
        </pc:spChg>
        <pc:spChg chg="add">
          <ac:chgData name="Sean Wheeler" userId="3e7f51299f225c99" providerId="LiveId" clId="{731068E6-5077-4FB3-869C-4E68B251A54E}" dt="2026-07-28T14:48:02.436" v="1258" actId="26606"/>
          <ac:spMkLst>
            <pc:docMk/>
            <pc:sldMk cId="2593979377" sldId="301"/>
            <ac:spMk id="10" creationId="{00000000-0000-0000-0000-000000000000}"/>
          </ac:spMkLst>
        </pc:spChg>
        <pc:spChg chg="mod">
          <ac:chgData name="Sean Wheeler" userId="3e7f51299f225c99" providerId="LiveId" clId="{731068E6-5077-4FB3-869C-4E68B251A54E}" dt="2026-07-28T14:55:34.419" v="1442" actId="20577"/>
          <ac:spMkLst>
            <pc:docMk/>
            <pc:sldMk cId="2593979377" sldId="301"/>
            <ac:spMk id="11" creationId="{00000000-0000-0000-0000-000000000000}"/>
          </ac:spMkLst>
        </pc:spChg>
        <pc:spChg chg="mod">
          <ac:chgData name="Sean Wheeler" userId="3e7f51299f225c99" providerId="LiveId" clId="{731068E6-5077-4FB3-869C-4E68B251A54E}" dt="2026-07-28T14:55:23.768" v="1433" actId="26606"/>
          <ac:spMkLst>
            <pc:docMk/>
            <pc:sldMk cId="2593979377" sldId="301"/>
            <ac:spMk id="13" creationId="{00000000-0000-0000-0000-000000000000}"/>
          </ac:spMkLst>
        </pc:spChg>
        <pc:spChg chg="mod">
          <ac:chgData name="Sean Wheeler" userId="3e7f51299f225c99" providerId="LiveId" clId="{731068E6-5077-4FB3-869C-4E68B251A54E}" dt="2026-07-28T14:48:50.618" v="1260" actId="26606"/>
          <ac:spMkLst>
            <pc:docMk/>
            <pc:sldMk cId="2593979377" sldId="301"/>
            <ac:spMk id="14" creationId="{00000000-0000-0000-0000-000000000000}"/>
          </ac:spMkLst>
        </pc:spChg>
        <pc:spChg chg="add">
          <ac:chgData name="Sean Wheeler" userId="3e7f51299f225c99" providerId="LiveId" clId="{731068E6-5077-4FB3-869C-4E68B251A54E}" dt="2026-07-28T14:48:02.436" v="1258" actId="26606"/>
          <ac:spMkLst>
            <pc:docMk/>
            <pc:sldMk cId="2593979377" sldId="301"/>
            <ac:spMk id="16" creationId="{00000000-0000-0000-0000-000000000000}"/>
          </ac:spMkLst>
        </pc:spChg>
        <pc:spChg chg="mod">
          <ac:chgData name="Sean Wheeler" userId="3e7f51299f225c99" providerId="LiveId" clId="{731068E6-5077-4FB3-869C-4E68B251A54E}" dt="2026-07-28T14:55:41.815" v="1451" actId="20577"/>
          <ac:spMkLst>
            <pc:docMk/>
            <pc:sldMk cId="2593979377" sldId="301"/>
            <ac:spMk id="17" creationId="{00000000-0000-0000-0000-000000000000}"/>
          </ac:spMkLst>
        </pc:spChg>
        <pc:spChg chg="add">
          <ac:chgData name="Sean Wheeler" userId="3e7f51299f225c99" providerId="LiveId" clId="{731068E6-5077-4FB3-869C-4E68B251A54E}" dt="2026-07-28T14:48:02.436" v="1258" actId="26606"/>
          <ac:spMkLst>
            <pc:docMk/>
            <pc:sldMk cId="2593979377" sldId="301"/>
            <ac:spMk id="18" creationId="{00000000-0000-0000-0000-000000000000}"/>
          </ac:spMkLst>
        </pc:spChg>
        <pc:spChg chg="add mod">
          <ac:chgData name="Sean Wheeler" userId="3e7f51299f225c99" providerId="LiveId" clId="{731068E6-5077-4FB3-869C-4E68B251A54E}" dt="2026-07-28T14:55:23.768" v="1433" actId="26606"/>
          <ac:spMkLst>
            <pc:docMk/>
            <pc:sldMk cId="2593979377" sldId="301"/>
            <ac:spMk id="19" creationId="{00000000-0000-0000-0000-000000000000}"/>
          </ac:spMkLst>
        </pc:spChg>
        <pc:spChg chg="add mod">
          <ac:chgData name="Sean Wheeler" userId="3e7f51299f225c99" providerId="LiveId" clId="{731068E6-5077-4FB3-869C-4E68B251A54E}" dt="2026-07-28T14:48:50.618" v="1260" actId="26606"/>
          <ac:spMkLst>
            <pc:docMk/>
            <pc:sldMk cId="2593979377" sldId="301"/>
            <ac:spMk id="20" creationId="{00000000-0000-0000-0000-000000000000}"/>
          </ac:spMkLst>
        </pc:spChg>
        <pc:spChg chg="mod">
          <ac:chgData name="Sean Wheeler" userId="3e7f51299f225c99" providerId="LiveId" clId="{731068E6-5077-4FB3-869C-4E68B251A54E}" dt="2026-07-28T14:55:23.768" v="1433" actId="26606"/>
          <ac:spMkLst>
            <pc:docMk/>
            <pc:sldMk cId="2593979377" sldId="301"/>
            <ac:spMk id="21" creationId="{00000000-0000-0000-0000-000000000000}"/>
          </ac:spMkLst>
        </pc:spChg>
        <pc:spChg chg="add mod">
          <ac:chgData name="Sean Wheeler" userId="3e7f51299f225c99" providerId="LiveId" clId="{731068E6-5077-4FB3-869C-4E68B251A54E}" dt="2026-07-28T14:55:23.768" v="1433" actId="26606"/>
          <ac:spMkLst>
            <pc:docMk/>
            <pc:sldMk cId="2593979377" sldId="301"/>
            <ac:spMk id="23" creationId="{00000000-0000-0000-0000-000000000000}"/>
          </ac:spMkLst>
        </pc:spChg>
        <pc:spChg chg="mod">
          <ac:chgData name="Sean Wheeler" userId="3e7f51299f225c99" providerId="LiveId" clId="{731068E6-5077-4FB3-869C-4E68B251A54E}" dt="2026-07-28T14:55:23.768" v="1433" actId="26606"/>
          <ac:spMkLst>
            <pc:docMk/>
            <pc:sldMk cId="2593979377" sldId="301"/>
            <ac:spMk id="24" creationId="{00000000-0000-0000-0000-000000000000}"/>
          </ac:spMkLst>
        </pc:spChg>
        <pc:spChg chg="mod">
          <ac:chgData name="Sean Wheeler" userId="3e7f51299f225c99" providerId="LiveId" clId="{731068E6-5077-4FB3-869C-4E68B251A54E}" dt="2026-07-28T14:56:15.429" v="1452" actId="26606"/>
          <ac:spMkLst>
            <pc:docMk/>
            <pc:sldMk cId="2593979377" sldId="301"/>
            <ac:spMk id="25" creationId="{00000000-0000-0000-0000-000000000000}"/>
          </ac:spMkLst>
        </pc:spChg>
        <pc:spChg chg="mod">
          <ac:chgData name="Sean Wheeler" userId="3e7f51299f225c99" providerId="LiveId" clId="{731068E6-5077-4FB3-869C-4E68B251A54E}" dt="2026-07-28T14:48:50.618" v="1260" actId="26606"/>
          <ac:spMkLst>
            <pc:docMk/>
            <pc:sldMk cId="2593979377" sldId="301"/>
            <ac:spMk id="26" creationId="{00000000-0000-0000-0000-000000000000}"/>
          </ac:spMkLst>
        </pc:spChg>
        <pc:spChg chg="add del">
          <ac:chgData name="Sean Wheeler" userId="3e7f51299f225c99" providerId="LiveId" clId="{731068E6-5077-4FB3-869C-4E68B251A54E}" dt="2026-07-28T14:55:23.768" v="1433" actId="26606"/>
          <ac:spMkLst>
            <pc:docMk/>
            <pc:sldMk cId="2593979377" sldId="301"/>
            <ac:spMk id="27" creationId="{00000000-0000-0000-0000-000000000000}"/>
          </ac:spMkLst>
        </pc:spChg>
        <pc:spChg chg="add del">
          <ac:chgData name="Sean Wheeler" userId="3e7f51299f225c99" providerId="LiveId" clId="{731068E6-5077-4FB3-869C-4E68B251A54E}" dt="2026-07-28T14:55:23.768" v="1433" actId="26606"/>
          <ac:spMkLst>
            <pc:docMk/>
            <pc:sldMk cId="2593979377" sldId="301"/>
            <ac:spMk id="29" creationId="{00000000-0000-0000-0000-000000000000}"/>
          </ac:spMkLst>
        </pc:spChg>
        <pc:spChg chg="add del">
          <ac:chgData name="Sean Wheeler" userId="3e7f51299f225c99" providerId="LiveId" clId="{731068E6-5077-4FB3-869C-4E68B251A54E}" dt="2026-07-28T14:55:23.768" v="1433" actId="26606"/>
          <ac:spMkLst>
            <pc:docMk/>
            <pc:sldMk cId="2593979377" sldId="301"/>
            <ac:spMk id="30" creationId="{00000000-0000-0000-0000-000000000000}"/>
          </ac:spMkLst>
        </pc:spChg>
        <pc:spChg chg="del mod replId">
          <ac:chgData name="Sean Wheeler" userId="3e7f51299f225c99" providerId="LiveId" clId="{731068E6-5077-4FB3-869C-4E68B251A54E}" dt="2026-07-28T14:48:02.436" v="1258" actId="26606"/>
          <ac:spMkLst>
            <pc:docMk/>
            <pc:sldMk cId="2593979377" sldId="301"/>
            <ac:spMk id="31" creationId="{22791FE0-27E7-DCB9-9005-4CCBAA2AF68A}"/>
          </ac:spMkLst>
        </pc:spChg>
        <pc:spChg chg="del mod replId">
          <ac:chgData name="Sean Wheeler" userId="3e7f51299f225c99" providerId="LiveId" clId="{731068E6-5077-4FB3-869C-4E68B251A54E}" dt="2026-07-28T14:48:02.436" v="1258" actId="26606"/>
          <ac:spMkLst>
            <pc:docMk/>
            <pc:sldMk cId="2593979377" sldId="301"/>
            <ac:spMk id="32" creationId="{607CFE05-61CB-69D9-0B19-6B48AD5398CF}"/>
          </ac:spMkLst>
        </pc:spChg>
      </pc:sldChg>
      <pc:sldChg chg="addSp delSp modSp new mod">
        <pc:chgData name="Sean Wheeler" userId="3e7f51299f225c99" providerId="LiveId" clId="{731068E6-5077-4FB3-869C-4E68B251A54E}" dt="2026-07-28T15:55:09.250" v="1928" actId="20577"/>
        <pc:sldMkLst>
          <pc:docMk/>
          <pc:sldMk cId="1851237163" sldId="302"/>
        </pc:sldMkLst>
        <pc:spChg chg="mod">
          <ac:chgData name="Sean Wheeler" userId="3e7f51299f225c99" providerId="LiveId" clId="{731068E6-5077-4FB3-869C-4E68B251A54E}" dt="2026-07-28T14:51:02.831" v="1281" actId="20577"/>
          <ac:spMkLst>
            <pc:docMk/>
            <pc:sldMk cId="1851237163" sldId="302"/>
            <ac:spMk id="2" creationId="{035A9612-B1BA-7940-7217-DF6EBE8C3935}"/>
          </ac:spMkLst>
        </pc:spChg>
        <pc:spChg chg="del mod">
          <ac:chgData name="Sean Wheeler" userId="3e7f51299f225c99" providerId="LiveId" clId="{731068E6-5077-4FB3-869C-4E68B251A54E}" dt="2026-07-28T15:53:25.521" v="1897" actId="12084"/>
          <ac:spMkLst>
            <pc:docMk/>
            <pc:sldMk cId="1851237163" sldId="302"/>
            <ac:spMk id="3" creationId="{D64F2083-FC74-3377-DB10-60DC1E2836A2}"/>
          </ac:spMkLst>
        </pc:spChg>
        <pc:spChg chg="del mod">
          <ac:chgData name="Sean Wheeler" userId="3e7f51299f225c99" providerId="LiveId" clId="{731068E6-5077-4FB3-869C-4E68B251A54E}" dt="2026-07-28T15:53:32.360" v="1899" actId="12084"/>
          <ac:spMkLst>
            <pc:docMk/>
            <pc:sldMk cId="1851237163" sldId="302"/>
            <ac:spMk id="4" creationId="{46E95203-7659-B9A9-BF38-755F5FD4A264}"/>
          </ac:spMkLst>
        </pc:spChg>
        <pc:graphicFrameChg chg="add mod">
          <ac:chgData name="Sean Wheeler" userId="3e7f51299f225c99" providerId="LiveId" clId="{731068E6-5077-4FB3-869C-4E68B251A54E}" dt="2026-07-28T15:53:25.521" v="1897" actId="12084"/>
          <ac:graphicFrameMkLst>
            <pc:docMk/>
            <pc:sldMk cId="1851237163" sldId="302"/>
            <ac:graphicFrameMk id="5" creationId="{2A04D542-B25C-C79E-7BBD-C229DC850137}"/>
          </ac:graphicFrameMkLst>
        </pc:graphicFrameChg>
        <pc:graphicFrameChg chg="add mod modGraphic">
          <ac:chgData name="Sean Wheeler" userId="3e7f51299f225c99" providerId="LiveId" clId="{731068E6-5077-4FB3-869C-4E68B251A54E}" dt="2026-07-28T15:55:09.250" v="1928" actId="20577"/>
          <ac:graphicFrameMkLst>
            <pc:docMk/>
            <pc:sldMk cId="1851237163" sldId="302"/>
            <ac:graphicFrameMk id="6" creationId="{253D3059-DE10-16DF-3D99-52180A727243}"/>
          </ac:graphicFrameMkLst>
        </pc:graphicFrameChg>
      </pc:sldChg>
      <pc:sldChg chg="add">
        <pc:chgData name="Sean Wheeler" userId="3e7f51299f225c99" providerId="LiveId" clId="{731068E6-5077-4FB3-869C-4E68B251A54E}" dt="2026-07-28T15:25:10.821" v="1480"/>
        <pc:sldMkLst>
          <pc:docMk/>
          <pc:sldMk cId="1515094977" sldId="303"/>
        </pc:sldMkLst>
      </pc:sldChg>
      <pc:sldChg chg="addSp delSp modSp new mod">
        <pc:chgData name="Sean Wheeler" userId="3e7f51299f225c99" providerId="LiveId" clId="{731068E6-5077-4FB3-869C-4E68B251A54E}" dt="2026-07-28T16:09:16.792" v="2259"/>
        <pc:sldMkLst>
          <pc:docMk/>
          <pc:sldMk cId="3679757119" sldId="304"/>
        </pc:sldMkLst>
        <pc:spChg chg="mod">
          <ac:chgData name="Sean Wheeler" userId="3e7f51299f225c99" providerId="LiveId" clId="{731068E6-5077-4FB3-869C-4E68B251A54E}" dt="2026-07-28T16:01:34.620" v="2036" actId="20577"/>
          <ac:spMkLst>
            <pc:docMk/>
            <pc:sldMk cId="3679757119" sldId="304"/>
            <ac:spMk id="2" creationId="{C0BDB64C-31DA-0879-46BF-A47F406CEF1A}"/>
          </ac:spMkLst>
        </pc:spChg>
        <pc:spChg chg="del mod">
          <ac:chgData name="Sean Wheeler" userId="3e7f51299f225c99" providerId="LiveId" clId="{731068E6-5077-4FB3-869C-4E68B251A54E}" dt="2026-07-28T16:03:52.852" v="2243" actId="12084"/>
          <ac:spMkLst>
            <pc:docMk/>
            <pc:sldMk cId="3679757119" sldId="304"/>
            <ac:spMk id="3" creationId="{1C7898E5-9E44-ACC3-2907-8BF3CE7AE84B}"/>
          </ac:spMkLst>
        </pc:spChg>
        <pc:graphicFrameChg chg="add mod">
          <ac:chgData name="Sean Wheeler" userId="3e7f51299f225c99" providerId="LiveId" clId="{731068E6-5077-4FB3-869C-4E68B251A54E}" dt="2026-07-28T16:09:16.792" v="2259"/>
          <ac:graphicFrameMkLst>
            <pc:docMk/>
            <pc:sldMk cId="3679757119" sldId="304"/>
            <ac:graphicFrameMk id="4" creationId="{D5D3F060-CB4A-457C-97EB-0E4ACDCD8746}"/>
          </ac:graphicFrameMkLst>
        </pc:graphicFrameChg>
      </pc:sldChg>
    </pc:docChg>
  </pc:docChgLst>
  <pc:docChgLst>
    <pc:chgData name="Steven Judd" userId="a7ccf22934a4c904" providerId="Windows Live" clId="Web-{B585CDA6-5DC4-8F78-B88A-C529D0F241CD}"/>
    <pc:docChg chg="modSld">
      <pc:chgData name="Steven Judd" userId="a7ccf22934a4c904" providerId="Windows Live" clId="Web-{B585CDA6-5DC4-8F78-B88A-C529D0F241CD}" dt="2026-07-23T18:25:46.670" v="5" actId="20577"/>
      <pc:docMkLst>
        <pc:docMk/>
      </pc:docMkLst>
      <pc:sldChg chg="modSp">
        <pc:chgData name="Steven Judd" userId="a7ccf22934a4c904" providerId="Windows Live" clId="Web-{B585CDA6-5DC4-8F78-B88A-C529D0F241CD}" dt="2026-07-23T18:25:46.670" v="5" actId="20577"/>
        <pc:sldMkLst>
          <pc:docMk/>
          <pc:sldMk cId="1331626352" sldId="265"/>
        </pc:sldMkLst>
        <pc:spChg chg="mod">
          <ac:chgData name="Steven Judd" userId="a7ccf22934a4c904" providerId="Windows Live" clId="Web-{B585CDA6-5DC4-8F78-B88A-C529D0F241CD}" dt="2026-07-23T18:25:22.732" v="0" actId="14100"/>
          <ac:spMkLst>
            <pc:docMk/>
            <pc:sldMk cId="1331626352" sldId="265"/>
            <ac:spMk id="2" creationId="{2CFBAFE7-2526-CA86-894C-93A451EFE0C5}"/>
          </ac:spMkLst>
        </pc:spChg>
      </pc:sldChg>
    </pc:docChg>
  </pc:docChgLst>
</pc:chgInfo>
</file>

<file path=ppt/diagrams/_rels/data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C36C22-BCEC-4985-B830-45E43EA422F5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5C8B522-7F1D-423E-A04A-2DCA7B8A37A4}">
      <dgm:prSet/>
      <dgm:spPr/>
      <dgm:t>
        <a:bodyPr/>
        <a:lstStyle/>
        <a:p>
          <a:r>
            <a:rPr lang="en-US" dirty="0"/>
            <a:t>Execution policy</a:t>
          </a:r>
        </a:p>
      </dgm:t>
    </dgm:pt>
    <dgm:pt modelId="{A8006401-2866-439C-A56E-696D148FC698}" type="parTrans" cxnId="{12F6507A-320A-490B-A4F1-A96AA9FA6DD3}">
      <dgm:prSet/>
      <dgm:spPr/>
      <dgm:t>
        <a:bodyPr/>
        <a:lstStyle/>
        <a:p>
          <a:endParaRPr lang="en-US"/>
        </a:p>
      </dgm:t>
    </dgm:pt>
    <dgm:pt modelId="{76767684-53B0-4692-B075-B9A7AECACD42}" type="sibTrans" cxnId="{12F6507A-320A-490B-A4F1-A96AA9FA6DD3}">
      <dgm:prSet/>
      <dgm:spPr/>
      <dgm:t>
        <a:bodyPr/>
        <a:lstStyle/>
        <a:p>
          <a:endParaRPr lang="en-US"/>
        </a:p>
      </dgm:t>
    </dgm:pt>
    <dgm:pt modelId="{CDE4A260-366C-4056-9554-1D50992E2B71}">
      <dgm:prSet/>
      <dgm:spPr/>
      <dgm:t>
        <a:bodyPr/>
        <a:lstStyle/>
        <a:p>
          <a:r>
            <a:rPr lang="en-US"/>
            <a:t>Security feature – not a security boundary</a:t>
          </a:r>
        </a:p>
      </dgm:t>
    </dgm:pt>
    <dgm:pt modelId="{F0477F8A-1C32-4BBF-B3CC-8B9CC1FF3DB3}" type="parTrans" cxnId="{8703E08F-3DFE-4BEE-904A-0F58CD9A6844}">
      <dgm:prSet/>
      <dgm:spPr/>
      <dgm:t>
        <a:bodyPr/>
        <a:lstStyle/>
        <a:p>
          <a:endParaRPr lang="en-US"/>
        </a:p>
      </dgm:t>
    </dgm:pt>
    <dgm:pt modelId="{D46D87CB-9FD0-4D02-8441-A5DE9725324F}" type="sibTrans" cxnId="{8703E08F-3DFE-4BEE-904A-0F58CD9A6844}">
      <dgm:prSet/>
      <dgm:spPr/>
      <dgm:t>
        <a:bodyPr/>
        <a:lstStyle/>
        <a:p>
          <a:endParaRPr lang="en-US"/>
        </a:p>
      </dgm:t>
    </dgm:pt>
    <dgm:pt modelId="{CA54EA68-5DBC-4DA7-A0B9-966C21417BE9}">
      <dgm:prSet/>
      <dgm:spPr/>
      <dgm:t>
        <a:bodyPr/>
        <a:lstStyle/>
        <a:p>
          <a:r>
            <a:rPr lang="en-US"/>
            <a:t>Windows-only</a:t>
          </a:r>
        </a:p>
      </dgm:t>
    </dgm:pt>
    <dgm:pt modelId="{90CF6EB1-5CF0-49E6-AAFB-E353DEB0FA09}" type="parTrans" cxnId="{A2B12545-1D7B-4CBE-B0D7-0AF6C83AA2BA}">
      <dgm:prSet/>
      <dgm:spPr/>
      <dgm:t>
        <a:bodyPr/>
        <a:lstStyle/>
        <a:p>
          <a:endParaRPr lang="en-US"/>
        </a:p>
      </dgm:t>
    </dgm:pt>
    <dgm:pt modelId="{2B0D9B24-7184-48DE-994A-600CD3851521}" type="sibTrans" cxnId="{A2B12545-1D7B-4CBE-B0D7-0AF6C83AA2BA}">
      <dgm:prSet/>
      <dgm:spPr/>
      <dgm:t>
        <a:bodyPr/>
        <a:lstStyle/>
        <a:p>
          <a:endParaRPr lang="en-US"/>
        </a:p>
      </dgm:t>
    </dgm:pt>
    <dgm:pt modelId="{D7E786C7-475E-466C-B5FE-886ACD98629D}">
      <dgm:prSet/>
      <dgm:spPr/>
      <dgm:t>
        <a:bodyPr/>
        <a:lstStyle/>
        <a:p>
          <a:r>
            <a:rPr lang="en-US" dirty="0"/>
            <a:t>Command types and precedence</a:t>
          </a:r>
        </a:p>
      </dgm:t>
    </dgm:pt>
    <dgm:pt modelId="{FCA407B8-CFCD-4249-A76B-32B1C67FE21C}" type="parTrans" cxnId="{1E24266C-CB64-4EF5-A328-138A15A39BD4}">
      <dgm:prSet/>
      <dgm:spPr/>
      <dgm:t>
        <a:bodyPr/>
        <a:lstStyle/>
        <a:p>
          <a:endParaRPr lang="en-US"/>
        </a:p>
      </dgm:t>
    </dgm:pt>
    <dgm:pt modelId="{78BE87C9-A131-4B26-8055-93DD4CBCEF68}" type="sibTrans" cxnId="{1E24266C-CB64-4EF5-A328-138A15A39BD4}">
      <dgm:prSet/>
      <dgm:spPr/>
      <dgm:t>
        <a:bodyPr/>
        <a:lstStyle/>
        <a:p>
          <a:endParaRPr lang="en-US"/>
        </a:p>
      </dgm:t>
    </dgm:pt>
    <dgm:pt modelId="{9DB28C7B-DFA8-486C-AB4C-D34309D5A5FC}">
      <dgm:prSet/>
      <dgm:spPr/>
      <dgm:t>
        <a:bodyPr/>
        <a:lstStyle/>
        <a:p>
          <a:r>
            <a:rPr lang="en-US"/>
            <a:t>Alias</a:t>
          </a:r>
        </a:p>
      </dgm:t>
    </dgm:pt>
    <dgm:pt modelId="{2CFDA030-B0FA-4B95-86E4-ABF5364BB3BE}" type="parTrans" cxnId="{60DF46DB-3067-4265-8B49-D7D915E6F35C}">
      <dgm:prSet/>
      <dgm:spPr/>
      <dgm:t>
        <a:bodyPr/>
        <a:lstStyle/>
        <a:p>
          <a:endParaRPr lang="en-US"/>
        </a:p>
      </dgm:t>
    </dgm:pt>
    <dgm:pt modelId="{1E5C28A4-D3F8-4F7A-A8D7-F944773AC4CE}" type="sibTrans" cxnId="{60DF46DB-3067-4265-8B49-D7D915E6F35C}">
      <dgm:prSet/>
      <dgm:spPr/>
      <dgm:t>
        <a:bodyPr/>
        <a:lstStyle/>
        <a:p>
          <a:endParaRPr lang="en-US"/>
        </a:p>
      </dgm:t>
    </dgm:pt>
    <dgm:pt modelId="{15806E88-7E19-4746-9FD5-18D8F3B67BD1}">
      <dgm:prSet/>
      <dgm:spPr/>
      <dgm:t>
        <a:bodyPr/>
        <a:lstStyle/>
        <a:p>
          <a:r>
            <a:rPr lang="en-US"/>
            <a:t>Function</a:t>
          </a:r>
        </a:p>
      </dgm:t>
    </dgm:pt>
    <dgm:pt modelId="{A8BFB694-4F20-47FE-9FF1-AB4D16914B28}" type="parTrans" cxnId="{DFEF99B4-DC06-4A22-9BF1-B46DCC9EBB95}">
      <dgm:prSet/>
      <dgm:spPr/>
      <dgm:t>
        <a:bodyPr/>
        <a:lstStyle/>
        <a:p>
          <a:endParaRPr lang="en-US"/>
        </a:p>
      </dgm:t>
    </dgm:pt>
    <dgm:pt modelId="{196A151E-9313-4C59-899C-0284DE02F121}" type="sibTrans" cxnId="{DFEF99B4-DC06-4A22-9BF1-B46DCC9EBB95}">
      <dgm:prSet/>
      <dgm:spPr/>
      <dgm:t>
        <a:bodyPr/>
        <a:lstStyle/>
        <a:p>
          <a:endParaRPr lang="en-US"/>
        </a:p>
      </dgm:t>
    </dgm:pt>
    <dgm:pt modelId="{4A226B22-543D-4525-8905-A3CE3E79AC8D}">
      <dgm:prSet/>
      <dgm:spPr/>
      <dgm:t>
        <a:bodyPr/>
        <a:lstStyle/>
        <a:p>
          <a:r>
            <a:rPr lang="en-US"/>
            <a:t>Cmdlet</a:t>
          </a:r>
        </a:p>
      </dgm:t>
    </dgm:pt>
    <dgm:pt modelId="{79795BD7-A5D4-48AC-B25F-71AB38563551}" type="parTrans" cxnId="{58A6BB2A-3C08-45E5-B749-F250A8BF25EE}">
      <dgm:prSet/>
      <dgm:spPr/>
      <dgm:t>
        <a:bodyPr/>
        <a:lstStyle/>
        <a:p>
          <a:endParaRPr lang="en-US"/>
        </a:p>
      </dgm:t>
    </dgm:pt>
    <dgm:pt modelId="{6E85E03C-A582-4A1D-AFE7-E24E75484CC3}" type="sibTrans" cxnId="{58A6BB2A-3C08-45E5-B749-F250A8BF25EE}">
      <dgm:prSet/>
      <dgm:spPr/>
      <dgm:t>
        <a:bodyPr/>
        <a:lstStyle/>
        <a:p>
          <a:endParaRPr lang="en-US"/>
        </a:p>
      </dgm:t>
    </dgm:pt>
    <dgm:pt modelId="{8F991B8E-703C-4CF6-B311-F633C1800C08}">
      <dgm:prSet/>
      <dgm:spPr/>
      <dgm:t>
        <a:bodyPr/>
        <a:lstStyle/>
        <a:p>
          <a:r>
            <a:rPr lang="en-US"/>
            <a:t>External executable files</a:t>
          </a:r>
        </a:p>
      </dgm:t>
    </dgm:pt>
    <dgm:pt modelId="{F018CEFC-9977-4905-9F90-10DEBC5F1CD0}" type="parTrans" cxnId="{3D01F1B4-4F37-4ECD-8763-0C2374E78176}">
      <dgm:prSet/>
      <dgm:spPr/>
      <dgm:t>
        <a:bodyPr/>
        <a:lstStyle/>
        <a:p>
          <a:endParaRPr lang="en-US"/>
        </a:p>
      </dgm:t>
    </dgm:pt>
    <dgm:pt modelId="{EA0526B1-7C46-4F4C-99E6-179A80AE003B}" type="sibTrans" cxnId="{3D01F1B4-4F37-4ECD-8763-0C2374E78176}">
      <dgm:prSet/>
      <dgm:spPr/>
      <dgm:t>
        <a:bodyPr/>
        <a:lstStyle/>
        <a:p>
          <a:endParaRPr lang="en-US"/>
        </a:p>
      </dgm:t>
    </dgm:pt>
    <dgm:pt modelId="{B4D60A40-F839-4CD5-9902-5D9AAD766779}">
      <dgm:prSet/>
      <dgm:spPr/>
      <dgm:t>
        <a:bodyPr/>
        <a:lstStyle/>
        <a:p>
          <a:r>
            <a:rPr lang="en-US"/>
            <a:t>Scripts &amp; functions</a:t>
          </a:r>
        </a:p>
      </dgm:t>
    </dgm:pt>
    <dgm:pt modelId="{2972D691-6FA8-4310-9BF9-55A61E1D85AE}" type="parTrans" cxnId="{9075353F-CD04-4872-AFB3-458068257DDF}">
      <dgm:prSet/>
      <dgm:spPr/>
      <dgm:t>
        <a:bodyPr/>
        <a:lstStyle/>
        <a:p>
          <a:endParaRPr lang="en-US"/>
        </a:p>
      </dgm:t>
    </dgm:pt>
    <dgm:pt modelId="{0C4D6242-75F8-4BD0-A251-CAA874B3D845}" type="sibTrans" cxnId="{9075353F-CD04-4872-AFB3-458068257DDF}">
      <dgm:prSet/>
      <dgm:spPr/>
      <dgm:t>
        <a:bodyPr/>
        <a:lstStyle/>
        <a:p>
          <a:endParaRPr lang="en-US"/>
        </a:p>
      </dgm:t>
    </dgm:pt>
    <dgm:pt modelId="{CF19B370-B535-4AE6-ABED-9A9024747583}">
      <dgm:prSet/>
      <dgm:spPr/>
      <dgm:t>
        <a:bodyPr/>
        <a:lstStyle/>
        <a:p>
          <a:r>
            <a:rPr lang="en-US"/>
            <a:t>Purpose</a:t>
          </a:r>
        </a:p>
      </dgm:t>
    </dgm:pt>
    <dgm:pt modelId="{DD1F23C3-22DE-495B-9064-B6C4CFF1CA16}" type="parTrans" cxnId="{E41CBA94-4A77-4C54-BACB-6AED97D7B817}">
      <dgm:prSet/>
      <dgm:spPr/>
      <dgm:t>
        <a:bodyPr/>
        <a:lstStyle/>
        <a:p>
          <a:endParaRPr lang="en-US"/>
        </a:p>
      </dgm:t>
    </dgm:pt>
    <dgm:pt modelId="{48BEBC98-2C35-48F6-A3DD-17E5B94EF142}" type="sibTrans" cxnId="{E41CBA94-4A77-4C54-BACB-6AED97D7B817}">
      <dgm:prSet/>
      <dgm:spPr/>
      <dgm:t>
        <a:bodyPr/>
        <a:lstStyle/>
        <a:p>
          <a:endParaRPr lang="en-US"/>
        </a:p>
      </dgm:t>
    </dgm:pt>
    <dgm:pt modelId="{6F66A618-FA72-42B6-9AE9-9E8D5D346C2B}">
      <dgm:prSet/>
      <dgm:spPr/>
      <dgm:t>
        <a:bodyPr/>
        <a:lstStyle/>
        <a:p>
          <a:r>
            <a:rPr lang="en-US"/>
            <a:t>Batch scripts vs. tools</a:t>
          </a:r>
        </a:p>
      </dgm:t>
    </dgm:pt>
    <dgm:pt modelId="{63D8EB6D-34DB-4804-AF6A-14476EB53780}" type="parTrans" cxnId="{445CA35F-53B7-4335-9293-ACA6C1695C41}">
      <dgm:prSet/>
      <dgm:spPr/>
      <dgm:t>
        <a:bodyPr/>
        <a:lstStyle/>
        <a:p>
          <a:endParaRPr lang="en-US"/>
        </a:p>
      </dgm:t>
    </dgm:pt>
    <dgm:pt modelId="{BDDEC32A-1A59-47E2-9996-B82E5D52B372}" type="sibTrans" cxnId="{445CA35F-53B7-4335-9293-ACA6C1695C41}">
      <dgm:prSet/>
      <dgm:spPr/>
      <dgm:t>
        <a:bodyPr/>
        <a:lstStyle/>
        <a:p>
          <a:endParaRPr lang="en-US"/>
        </a:p>
      </dgm:t>
    </dgm:pt>
    <dgm:pt modelId="{57654BB1-6EF5-4B87-8B38-24A143FE6485}">
      <dgm:prSet/>
      <dgm:spPr/>
      <dgm:t>
        <a:bodyPr/>
        <a:lstStyle/>
        <a:p>
          <a:r>
            <a:rPr lang="en-US"/>
            <a:t>Scriptblocks</a:t>
          </a:r>
        </a:p>
      </dgm:t>
    </dgm:pt>
    <dgm:pt modelId="{E17C8F85-D207-4EB5-9822-E868C0A92E60}" type="parTrans" cxnId="{DF774897-0D5C-40E7-BA66-9278916D3C2E}">
      <dgm:prSet/>
      <dgm:spPr/>
      <dgm:t>
        <a:bodyPr/>
        <a:lstStyle/>
        <a:p>
          <a:endParaRPr lang="en-US"/>
        </a:p>
      </dgm:t>
    </dgm:pt>
    <dgm:pt modelId="{C6A0012A-9164-44A8-9282-4FAB1E417D82}" type="sibTrans" cxnId="{DF774897-0D5C-40E7-BA66-9278916D3C2E}">
      <dgm:prSet/>
      <dgm:spPr/>
      <dgm:t>
        <a:bodyPr/>
        <a:lstStyle/>
        <a:p>
          <a:endParaRPr lang="en-US"/>
        </a:p>
      </dgm:t>
    </dgm:pt>
    <dgm:pt modelId="{3B8E46E7-F389-4F6D-9558-315893AC0A88}">
      <dgm:prSet/>
      <dgm:spPr/>
      <dgm:t>
        <a:bodyPr/>
        <a:lstStyle/>
        <a:p>
          <a:r>
            <a:rPr lang="en-US"/>
            <a:t>Profiles and dot-sourcing</a:t>
          </a:r>
        </a:p>
      </dgm:t>
    </dgm:pt>
    <dgm:pt modelId="{F631967D-7928-4440-8A1E-A43B04D4730F}" type="parTrans" cxnId="{D9B13B13-E601-4ACA-A39F-E12044ABA297}">
      <dgm:prSet/>
      <dgm:spPr/>
      <dgm:t>
        <a:bodyPr/>
        <a:lstStyle/>
        <a:p>
          <a:endParaRPr lang="en-US"/>
        </a:p>
      </dgm:t>
    </dgm:pt>
    <dgm:pt modelId="{B759993F-F37E-42CD-A320-C1C06AE843BB}" type="sibTrans" cxnId="{D9B13B13-E601-4ACA-A39F-E12044ABA297}">
      <dgm:prSet/>
      <dgm:spPr/>
      <dgm:t>
        <a:bodyPr/>
        <a:lstStyle/>
        <a:p>
          <a:endParaRPr lang="en-US"/>
        </a:p>
      </dgm:t>
    </dgm:pt>
    <dgm:pt modelId="{54D52288-B19D-4812-A8EB-8AB3FF2C983E}">
      <dgm:prSet/>
      <dgm:spPr/>
      <dgm:t>
        <a:bodyPr/>
        <a:lstStyle/>
        <a:p>
          <a:r>
            <a:rPr lang="en-US"/>
            <a:t>Variable scopes</a:t>
          </a:r>
        </a:p>
      </dgm:t>
    </dgm:pt>
    <dgm:pt modelId="{A2832FA1-FBDB-4014-BE96-3DFA57B74F8D}" type="parTrans" cxnId="{328E852F-B2FE-43FE-9C8B-83EF6D7CDA48}">
      <dgm:prSet/>
      <dgm:spPr/>
      <dgm:t>
        <a:bodyPr/>
        <a:lstStyle/>
        <a:p>
          <a:endParaRPr lang="en-US"/>
        </a:p>
      </dgm:t>
    </dgm:pt>
    <dgm:pt modelId="{98CC7BE9-AF5E-4027-BA00-92E2AC95F65A}" type="sibTrans" cxnId="{328E852F-B2FE-43FE-9C8B-83EF6D7CDA48}">
      <dgm:prSet/>
      <dgm:spPr/>
      <dgm:t>
        <a:bodyPr/>
        <a:lstStyle/>
        <a:p>
          <a:endParaRPr lang="en-US"/>
        </a:p>
      </dgm:t>
    </dgm:pt>
    <dgm:pt modelId="{3EECA4F9-D46A-47DF-AD82-C6BCDE56E1AC}">
      <dgm:prSet/>
      <dgm:spPr/>
      <dgm:t>
        <a:bodyPr/>
        <a:lstStyle/>
        <a:p>
          <a:r>
            <a:rPr lang="en-US"/>
            <a:t>Global</a:t>
          </a:r>
        </a:p>
      </dgm:t>
    </dgm:pt>
    <dgm:pt modelId="{23EDA664-4C67-4930-AA66-1DCFF38F3DD9}" type="parTrans" cxnId="{D72C6DDB-FB73-4172-982E-0F43D3866027}">
      <dgm:prSet/>
      <dgm:spPr/>
      <dgm:t>
        <a:bodyPr/>
        <a:lstStyle/>
        <a:p>
          <a:endParaRPr lang="en-US"/>
        </a:p>
      </dgm:t>
    </dgm:pt>
    <dgm:pt modelId="{46F8455F-76DC-4B7D-8D45-7366508B6DAF}" type="sibTrans" cxnId="{D72C6DDB-FB73-4172-982E-0F43D3866027}">
      <dgm:prSet/>
      <dgm:spPr/>
      <dgm:t>
        <a:bodyPr/>
        <a:lstStyle/>
        <a:p>
          <a:endParaRPr lang="en-US"/>
        </a:p>
      </dgm:t>
    </dgm:pt>
    <dgm:pt modelId="{803CB721-8F10-4772-9CD0-44FB58425220}">
      <dgm:prSet/>
      <dgm:spPr/>
      <dgm:t>
        <a:bodyPr/>
        <a:lstStyle/>
        <a:p>
          <a:r>
            <a:rPr lang="en-US"/>
            <a:t>Local</a:t>
          </a:r>
        </a:p>
      </dgm:t>
    </dgm:pt>
    <dgm:pt modelId="{94411644-EDB9-4B2B-BCD1-4E6F66FD54E0}" type="parTrans" cxnId="{3AD934A5-DF08-4D44-82D0-C7204A8EEAAE}">
      <dgm:prSet/>
      <dgm:spPr/>
      <dgm:t>
        <a:bodyPr/>
        <a:lstStyle/>
        <a:p>
          <a:endParaRPr lang="en-US"/>
        </a:p>
      </dgm:t>
    </dgm:pt>
    <dgm:pt modelId="{8ED1C936-18EB-4611-940D-203F0006A0F0}" type="sibTrans" cxnId="{3AD934A5-DF08-4D44-82D0-C7204A8EEAAE}">
      <dgm:prSet/>
      <dgm:spPr/>
      <dgm:t>
        <a:bodyPr/>
        <a:lstStyle/>
        <a:p>
          <a:endParaRPr lang="en-US"/>
        </a:p>
      </dgm:t>
    </dgm:pt>
    <dgm:pt modelId="{E1A17AB1-610F-4CD2-94F2-0B99FECF23C1}">
      <dgm:prSet/>
      <dgm:spPr/>
      <dgm:t>
        <a:bodyPr/>
        <a:lstStyle/>
        <a:p>
          <a:r>
            <a:rPr lang="en-US"/>
            <a:t>Script</a:t>
          </a:r>
        </a:p>
      </dgm:t>
    </dgm:pt>
    <dgm:pt modelId="{13B9FBF0-50C4-4B3D-9098-94931C37AAD5}" type="parTrans" cxnId="{F78C6E11-692F-48E4-8EB0-F0A95E6DE098}">
      <dgm:prSet/>
      <dgm:spPr/>
      <dgm:t>
        <a:bodyPr/>
        <a:lstStyle/>
        <a:p>
          <a:endParaRPr lang="en-US"/>
        </a:p>
      </dgm:t>
    </dgm:pt>
    <dgm:pt modelId="{7BF8A5F6-EEE0-4BD3-8BE0-D8B1B50241D5}" type="sibTrans" cxnId="{F78C6E11-692F-48E4-8EB0-F0A95E6DE098}">
      <dgm:prSet/>
      <dgm:spPr/>
      <dgm:t>
        <a:bodyPr/>
        <a:lstStyle/>
        <a:p>
          <a:endParaRPr lang="en-US"/>
        </a:p>
      </dgm:t>
    </dgm:pt>
    <dgm:pt modelId="{28D5D3AE-A0E5-44AB-AA30-C7C97D3B804C}">
      <dgm:prSet/>
      <dgm:spPr/>
      <dgm:t>
        <a:bodyPr/>
        <a:lstStyle/>
        <a:p>
          <a:r>
            <a:rPr lang="en-US"/>
            <a:t>Private</a:t>
          </a:r>
        </a:p>
      </dgm:t>
    </dgm:pt>
    <dgm:pt modelId="{8BEB9651-CCC4-48B5-90FB-7AAA651482ED}" type="parTrans" cxnId="{250BE7D8-76B9-420D-87CA-5E71CF5756B8}">
      <dgm:prSet/>
      <dgm:spPr/>
      <dgm:t>
        <a:bodyPr/>
        <a:lstStyle/>
        <a:p>
          <a:endParaRPr lang="en-US"/>
        </a:p>
      </dgm:t>
    </dgm:pt>
    <dgm:pt modelId="{5DA39348-87A7-4062-BCF8-CFD7BBCD1AC2}" type="sibTrans" cxnId="{250BE7D8-76B9-420D-87CA-5E71CF5756B8}">
      <dgm:prSet/>
      <dgm:spPr/>
      <dgm:t>
        <a:bodyPr/>
        <a:lstStyle/>
        <a:p>
          <a:endParaRPr lang="en-US"/>
        </a:p>
      </dgm:t>
    </dgm:pt>
    <dgm:pt modelId="{5344EFF5-C012-439F-A5D9-E8E1410B32EE}" type="pres">
      <dgm:prSet presAssocID="{2AC36C22-BCEC-4985-B830-45E43EA422F5}" presName="theList" presStyleCnt="0">
        <dgm:presLayoutVars>
          <dgm:dir/>
          <dgm:animLvl val="lvl"/>
          <dgm:resizeHandles val="exact"/>
        </dgm:presLayoutVars>
      </dgm:prSet>
      <dgm:spPr/>
    </dgm:pt>
    <dgm:pt modelId="{8B36C6CF-7188-4681-8F0F-92ECBEE76FCC}" type="pres">
      <dgm:prSet presAssocID="{75C8B522-7F1D-423E-A04A-2DCA7B8A37A4}" presName="compNode" presStyleCnt="0"/>
      <dgm:spPr/>
    </dgm:pt>
    <dgm:pt modelId="{BFF9EDFD-BAC0-4DDC-9BBA-25C76B918E15}" type="pres">
      <dgm:prSet presAssocID="{75C8B522-7F1D-423E-A04A-2DCA7B8A37A4}" presName="aNode" presStyleLbl="bgShp" presStyleIdx="0" presStyleCnt="4"/>
      <dgm:spPr/>
    </dgm:pt>
    <dgm:pt modelId="{35167D40-9E46-4E52-B3EB-2C08AEAC4002}" type="pres">
      <dgm:prSet presAssocID="{75C8B522-7F1D-423E-A04A-2DCA7B8A37A4}" presName="textNode" presStyleLbl="bgShp" presStyleIdx="0" presStyleCnt="4"/>
      <dgm:spPr/>
    </dgm:pt>
    <dgm:pt modelId="{1BFB2802-1653-4C8B-8507-951F1AB2D274}" type="pres">
      <dgm:prSet presAssocID="{75C8B522-7F1D-423E-A04A-2DCA7B8A37A4}" presName="compChildNode" presStyleCnt="0"/>
      <dgm:spPr/>
    </dgm:pt>
    <dgm:pt modelId="{94B89A25-A4C9-45DC-8658-45500B81CB33}" type="pres">
      <dgm:prSet presAssocID="{75C8B522-7F1D-423E-A04A-2DCA7B8A37A4}" presName="theInnerList" presStyleCnt="0"/>
      <dgm:spPr/>
    </dgm:pt>
    <dgm:pt modelId="{6B5A6FE8-18AB-40C1-A074-AF92F3E897A8}" type="pres">
      <dgm:prSet presAssocID="{CDE4A260-366C-4056-9554-1D50992E2B71}" presName="childNode" presStyleLbl="node1" presStyleIdx="0" presStyleCnt="14">
        <dgm:presLayoutVars>
          <dgm:bulletEnabled val="1"/>
        </dgm:presLayoutVars>
      </dgm:prSet>
      <dgm:spPr/>
    </dgm:pt>
    <dgm:pt modelId="{40882C7E-1D7A-4DFC-99DC-A8B6859F3F96}" type="pres">
      <dgm:prSet presAssocID="{CDE4A260-366C-4056-9554-1D50992E2B71}" presName="aSpace2" presStyleCnt="0"/>
      <dgm:spPr/>
    </dgm:pt>
    <dgm:pt modelId="{204A21AB-02BE-4493-B149-41738E847CC2}" type="pres">
      <dgm:prSet presAssocID="{CA54EA68-5DBC-4DA7-A0B9-966C21417BE9}" presName="childNode" presStyleLbl="node1" presStyleIdx="1" presStyleCnt="14">
        <dgm:presLayoutVars>
          <dgm:bulletEnabled val="1"/>
        </dgm:presLayoutVars>
      </dgm:prSet>
      <dgm:spPr/>
    </dgm:pt>
    <dgm:pt modelId="{985F8959-206E-4253-8365-D6519275E927}" type="pres">
      <dgm:prSet presAssocID="{75C8B522-7F1D-423E-A04A-2DCA7B8A37A4}" presName="aSpace" presStyleCnt="0"/>
      <dgm:spPr/>
    </dgm:pt>
    <dgm:pt modelId="{0076CAA3-B41F-459C-AF55-82604635CB77}" type="pres">
      <dgm:prSet presAssocID="{D7E786C7-475E-466C-B5FE-886ACD98629D}" presName="compNode" presStyleCnt="0"/>
      <dgm:spPr/>
    </dgm:pt>
    <dgm:pt modelId="{86FAE333-6C6A-4A17-A30F-1B163236BEA3}" type="pres">
      <dgm:prSet presAssocID="{D7E786C7-475E-466C-B5FE-886ACD98629D}" presName="aNode" presStyleLbl="bgShp" presStyleIdx="1" presStyleCnt="4"/>
      <dgm:spPr/>
    </dgm:pt>
    <dgm:pt modelId="{59E420AF-AFED-4739-8A7A-93531F917248}" type="pres">
      <dgm:prSet presAssocID="{D7E786C7-475E-466C-B5FE-886ACD98629D}" presName="textNode" presStyleLbl="bgShp" presStyleIdx="1" presStyleCnt="4"/>
      <dgm:spPr/>
    </dgm:pt>
    <dgm:pt modelId="{47BFDACC-62E9-4BC0-A8FE-E733A2D8B387}" type="pres">
      <dgm:prSet presAssocID="{D7E786C7-475E-466C-B5FE-886ACD98629D}" presName="compChildNode" presStyleCnt="0"/>
      <dgm:spPr/>
    </dgm:pt>
    <dgm:pt modelId="{B3B27ECF-B591-40D1-B953-4FACC672E99C}" type="pres">
      <dgm:prSet presAssocID="{D7E786C7-475E-466C-B5FE-886ACD98629D}" presName="theInnerList" presStyleCnt="0"/>
      <dgm:spPr/>
    </dgm:pt>
    <dgm:pt modelId="{4D475FAA-926F-4A66-9EEA-B642317A33FE}" type="pres">
      <dgm:prSet presAssocID="{9DB28C7B-DFA8-486C-AB4C-D34309D5A5FC}" presName="childNode" presStyleLbl="node1" presStyleIdx="2" presStyleCnt="14">
        <dgm:presLayoutVars>
          <dgm:bulletEnabled val="1"/>
        </dgm:presLayoutVars>
      </dgm:prSet>
      <dgm:spPr/>
    </dgm:pt>
    <dgm:pt modelId="{BA8271C3-4DD4-4FFD-B4F6-A65AAACF69E5}" type="pres">
      <dgm:prSet presAssocID="{9DB28C7B-DFA8-486C-AB4C-D34309D5A5FC}" presName="aSpace2" presStyleCnt="0"/>
      <dgm:spPr/>
    </dgm:pt>
    <dgm:pt modelId="{8D851283-7AD4-4A0D-BCEC-68E3590C6CFE}" type="pres">
      <dgm:prSet presAssocID="{15806E88-7E19-4746-9FD5-18D8F3B67BD1}" presName="childNode" presStyleLbl="node1" presStyleIdx="3" presStyleCnt="14">
        <dgm:presLayoutVars>
          <dgm:bulletEnabled val="1"/>
        </dgm:presLayoutVars>
      </dgm:prSet>
      <dgm:spPr/>
    </dgm:pt>
    <dgm:pt modelId="{AD372CFD-4FBB-4CE5-A463-6D48B6CB0BB2}" type="pres">
      <dgm:prSet presAssocID="{15806E88-7E19-4746-9FD5-18D8F3B67BD1}" presName="aSpace2" presStyleCnt="0"/>
      <dgm:spPr/>
    </dgm:pt>
    <dgm:pt modelId="{ECFAA994-CAE4-4040-A3BC-3E30D9A2AA6F}" type="pres">
      <dgm:prSet presAssocID="{4A226B22-543D-4525-8905-A3CE3E79AC8D}" presName="childNode" presStyleLbl="node1" presStyleIdx="4" presStyleCnt="14">
        <dgm:presLayoutVars>
          <dgm:bulletEnabled val="1"/>
        </dgm:presLayoutVars>
      </dgm:prSet>
      <dgm:spPr/>
    </dgm:pt>
    <dgm:pt modelId="{B3E62BF8-993E-4303-B0F1-25EAC7AC8112}" type="pres">
      <dgm:prSet presAssocID="{4A226B22-543D-4525-8905-A3CE3E79AC8D}" presName="aSpace2" presStyleCnt="0"/>
      <dgm:spPr/>
    </dgm:pt>
    <dgm:pt modelId="{30EDF59B-CFFA-4FDD-BCC7-206157813E79}" type="pres">
      <dgm:prSet presAssocID="{8F991B8E-703C-4CF6-B311-F633C1800C08}" presName="childNode" presStyleLbl="node1" presStyleIdx="5" presStyleCnt="14">
        <dgm:presLayoutVars>
          <dgm:bulletEnabled val="1"/>
        </dgm:presLayoutVars>
      </dgm:prSet>
      <dgm:spPr/>
    </dgm:pt>
    <dgm:pt modelId="{D3FC4329-2703-45BA-B052-D95AB3BD7F83}" type="pres">
      <dgm:prSet presAssocID="{D7E786C7-475E-466C-B5FE-886ACD98629D}" presName="aSpace" presStyleCnt="0"/>
      <dgm:spPr/>
    </dgm:pt>
    <dgm:pt modelId="{D42C069A-606D-48FC-ADE0-3273E8903365}" type="pres">
      <dgm:prSet presAssocID="{B4D60A40-F839-4CD5-9902-5D9AAD766779}" presName="compNode" presStyleCnt="0"/>
      <dgm:spPr/>
    </dgm:pt>
    <dgm:pt modelId="{08247C67-8EC0-4AF3-B145-D6C6BFA551E4}" type="pres">
      <dgm:prSet presAssocID="{B4D60A40-F839-4CD5-9902-5D9AAD766779}" presName="aNode" presStyleLbl="bgShp" presStyleIdx="2" presStyleCnt="4"/>
      <dgm:spPr/>
    </dgm:pt>
    <dgm:pt modelId="{A72B83B5-6508-46AD-8683-2C5F9CA799FB}" type="pres">
      <dgm:prSet presAssocID="{B4D60A40-F839-4CD5-9902-5D9AAD766779}" presName="textNode" presStyleLbl="bgShp" presStyleIdx="2" presStyleCnt="4"/>
      <dgm:spPr/>
    </dgm:pt>
    <dgm:pt modelId="{11D9EC72-A4AB-4928-9974-D233141C4DCA}" type="pres">
      <dgm:prSet presAssocID="{B4D60A40-F839-4CD5-9902-5D9AAD766779}" presName="compChildNode" presStyleCnt="0"/>
      <dgm:spPr/>
    </dgm:pt>
    <dgm:pt modelId="{7E8BBC6C-84F5-496F-A3E3-ED2D0E345B4D}" type="pres">
      <dgm:prSet presAssocID="{B4D60A40-F839-4CD5-9902-5D9AAD766779}" presName="theInnerList" presStyleCnt="0"/>
      <dgm:spPr/>
    </dgm:pt>
    <dgm:pt modelId="{731F1F9F-76A0-4E4A-88D0-3842A701EC57}" type="pres">
      <dgm:prSet presAssocID="{CF19B370-B535-4AE6-ABED-9A9024747583}" presName="childNode" presStyleLbl="node1" presStyleIdx="6" presStyleCnt="14">
        <dgm:presLayoutVars>
          <dgm:bulletEnabled val="1"/>
        </dgm:presLayoutVars>
      </dgm:prSet>
      <dgm:spPr/>
    </dgm:pt>
    <dgm:pt modelId="{BBE492BF-C007-46EF-90B7-77021E1ADEB7}" type="pres">
      <dgm:prSet presAssocID="{CF19B370-B535-4AE6-ABED-9A9024747583}" presName="aSpace2" presStyleCnt="0"/>
      <dgm:spPr/>
    </dgm:pt>
    <dgm:pt modelId="{B48270B6-6039-4B20-B833-8D8AA05062AE}" type="pres">
      <dgm:prSet presAssocID="{6F66A618-FA72-42B6-9AE9-9E8D5D346C2B}" presName="childNode" presStyleLbl="node1" presStyleIdx="7" presStyleCnt="14">
        <dgm:presLayoutVars>
          <dgm:bulletEnabled val="1"/>
        </dgm:presLayoutVars>
      </dgm:prSet>
      <dgm:spPr/>
    </dgm:pt>
    <dgm:pt modelId="{255C7FFA-F03A-410E-81CC-C263F255504E}" type="pres">
      <dgm:prSet presAssocID="{6F66A618-FA72-42B6-9AE9-9E8D5D346C2B}" presName="aSpace2" presStyleCnt="0"/>
      <dgm:spPr/>
    </dgm:pt>
    <dgm:pt modelId="{B588F65D-2EB3-40D2-A508-40623FC56FE4}" type="pres">
      <dgm:prSet presAssocID="{57654BB1-6EF5-4B87-8B38-24A143FE6485}" presName="childNode" presStyleLbl="node1" presStyleIdx="8" presStyleCnt="14">
        <dgm:presLayoutVars>
          <dgm:bulletEnabled val="1"/>
        </dgm:presLayoutVars>
      </dgm:prSet>
      <dgm:spPr/>
    </dgm:pt>
    <dgm:pt modelId="{25ABCCD0-8ECA-4E93-AE89-41FDBF685814}" type="pres">
      <dgm:prSet presAssocID="{57654BB1-6EF5-4B87-8B38-24A143FE6485}" presName="aSpace2" presStyleCnt="0"/>
      <dgm:spPr/>
    </dgm:pt>
    <dgm:pt modelId="{CE8E4965-3C3E-4BE7-972C-21215BF78384}" type="pres">
      <dgm:prSet presAssocID="{3B8E46E7-F389-4F6D-9558-315893AC0A88}" presName="childNode" presStyleLbl="node1" presStyleIdx="9" presStyleCnt="14">
        <dgm:presLayoutVars>
          <dgm:bulletEnabled val="1"/>
        </dgm:presLayoutVars>
      </dgm:prSet>
      <dgm:spPr/>
    </dgm:pt>
    <dgm:pt modelId="{C54A82B5-2AE9-48D6-A784-6A9EBB14553A}" type="pres">
      <dgm:prSet presAssocID="{B4D60A40-F839-4CD5-9902-5D9AAD766779}" presName="aSpace" presStyleCnt="0"/>
      <dgm:spPr/>
    </dgm:pt>
    <dgm:pt modelId="{6AC3DD80-BB18-4581-9A07-0EE3F216AFBA}" type="pres">
      <dgm:prSet presAssocID="{54D52288-B19D-4812-A8EB-8AB3FF2C983E}" presName="compNode" presStyleCnt="0"/>
      <dgm:spPr/>
    </dgm:pt>
    <dgm:pt modelId="{F0E4CAF1-A0A5-40EF-A8E0-51DE8C18EA5A}" type="pres">
      <dgm:prSet presAssocID="{54D52288-B19D-4812-A8EB-8AB3FF2C983E}" presName="aNode" presStyleLbl="bgShp" presStyleIdx="3" presStyleCnt="4"/>
      <dgm:spPr/>
    </dgm:pt>
    <dgm:pt modelId="{7069FF18-497D-4EC6-8C34-A9A5138FC6CE}" type="pres">
      <dgm:prSet presAssocID="{54D52288-B19D-4812-A8EB-8AB3FF2C983E}" presName="textNode" presStyleLbl="bgShp" presStyleIdx="3" presStyleCnt="4"/>
      <dgm:spPr/>
    </dgm:pt>
    <dgm:pt modelId="{4BF7AF81-2C0B-4F4C-ABD1-94BC0922378E}" type="pres">
      <dgm:prSet presAssocID="{54D52288-B19D-4812-A8EB-8AB3FF2C983E}" presName="compChildNode" presStyleCnt="0"/>
      <dgm:spPr/>
    </dgm:pt>
    <dgm:pt modelId="{9B9827AC-ED8E-4602-9044-3B4533A74EDC}" type="pres">
      <dgm:prSet presAssocID="{54D52288-B19D-4812-A8EB-8AB3FF2C983E}" presName="theInnerList" presStyleCnt="0"/>
      <dgm:spPr/>
    </dgm:pt>
    <dgm:pt modelId="{892F6AB5-6685-4ED5-B76C-2C1DDD2975A3}" type="pres">
      <dgm:prSet presAssocID="{3EECA4F9-D46A-47DF-AD82-C6BCDE56E1AC}" presName="childNode" presStyleLbl="node1" presStyleIdx="10" presStyleCnt="14">
        <dgm:presLayoutVars>
          <dgm:bulletEnabled val="1"/>
        </dgm:presLayoutVars>
      </dgm:prSet>
      <dgm:spPr/>
    </dgm:pt>
    <dgm:pt modelId="{E9ECDE8B-5B7F-4E4F-B719-0841D89B5D8B}" type="pres">
      <dgm:prSet presAssocID="{3EECA4F9-D46A-47DF-AD82-C6BCDE56E1AC}" presName="aSpace2" presStyleCnt="0"/>
      <dgm:spPr/>
    </dgm:pt>
    <dgm:pt modelId="{0858A859-48A4-4A57-B711-078D025CE0EE}" type="pres">
      <dgm:prSet presAssocID="{803CB721-8F10-4772-9CD0-44FB58425220}" presName="childNode" presStyleLbl="node1" presStyleIdx="11" presStyleCnt="14">
        <dgm:presLayoutVars>
          <dgm:bulletEnabled val="1"/>
        </dgm:presLayoutVars>
      </dgm:prSet>
      <dgm:spPr/>
    </dgm:pt>
    <dgm:pt modelId="{F003BD6C-248C-4E56-85B5-F6A29DE3C7F2}" type="pres">
      <dgm:prSet presAssocID="{803CB721-8F10-4772-9CD0-44FB58425220}" presName="aSpace2" presStyleCnt="0"/>
      <dgm:spPr/>
    </dgm:pt>
    <dgm:pt modelId="{8CF0157E-7345-4101-9606-0498167900F9}" type="pres">
      <dgm:prSet presAssocID="{E1A17AB1-610F-4CD2-94F2-0B99FECF23C1}" presName="childNode" presStyleLbl="node1" presStyleIdx="12" presStyleCnt="14">
        <dgm:presLayoutVars>
          <dgm:bulletEnabled val="1"/>
        </dgm:presLayoutVars>
      </dgm:prSet>
      <dgm:spPr/>
    </dgm:pt>
    <dgm:pt modelId="{4262CB06-9B91-4162-AAEE-3377EF017055}" type="pres">
      <dgm:prSet presAssocID="{E1A17AB1-610F-4CD2-94F2-0B99FECF23C1}" presName="aSpace2" presStyleCnt="0"/>
      <dgm:spPr/>
    </dgm:pt>
    <dgm:pt modelId="{C7A81447-889C-487D-96A1-E6E7BB369C2E}" type="pres">
      <dgm:prSet presAssocID="{28D5D3AE-A0E5-44AB-AA30-C7C97D3B804C}" presName="childNode" presStyleLbl="node1" presStyleIdx="13" presStyleCnt="14">
        <dgm:presLayoutVars>
          <dgm:bulletEnabled val="1"/>
        </dgm:presLayoutVars>
      </dgm:prSet>
      <dgm:spPr/>
    </dgm:pt>
  </dgm:ptLst>
  <dgm:cxnLst>
    <dgm:cxn modelId="{539CBB0A-6500-4F07-A74F-0557D79F7B11}" type="presOf" srcId="{28D5D3AE-A0E5-44AB-AA30-C7C97D3B804C}" destId="{C7A81447-889C-487D-96A1-E6E7BB369C2E}" srcOrd="0" destOrd="0" presId="urn:microsoft.com/office/officeart/2005/8/layout/lProcess2"/>
    <dgm:cxn modelId="{F78C6E11-692F-48E4-8EB0-F0A95E6DE098}" srcId="{54D52288-B19D-4812-A8EB-8AB3FF2C983E}" destId="{E1A17AB1-610F-4CD2-94F2-0B99FECF23C1}" srcOrd="2" destOrd="0" parTransId="{13B9FBF0-50C4-4B3D-9098-94931C37AAD5}" sibTransId="{7BF8A5F6-EEE0-4BD3-8BE0-D8B1B50241D5}"/>
    <dgm:cxn modelId="{D9B13B13-E601-4ACA-A39F-E12044ABA297}" srcId="{B4D60A40-F839-4CD5-9902-5D9AAD766779}" destId="{3B8E46E7-F389-4F6D-9558-315893AC0A88}" srcOrd="3" destOrd="0" parTransId="{F631967D-7928-4440-8A1E-A43B04D4730F}" sibTransId="{B759993F-F37E-42CD-A320-C1C06AE843BB}"/>
    <dgm:cxn modelId="{B2E3061B-1AE1-4495-8C29-5974280C4E11}" type="presOf" srcId="{8F991B8E-703C-4CF6-B311-F633C1800C08}" destId="{30EDF59B-CFFA-4FDD-BCC7-206157813E79}" srcOrd="0" destOrd="0" presId="urn:microsoft.com/office/officeart/2005/8/layout/lProcess2"/>
    <dgm:cxn modelId="{1BE9DC20-EBE5-4A5F-9F27-5AB176ED6C38}" type="presOf" srcId="{CDE4A260-366C-4056-9554-1D50992E2B71}" destId="{6B5A6FE8-18AB-40C1-A074-AF92F3E897A8}" srcOrd="0" destOrd="0" presId="urn:microsoft.com/office/officeart/2005/8/layout/lProcess2"/>
    <dgm:cxn modelId="{58A6BB2A-3C08-45E5-B749-F250A8BF25EE}" srcId="{D7E786C7-475E-466C-B5FE-886ACD98629D}" destId="{4A226B22-543D-4525-8905-A3CE3E79AC8D}" srcOrd="2" destOrd="0" parTransId="{79795BD7-A5D4-48AC-B25F-71AB38563551}" sibTransId="{6E85E03C-A582-4A1D-AFE7-E24E75484CC3}"/>
    <dgm:cxn modelId="{328E852F-B2FE-43FE-9C8B-83EF6D7CDA48}" srcId="{2AC36C22-BCEC-4985-B830-45E43EA422F5}" destId="{54D52288-B19D-4812-A8EB-8AB3FF2C983E}" srcOrd="3" destOrd="0" parTransId="{A2832FA1-FBDB-4014-BE96-3DFA57B74F8D}" sibTransId="{98CC7BE9-AF5E-4027-BA00-92E2AC95F65A}"/>
    <dgm:cxn modelId="{44DF5F3A-B2DE-4FE6-8CE6-6417A8AA5F21}" type="presOf" srcId="{4A226B22-543D-4525-8905-A3CE3E79AC8D}" destId="{ECFAA994-CAE4-4040-A3BC-3E30D9A2AA6F}" srcOrd="0" destOrd="0" presId="urn:microsoft.com/office/officeart/2005/8/layout/lProcess2"/>
    <dgm:cxn modelId="{9075353F-CD04-4872-AFB3-458068257DDF}" srcId="{2AC36C22-BCEC-4985-B830-45E43EA422F5}" destId="{B4D60A40-F839-4CD5-9902-5D9AAD766779}" srcOrd="2" destOrd="0" parTransId="{2972D691-6FA8-4310-9BF9-55A61E1D85AE}" sibTransId="{0C4D6242-75F8-4BD0-A251-CAA874B3D845}"/>
    <dgm:cxn modelId="{445CA35F-53B7-4335-9293-ACA6C1695C41}" srcId="{B4D60A40-F839-4CD5-9902-5D9AAD766779}" destId="{6F66A618-FA72-42B6-9AE9-9E8D5D346C2B}" srcOrd="1" destOrd="0" parTransId="{63D8EB6D-34DB-4804-AF6A-14476EB53780}" sibTransId="{BDDEC32A-1A59-47E2-9996-B82E5D52B372}"/>
    <dgm:cxn modelId="{4D482360-AFDE-4966-B039-D1B096194A02}" type="presOf" srcId="{9DB28C7B-DFA8-486C-AB4C-D34309D5A5FC}" destId="{4D475FAA-926F-4A66-9EEA-B642317A33FE}" srcOrd="0" destOrd="0" presId="urn:microsoft.com/office/officeart/2005/8/layout/lProcess2"/>
    <dgm:cxn modelId="{DF7C2A42-B458-4C77-8394-D64B0094D34A}" type="presOf" srcId="{54D52288-B19D-4812-A8EB-8AB3FF2C983E}" destId="{7069FF18-497D-4EC6-8C34-A9A5138FC6CE}" srcOrd="1" destOrd="0" presId="urn:microsoft.com/office/officeart/2005/8/layout/lProcess2"/>
    <dgm:cxn modelId="{33995C43-2F30-4F39-9009-723E50761805}" type="presOf" srcId="{803CB721-8F10-4772-9CD0-44FB58425220}" destId="{0858A859-48A4-4A57-B711-078D025CE0EE}" srcOrd="0" destOrd="0" presId="urn:microsoft.com/office/officeart/2005/8/layout/lProcess2"/>
    <dgm:cxn modelId="{91AE7363-3F37-47EA-BB15-0655792D90ED}" type="presOf" srcId="{E1A17AB1-610F-4CD2-94F2-0B99FECF23C1}" destId="{8CF0157E-7345-4101-9606-0498167900F9}" srcOrd="0" destOrd="0" presId="urn:microsoft.com/office/officeart/2005/8/layout/lProcess2"/>
    <dgm:cxn modelId="{A2B12545-1D7B-4CBE-B0D7-0AF6C83AA2BA}" srcId="{75C8B522-7F1D-423E-A04A-2DCA7B8A37A4}" destId="{CA54EA68-5DBC-4DA7-A0B9-966C21417BE9}" srcOrd="1" destOrd="0" parTransId="{90CF6EB1-5CF0-49E6-AAFB-E353DEB0FA09}" sibTransId="{2B0D9B24-7184-48DE-994A-600CD3851521}"/>
    <dgm:cxn modelId="{99341F4A-D419-457A-A060-B320AC5D03BB}" type="presOf" srcId="{B4D60A40-F839-4CD5-9902-5D9AAD766779}" destId="{08247C67-8EC0-4AF3-B145-D6C6BFA551E4}" srcOrd="0" destOrd="0" presId="urn:microsoft.com/office/officeart/2005/8/layout/lProcess2"/>
    <dgm:cxn modelId="{1E24266C-CB64-4EF5-A328-138A15A39BD4}" srcId="{2AC36C22-BCEC-4985-B830-45E43EA422F5}" destId="{D7E786C7-475E-466C-B5FE-886ACD98629D}" srcOrd="1" destOrd="0" parTransId="{FCA407B8-CFCD-4249-A76B-32B1C67FE21C}" sibTransId="{78BE87C9-A131-4B26-8055-93DD4CBCEF68}"/>
    <dgm:cxn modelId="{A89F5953-34D8-40F3-946D-D403962DB52B}" type="presOf" srcId="{D7E786C7-475E-466C-B5FE-886ACD98629D}" destId="{86FAE333-6C6A-4A17-A30F-1B163236BEA3}" srcOrd="0" destOrd="0" presId="urn:microsoft.com/office/officeart/2005/8/layout/lProcess2"/>
    <dgm:cxn modelId="{12F6507A-320A-490B-A4F1-A96AA9FA6DD3}" srcId="{2AC36C22-BCEC-4985-B830-45E43EA422F5}" destId="{75C8B522-7F1D-423E-A04A-2DCA7B8A37A4}" srcOrd="0" destOrd="0" parTransId="{A8006401-2866-439C-A56E-696D148FC698}" sibTransId="{76767684-53B0-4692-B075-B9A7AECACD42}"/>
    <dgm:cxn modelId="{201BFA7A-2310-4751-95AD-31ACFD63117F}" type="presOf" srcId="{6F66A618-FA72-42B6-9AE9-9E8D5D346C2B}" destId="{B48270B6-6039-4B20-B833-8D8AA05062AE}" srcOrd="0" destOrd="0" presId="urn:microsoft.com/office/officeart/2005/8/layout/lProcess2"/>
    <dgm:cxn modelId="{33261880-EAAA-4190-AD00-3F2C20AF8F32}" type="presOf" srcId="{15806E88-7E19-4746-9FD5-18D8F3B67BD1}" destId="{8D851283-7AD4-4A0D-BCEC-68E3590C6CFE}" srcOrd="0" destOrd="0" presId="urn:microsoft.com/office/officeart/2005/8/layout/lProcess2"/>
    <dgm:cxn modelId="{A5E00583-1BC8-4E35-BAAA-42F25EE50200}" type="presOf" srcId="{3B8E46E7-F389-4F6D-9558-315893AC0A88}" destId="{CE8E4965-3C3E-4BE7-972C-21215BF78384}" srcOrd="0" destOrd="0" presId="urn:microsoft.com/office/officeart/2005/8/layout/lProcess2"/>
    <dgm:cxn modelId="{8703E08F-3DFE-4BEE-904A-0F58CD9A6844}" srcId="{75C8B522-7F1D-423E-A04A-2DCA7B8A37A4}" destId="{CDE4A260-366C-4056-9554-1D50992E2B71}" srcOrd="0" destOrd="0" parTransId="{F0477F8A-1C32-4BBF-B3CC-8B9CC1FF3DB3}" sibTransId="{D46D87CB-9FD0-4D02-8441-A5DE9725324F}"/>
    <dgm:cxn modelId="{8910AC94-22B1-439A-AF9F-1CB9D85D9970}" type="presOf" srcId="{B4D60A40-F839-4CD5-9902-5D9AAD766779}" destId="{A72B83B5-6508-46AD-8683-2C5F9CA799FB}" srcOrd="1" destOrd="0" presId="urn:microsoft.com/office/officeart/2005/8/layout/lProcess2"/>
    <dgm:cxn modelId="{E41CBA94-4A77-4C54-BACB-6AED97D7B817}" srcId="{B4D60A40-F839-4CD5-9902-5D9AAD766779}" destId="{CF19B370-B535-4AE6-ABED-9A9024747583}" srcOrd="0" destOrd="0" parTransId="{DD1F23C3-22DE-495B-9064-B6C4CFF1CA16}" sibTransId="{48BEBC98-2C35-48F6-A3DD-17E5B94EF142}"/>
    <dgm:cxn modelId="{DF774897-0D5C-40E7-BA66-9278916D3C2E}" srcId="{B4D60A40-F839-4CD5-9902-5D9AAD766779}" destId="{57654BB1-6EF5-4B87-8B38-24A143FE6485}" srcOrd="2" destOrd="0" parTransId="{E17C8F85-D207-4EB5-9822-E868C0A92E60}" sibTransId="{C6A0012A-9164-44A8-9282-4FAB1E417D82}"/>
    <dgm:cxn modelId="{7E36D397-95F3-4232-B32C-F4F5903F6F55}" type="presOf" srcId="{75C8B522-7F1D-423E-A04A-2DCA7B8A37A4}" destId="{35167D40-9E46-4E52-B3EB-2C08AEAC4002}" srcOrd="1" destOrd="0" presId="urn:microsoft.com/office/officeart/2005/8/layout/lProcess2"/>
    <dgm:cxn modelId="{9E285F9A-05B2-4C83-A9B0-2DC12B9EA86D}" type="presOf" srcId="{54D52288-B19D-4812-A8EB-8AB3FF2C983E}" destId="{F0E4CAF1-A0A5-40EF-A8E0-51DE8C18EA5A}" srcOrd="0" destOrd="0" presId="urn:microsoft.com/office/officeart/2005/8/layout/lProcess2"/>
    <dgm:cxn modelId="{3AD934A5-DF08-4D44-82D0-C7204A8EEAAE}" srcId="{54D52288-B19D-4812-A8EB-8AB3FF2C983E}" destId="{803CB721-8F10-4772-9CD0-44FB58425220}" srcOrd="1" destOrd="0" parTransId="{94411644-EDB9-4B2B-BCD1-4E6F66FD54E0}" sibTransId="{8ED1C936-18EB-4611-940D-203F0006A0F0}"/>
    <dgm:cxn modelId="{66BD2EAA-25C7-4B63-AD5F-D89C590F45BC}" type="presOf" srcId="{2AC36C22-BCEC-4985-B830-45E43EA422F5}" destId="{5344EFF5-C012-439F-A5D9-E8E1410B32EE}" srcOrd="0" destOrd="0" presId="urn:microsoft.com/office/officeart/2005/8/layout/lProcess2"/>
    <dgm:cxn modelId="{3D20E3AE-094A-45E9-94CC-0A05180E8987}" type="presOf" srcId="{CA54EA68-5DBC-4DA7-A0B9-966C21417BE9}" destId="{204A21AB-02BE-4493-B149-41738E847CC2}" srcOrd="0" destOrd="0" presId="urn:microsoft.com/office/officeart/2005/8/layout/lProcess2"/>
    <dgm:cxn modelId="{DFEF99B4-DC06-4A22-9BF1-B46DCC9EBB95}" srcId="{D7E786C7-475E-466C-B5FE-886ACD98629D}" destId="{15806E88-7E19-4746-9FD5-18D8F3B67BD1}" srcOrd="1" destOrd="0" parTransId="{A8BFB694-4F20-47FE-9FF1-AB4D16914B28}" sibTransId="{196A151E-9313-4C59-899C-0284DE02F121}"/>
    <dgm:cxn modelId="{3D01F1B4-4F37-4ECD-8763-0C2374E78176}" srcId="{D7E786C7-475E-466C-B5FE-886ACD98629D}" destId="{8F991B8E-703C-4CF6-B311-F633C1800C08}" srcOrd="3" destOrd="0" parTransId="{F018CEFC-9977-4905-9F90-10DEBC5F1CD0}" sibTransId="{EA0526B1-7C46-4F4C-99E6-179A80AE003B}"/>
    <dgm:cxn modelId="{15D854BF-EFF0-42FD-A8F1-D6D5596DCC99}" type="presOf" srcId="{D7E786C7-475E-466C-B5FE-886ACD98629D}" destId="{59E420AF-AFED-4739-8A7A-93531F917248}" srcOrd="1" destOrd="0" presId="urn:microsoft.com/office/officeart/2005/8/layout/lProcess2"/>
    <dgm:cxn modelId="{540084BF-CC3F-49FD-BBB3-7E7C1BD9B3E1}" type="presOf" srcId="{57654BB1-6EF5-4B87-8B38-24A143FE6485}" destId="{B588F65D-2EB3-40D2-A508-40623FC56FE4}" srcOrd="0" destOrd="0" presId="urn:microsoft.com/office/officeart/2005/8/layout/lProcess2"/>
    <dgm:cxn modelId="{B59066D0-A229-4FCA-96FC-95985689E1CA}" type="presOf" srcId="{CF19B370-B535-4AE6-ABED-9A9024747583}" destId="{731F1F9F-76A0-4E4A-88D0-3842A701EC57}" srcOrd="0" destOrd="0" presId="urn:microsoft.com/office/officeart/2005/8/layout/lProcess2"/>
    <dgm:cxn modelId="{250BE7D8-76B9-420D-87CA-5E71CF5756B8}" srcId="{54D52288-B19D-4812-A8EB-8AB3FF2C983E}" destId="{28D5D3AE-A0E5-44AB-AA30-C7C97D3B804C}" srcOrd="3" destOrd="0" parTransId="{8BEB9651-CCC4-48B5-90FB-7AAA651482ED}" sibTransId="{5DA39348-87A7-4062-BCF8-CFD7BBCD1AC2}"/>
    <dgm:cxn modelId="{44B31FD9-3B6F-4EC5-81A5-4F9972CD1EBD}" type="presOf" srcId="{3EECA4F9-D46A-47DF-AD82-C6BCDE56E1AC}" destId="{892F6AB5-6685-4ED5-B76C-2C1DDD2975A3}" srcOrd="0" destOrd="0" presId="urn:microsoft.com/office/officeart/2005/8/layout/lProcess2"/>
    <dgm:cxn modelId="{60DF46DB-3067-4265-8B49-D7D915E6F35C}" srcId="{D7E786C7-475E-466C-B5FE-886ACD98629D}" destId="{9DB28C7B-DFA8-486C-AB4C-D34309D5A5FC}" srcOrd="0" destOrd="0" parTransId="{2CFDA030-B0FA-4B95-86E4-ABF5364BB3BE}" sibTransId="{1E5C28A4-D3F8-4F7A-A8D7-F944773AC4CE}"/>
    <dgm:cxn modelId="{D72C6DDB-FB73-4172-982E-0F43D3866027}" srcId="{54D52288-B19D-4812-A8EB-8AB3FF2C983E}" destId="{3EECA4F9-D46A-47DF-AD82-C6BCDE56E1AC}" srcOrd="0" destOrd="0" parTransId="{23EDA664-4C67-4930-AA66-1DCFF38F3DD9}" sibTransId="{46F8455F-76DC-4B7D-8D45-7366508B6DAF}"/>
    <dgm:cxn modelId="{EF63D4DF-108C-42A7-9AE7-F2B5BBDE4EA7}" type="presOf" srcId="{75C8B522-7F1D-423E-A04A-2DCA7B8A37A4}" destId="{BFF9EDFD-BAC0-4DDC-9BBA-25C76B918E15}" srcOrd="0" destOrd="0" presId="urn:microsoft.com/office/officeart/2005/8/layout/lProcess2"/>
    <dgm:cxn modelId="{95331E21-99DA-43DB-B404-A65389E8CAE4}" type="presParOf" srcId="{5344EFF5-C012-439F-A5D9-E8E1410B32EE}" destId="{8B36C6CF-7188-4681-8F0F-92ECBEE76FCC}" srcOrd="0" destOrd="0" presId="urn:microsoft.com/office/officeart/2005/8/layout/lProcess2"/>
    <dgm:cxn modelId="{A01028DB-F89B-4D00-8A23-11F33DE9B629}" type="presParOf" srcId="{8B36C6CF-7188-4681-8F0F-92ECBEE76FCC}" destId="{BFF9EDFD-BAC0-4DDC-9BBA-25C76B918E15}" srcOrd="0" destOrd="0" presId="urn:microsoft.com/office/officeart/2005/8/layout/lProcess2"/>
    <dgm:cxn modelId="{8C7722ED-4BA3-463E-B1DD-C60FF03FAFFB}" type="presParOf" srcId="{8B36C6CF-7188-4681-8F0F-92ECBEE76FCC}" destId="{35167D40-9E46-4E52-B3EB-2C08AEAC4002}" srcOrd="1" destOrd="0" presId="urn:microsoft.com/office/officeart/2005/8/layout/lProcess2"/>
    <dgm:cxn modelId="{24E31DC1-3029-4111-9D82-467916B3AA63}" type="presParOf" srcId="{8B36C6CF-7188-4681-8F0F-92ECBEE76FCC}" destId="{1BFB2802-1653-4C8B-8507-951F1AB2D274}" srcOrd="2" destOrd="0" presId="urn:microsoft.com/office/officeart/2005/8/layout/lProcess2"/>
    <dgm:cxn modelId="{65141272-19CE-4C60-841F-C376FC63139F}" type="presParOf" srcId="{1BFB2802-1653-4C8B-8507-951F1AB2D274}" destId="{94B89A25-A4C9-45DC-8658-45500B81CB33}" srcOrd="0" destOrd="0" presId="urn:microsoft.com/office/officeart/2005/8/layout/lProcess2"/>
    <dgm:cxn modelId="{C940647F-9CEF-4F8E-A849-27D0000D657A}" type="presParOf" srcId="{94B89A25-A4C9-45DC-8658-45500B81CB33}" destId="{6B5A6FE8-18AB-40C1-A074-AF92F3E897A8}" srcOrd="0" destOrd="0" presId="urn:microsoft.com/office/officeart/2005/8/layout/lProcess2"/>
    <dgm:cxn modelId="{1ACAF5E1-5A62-47C7-820B-C05144589CC3}" type="presParOf" srcId="{94B89A25-A4C9-45DC-8658-45500B81CB33}" destId="{40882C7E-1D7A-4DFC-99DC-A8B6859F3F96}" srcOrd="1" destOrd="0" presId="urn:microsoft.com/office/officeart/2005/8/layout/lProcess2"/>
    <dgm:cxn modelId="{33FC6790-FC53-427E-B2BF-C12A05EEE333}" type="presParOf" srcId="{94B89A25-A4C9-45DC-8658-45500B81CB33}" destId="{204A21AB-02BE-4493-B149-41738E847CC2}" srcOrd="2" destOrd="0" presId="urn:microsoft.com/office/officeart/2005/8/layout/lProcess2"/>
    <dgm:cxn modelId="{DD3A1C04-C255-4B6F-BB4A-ED7F9D466194}" type="presParOf" srcId="{5344EFF5-C012-439F-A5D9-E8E1410B32EE}" destId="{985F8959-206E-4253-8365-D6519275E927}" srcOrd="1" destOrd="0" presId="urn:microsoft.com/office/officeart/2005/8/layout/lProcess2"/>
    <dgm:cxn modelId="{181A385D-28D7-453E-A680-72E37A003BB7}" type="presParOf" srcId="{5344EFF5-C012-439F-A5D9-E8E1410B32EE}" destId="{0076CAA3-B41F-459C-AF55-82604635CB77}" srcOrd="2" destOrd="0" presId="urn:microsoft.com/office/officeart/2005/8/layout/lProcess2"/>
    <dgm:cxn modelId="{74383675-A223-4B36-A361-7F685CE29E8A}" type="presParOf" srcId="{0076CAA3-B41F-459C-AF55-82604635CB77}" destId="{86FAE333-6C6A-4A17-A30F-1B163236BEA3}" srcOrd="0" destOrd="0" presId="urn:microsoft.com/office/officeart/2005/8/layout/lProcess2"/>
    <dgm:cxn modelId="{0FB1F49B-0176-4BFF-B561-CD8E5A3894B5}" type="presParOf" srcId="{0076CAA3-B41F-459C-AF55-82604635CB77}" destId="{59E420AF-AFED-4739-8A7A-93531F917248}" srcOrd="1" destOrd="0" presId="urn:microsoft.com/office/officeart/2005/8/layout/lProcess2"/>
    <dgm:cxn modelId="{717A5F99-8A9F-4425-8AA5-2C02E48E9F03}" type="presParOf" srcId="{0076CAA3-B41F-459C-AF55-82604635CB77}" destId="{47BFDACC-62E9-4BC0-A8FE-E733A2D8B387}" srcOrd="2" destOrd="0" presId="urn:microsoft.com/office/officeart/2005/8/layout/lProcess2"/>
    <dgm:cxn modelId="{4B0DFB7A-D085-407F-94AE-3D00440650CE}" type="presParOf" srcId="{47BFDACC-62E9-4BC0-A8FE-E733A2D8B387}" destId="{B3B27ECF-B591-40D1-B953-4FACC672E99C}" srcOrd="0" destOrd="0" presId="urn:microsoft.com/office/officeart/2005/8/layout/lProcess2"/>
    <dgm:cxn modelId="{FC50D407-6C15-4F11-B57B-4D30D601D346}" type="presParOf" srcId="{B3B27ECF-B591-40D1-B953-4FACC672E99C}" destId="{4D475FAA-926F-4A66-9EEA-B642317A33FE}" srcOrd="0" destOrd="0" presId="urn:microsoft.com/office/officeart/2005/8/layout/lProcess2"/>
    <dgm:cxn modelId="{2E562444-BEAA-4327-9260-32EF15BA9D30}" type="presParOf" srcId="{B3B27ECF-B591-40D1-B953-4FACC672E99C}" destId="{BA8271C3-4DD4-4FFD-B4F6-A65AAACF69E5}" srcOrd="1" destOrd="0" presId="urn:microsoft.com/office/officeart/2005/8/layout/lProcess2"/>
    <dgm:cxn modelId="{FD4498B7-9CB8-4CC1-A85C-249416C5E698}" type="presParOf" srcId="{B3B27ECF-B591-40D1-B953-4FACC672E99C}" destId="{8D851283-7AD4-4A0D-BCEC-68E3590C6CFE}" srcOrd="2" destOrd="0" presId="urn:microsoft.com/office/officeart/2005/8/layout/lProcess2"/>
    <dgm:cxn modelId="{C0001F31-8FCF-4A3B-8063-285EBC394670}" type="presParOf" srcId="{B3B27ECF-B591-40D1-B953-4FACC672E99C}" destId="{AD372CFD-4FBB-4CE5-A463-6D48B6CB0BB2}" srcOrd="3" destOrd="0" presId="urn:microsoft.com/office/officeart/2005/8/layout/lProcess2"/>
    <dgm:cxn modelId="{21615B3A-2B51-4797-94FB-67AA4268EF6F}" type="presParOf" srcId="{B3B27ECF-B591-40D1-B953-4FACC672E99C}" destId="{ECFAA994-CAE4-4040-A3BC-3E30D9A2AA6F}" srcOrd="4" destOrd="0" presId="urn:microsoft.com/office/officeart/2005/8/layout/lProcess2"/>
    <dgm:cxn modelId="{037A9EB9-9A45-4F26-9951-CECABA44CC5F}" type="presParOf" srcId="{B3B27ECF-B591-40D1-B953-4FACC672E99C}" destId="{B3E62BF8-993E-4303-B0F1-25EAC7AC8112}" srcOrd="5" destOrd="0" presId="urn:microsoft.com/office/officeart/2005/8/layout/lProcess2"/>
    <dgm:cxn modelId="{A69F28EA-A4BC-4AFA-813A-BF369CE1CBF9}" type="presParOf" srcId="{B3B27ECF-B591-40D1-B953-4FACC672E99C}" destId="{30EDF59B-CFFA-4FDD-BCC7-206157813E79}" srcOrd="6" destOrd="0" presId="urn:microsoft.com/office/officeart/2005/8/layout/lProcess2"/>
    <dgm:cxn modelId="{219E2DDF-855F-4135-A000-D7CAB3740605}" type="presParOf" srcId="{5344EFF5-C012-439F-A5D9-E8E1410B32EE}" destId="{D3FC4329-2703-45BA-B052-D95AB3BD7F83}" srcOrd="3" destOrd="0" presId="urn:microsoft.com/office/officeart/2005/8/layout/lProcess2"/>
    <dgm:cxn modelId="{30E596C2-B497-455F-994D-73A7FB314E34}" type="presParOf" srcId="{5344EFF5-C012-439F-A5D9-E8E1410B32EE}" destId="{D42C069A-606D-48FC-ADE0-3273E8903365}" srcOrd="4" destOrd="0" presId="urn:microsoft.com/office/officeart/2005/8/layout/lProcess2"/>
    <dgm:cxn modelId="{A03FE4DC-B713-48CB-8711-44B6FDA3D87E}" type="presParOf" srcId="{D42C069A-606D-48FC-ADE0-3273E8903365}" destId="{08247C67-8EC0-4AF3-B145-D6C6BFA551E4}" srcOrd="0" destOrd="0" presId="urn:microsoft.com/office/officeart/2005/8/layout/lProcess2"/>
    <dgm:cxn modelId="{449B0D88-1ACF-4D83-A677-8FB250E2D956}" type="presParOf" srcId="{D42C069A-606D-48FC-ADE0-3273E8903365}" destId="{A72B83B5-6508-46AD-8683-2C5F9CA799FB}" srcOrd="1" destOrd="0" presId="urn:microsoft.com/office/officeart/2005/8/layout/lProcess2"/>
    <dgm:cxn modelId="{9F1EB7D6-CBBB-48A7-80C6-F1CD28A6A16C}" type="presParOf" srcId="{D42C069A-606D-48FC-ADE0-3273E8903365}" destId="{11D9EC72-A4AB-4928-9974-D233141C4DCA}" srcOrd="2" destOrd="0" presId="urn:microsoft.com/office/officeart/2005/8/layout/lProcess2"/>
    <dgm:cxn modelId="{4F8640A9-8315-47BE-8FE1-D05DD37F9B74}" type="presParOf" srcId="{11D9EC72-A4AB-4928-9974-D233141C4DCA}" destId="{7E8BBC6C-84F5-496F-A3E3-ED2D0E345B4D}" srcOrd="0" destOrd="0" presId="urn:microsoft.com/office/officeart/2005/8/layout/lProcess2"/>
    <dgm:cxn modelId="{264583FB-458B-4C2F-8947-5B593FB1136E}" type="presParOf" srcId="{7E8BBC6C-84F5-496F-A3E3-ED2D0E345B4D}" destId="{731F1F9F-76A0-4E4A-88D0-3842A701EC57}" srcOrd="0" destOrd="0" presId="urn:microsoft.com/office/officeart/2005/8/layout/lProcess2"/>
    <dgm:cxn modelId="{16F810B2-99BF-40EC-A447-436A8B8F02EC}" type="presParOf" srcId="{7E8BBC6C-84F5-496F-A3E3-ED2D0E345B4D}" destId="{BBE492BF-C007-46EF-90B7-77021E1ADEB7}" srcOrd="1" destOrd="0" presId="urn:microsoft.com/office/officeart/2005/8/layout/lProcess2"/>
    <dgm:cxn modelId="{0359C887-081C-47D6-91F7-1A2CD4BB6E90}" type="presParOf" srcId="{7E8BBC6C-84F5-496F-A3E3-ED2D0E345B4D}" destId="{B48270B6-6039-4B20-B833-8D8AA05062AE}" srcOrd="2" destOrd="0" presId="urn:microsoft.com/office/officeart/2005/8/layout/lProcess2"/>
    <dgm:cxn modelId="{05AF2C25-6E50-4680-838B-B48404B365E5}" type="presParOf" srcId="{7E8BBC6C-84F5-496F-A3E3-ED2D0E345B4D}" destId="{255C7FFA-F03A-410E-81CC-C263F255504E}" srcOrd="3" destOrd="0" presId="urn:microsoft.com/office/officeart/2005/8/layout/lProcess2"/>
    <dgm:cxn modelId="{0E7E1495-7CD9-4350-A72C-9C68E1C3AB55}" type="presParOf" srcId="{7E8BBC6C-84F5-496F-A3E3-ED2D0E345B4D}" destId="{B588F65D-2EB3-40D2-A508-40623FC56FE4}" srcOrd="4" destOrd="0" presId="urn:microsoft.com/office/officeart/2005/8/layout/lProcess2"/>
    <dgm:cxn modelId="{4385F782-72C6-4554-83CC-FDE01723B9B8}" type="presParOf" srcId="{7E8BBC6C-84F5-496F-A3E3-ED2D0E345B4D}" destId="{25ABCCD0-8ECA-4E93-AE89-41FDBF685814}" srcOrd="5" destOrd="0" presId="urn:microsoft.com/office/officeart/2005/8/layout/lProcess2"/>
    <dgm:cxn modelId="{90F9BB08-52D6-4503-8D7D-A088A9C8C05B}" type="presParOf" srcId="{7E8BBC6C-84F5-496F-A3E3-ED2D0E345B4D}" destId="{CE8E4965-3C3E-4BE7-972C-21215BF78384}" srcOrd="6" destOrd="0" presId="urn:microsoft.com/office/officeart/2005/8/layout/lProcess2"/>
    <dgm:cxn modelId="{403C25A1-AA28-4FB5-A790-F82A444C27DD}" type="presParOf" srcId="{5344EFF5-C012-439F-A5D9-E8E1410B32EE}" destId="{C54A82B5-2AE9-48D6-A784-6A9EBB14553A}" srcOrd="5" destOrd="0" presId="urn:microsoft.com/office/officeart/2005/8/layout/lProcess2"/>
    <dgm:cxn modelId="{119BCB0C-0101-448A-B973-3B15BE4A4BAA}" type="presParOf" srcId="{5344EFF5-C012-439F-A5D9-E8E1410B32EE}" destId="{6AC3DD80-BB18-4581-9A07-0EE3F216AFBA}" srcOrd="6" destOrd="0" presId="urn:microsoft.com/office/officeart/2005/8/layout/lProcess2"/>
    <dgm:cxn modelId="{7DE2E543-679C-4AB4-BB7C-5A8D1C561FDB}" type="presParOf" srcId="{6AC3DD80-BB18-4581-9A07-0EE3F216AFBA}" destId="{F0E4CAF1-A0A5-40EF-A8E0-51DE8C18EA5A}" srcOrd="0" destOrd="0" presId="urn:microsoft.com/office/officeart/2005/8/layout/lProcess2"/>
    <dgm:cxn modelId="{C95B8DEF-C207-4B29-94CF-E2D5D89DA326}" type="presParOf" srcId="{6AC3DD80-BB18-4581-9A07-0EE3F216AFBA}" destId="{7069FF18-497D-4EC6-8C34-A9A5138FC6CE}" srcOrd="1" destOrd="0" presId="urn:microsoft.com/office/officeart/2005/8/layout/lProcess2"/>
    <dgm:cxn modelId="{EFF497C6-8218-44B9-A4C2-5C23D73D875C}" type="presParOf" srcId="{6AC3DD80-BB18-4581-9A07-0EE3F216AFBA}" destId="{4BF7AF81-2C0B-4F4C-ABD1-94BC0922378E}" srcOrd="2" destOrd="0" presId="urn:microsoft.com/office/officeart/2005/8/layout/lProcess2"/>
    <dgm:cxn modelId="{16F6881A-7CC3-4904-A601-B1687F22C652}" type="presParOf" srcId="{4BF7AF81-2C0B-4F4C-ABD1-94BC0922378E}" destId="{9B9827AC-ED8E-4602-9044-3B4533A74EDC}" srcOrd="0" destOrd="0" presId="urn:microsoft.com/office/officeart/2005/8/layout/lProcess2"/>
    <dgm:cxn modelId="{2493224E-C780-4BE3-BA0D-55A422C66539}" type="presParOf" srcId="{9B9827AC-ED8E-4602-9044-3B4533A74EDC}" destId="{892F6AB5-6685-4ED5-B76C-2C1DDD2975A3}" srcOrd="0" destOrd="0" presId="urn:microsoft.com/office/officeart/2005/8/layout/lProcess2"/>
    <dgm:cxn modelId="{1A9C05FA-B908-494C-8D8D-8FFB3B3EE98A}" type="presParOf" srcId="{9B9827AC-ED8E-4602-9044-3B4533A74EDC}" destId="{E9ECDE8B-5B7F-4E4F-B719-0841D89B5D8B}" srcOrd="1" destOrd="0" presId="urn:microsoft.com/office/officeart/2005/8/layout/lProcess2"/>
    <dgm:cxn modelId="{50F1808F-EFD0-4B59-8F59-5A5CA05C9208}" type="presParOf" srcId="{9B9827AC-ED8E-4602-9044-3B4533A74EDC}" destId="{0858A859-48A4-4A57-B711-078D025CE0EE}" srcOrd="2" destOrd="0" presId="urn:microsoft.com/office/officeart/2005/8/layout/lProcess2"/>
    <dgm:cxn modelId="{0FAD6AE5-394E-49FC-8C55-9315814CD3DF}" type="presParOf" srcId="{9B9827AC-ED8E-4602-9044-3B4533A74EDC}" destId="{F003BD6C-248C-4E56-85B5-F6A29DE3C7F2}" srcOrd="3" destOrd="0" presId="urn:microsoft.com/office/officeart/2005/8/layout/lProcess2"/>
    <dgm:cxn modelId="{71570C95-C6A4-4224-B256-A68D95497007}" type="presParOf" srcId="{9B9827AC-ED8E-4602-9044-3B4533A74EDC}" destId="{8CF0157E-7345-4101-9606-0498167900F9}" srcOrd="4" destOrd="0" presId="urn:microsoft.com/office/officeart/2005/8/layout/lProcess2"/>
    <dgm:cxn modelId="{42DEF2B0-7CB0-4377-B0D4-5B44F9311F2D}" type="presParOf" srcId="{9B9827AC-ED8E-4602-9044-3B4533A74EDC}" destId="{4262CB06-9B91-4162-AAEE-3377EF017055}" srcOrd="5" destOrd="0" presId="urn:microsoft.com/office/officeart/2005/8/layout/lProcess2"/>
    <dgm:cxn modelId="{1E1A7455-6EFF-43C8-AF96-9041E6EED30B}" type="presParOf" srcId="{9B9827AC-ED8E-4602-9044-3B4533A74EDC}" destId="{C7A81447-889C-487D-96A1-E6E7BB369C2E}" srcOrd="6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AE84108-E354-4163-AC1C-DDE71E96D50A}" type="doc">
      <dgm:prSet loTypeId="urn:microsoft.com/office/officeart/2005/8/layout/target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D9CDD5A-D6FB-47D3-8710-BB1363925ACA}">
      <dgm:prSet custT="1"/>
      <dgm:spPr>
        <a:solidFill>
          <a:srgbClr val="299EBF"/>
        </a:solidFill>
      </dgm:spPr>
      <dgm:t>
        <a:bodyPr/>
        <a:lstStyle/>
        <a:p>
          <a:pPr algn="ctr"/>
          <a:r>
            <a:rPr lang="en-US" sz="3600" b="0" i="0" dirty="0"/>
            <a:t>Global scope</a:t>
          </a:r>
          <a:endParaRPr lang="en-US" sz="3600" dirty="0"/>
        </a:p>
      </dgm:t>
    </dgm:pt>
    <dgm:pt modelId="{A5400AA3-B2B8-4A62-9069-42470EB7D1B2}" type="parTrans" cxnId="{22E63BAD-D4ED-4721-BECA-CFE81B6D5A7F}">
      <dgm:prSet/>
      <dgm:spPr/>
      <dgm:t>
        <a:bodyPr/>
        <a:lstStyle/>
        <a:p>
          <a:endParaRPr lang="en-US"/>
        </a:p>
      </dgm:t>
    </dgm:pt>
    <dgm:pt modelId="{4D574EAB-4440-45A4-AC66-0706B22FB0AC}" type="sibTrans" cxnId="{22E63BAD-D4ED-4721-BECA-CFE81B6D5A7F}">
      <dgm:prSet/>
      <dgm:spPr/>
      <dgm:t>
        <a:bodyPr/>
        <a:lstStyle/>
        <a:p>
          <a:endParaRPr lang="en-US"/>
        </a:p>
      </dgm:t>
    </dgm:pt>
    <dgm:pt modelId="{E74204A7-8B52-4696-9BD4-072013DB1D87}">
      <dgm:prSet custT="1"/>
      <dgm:spPr>
        <a:solidFill>
          <a:srgbClr val="F48C52"/>
        </a:solidFill>
        <a:ln>
          <a:noFill/>
        </a:ln>
      </dgm:spPr>
      <dgm:t>
        <a:bodyPr anchor="t" anchorCtr="0"/>
        <a:lstStyle/>
        <a:p>
          <a:pPr algn="ctr"/>
          <a:r>
            <a:rPr lang="en-US" sz="3600" b="0" i="0" dirty="0"/>
            <a:t>Script scope 1</a:t>
          </a:r>
          <a:endParaRPr lang="en-US" sz="3600" dirty="0"/>
        </a:p>
      </dgm:t>
    </dgm:pt>
    <dgm:pt modelId="{86539428-AE62-48D0-AC78-A83B344B464A}" type="parTrans" cxnId="{E47B9C5F-1994-421E-9CF5-356B00820D74}">
      <dgm:prSet/>
      <dgm:spPr/>
      <dgm:t>
        <a:bodyPr/>
        <a:lstStyle/>
        <a:p>
          <a:endParaRPr lang="en-US"/>
        </a:p>
      </dgm:t>
    </dgm:pt>
    <dgm:pt modelId="{3142A4DC-8F75-4617-BDEB-BDE5821028AA}" type="sibTrans" cxnId="{E47B9C5F-1994-421E-9CF5-356B00820D74}">
      <dgm:prSet/>
      <dgm:spPr/>
      <dgm:t>
        <a:bodyPr/>
        <a:lstStyle/>
        <a:p>
          <a:endParaRPr lang="en-US"/>
        </a:p>
      </dgm:t>
    </dgm:pt>
    <dgm:pt modelId="{A9B7F8B0-5C3E-472C-94B6-FA6B7E5A72F7}">
      <dgm:prSet custT="1"/>
      <dgm:spPr>
        <a:solidFill>
          <a:srgbClr val="F48C52"/>
        </a:solidFill>
        <a:ln>
          <a:noFill/>
        </a:ln>
      </dgm:spPr>
      <dgm:t>
        <a:bodyPr anchor="t" anchorCtr="0"/>
        <a:lstStyle/>
        <a:p>
          <a:r>
            <a:rPr lang="en-US" sz="3600" b="0" i="0" dirty="0"/>
            <a:t>Script scope 2</a:t>
          </a:r>
          <a:endParaRPr lang="en-US" sz="3600" dirty="0"/>
        </a:p>
      </dgm:t>
    </dgm:pt>
    <dgm:pt modelId="{02D35F5F-7ACD-436A-A8D0-4920D255DC4B}" type="sibTrans" cxnId="{062DCC35-8DC8-41FD-A1E5-87596A1AB895}">
      <dgm:prSet/>
      <dgm:spPr/>
      <dgm:t>
        <a:bodyPr/>
        <a:lstStyle/>
        <a:p>
          <a:endParaRPr lang="en-US"/>
        </a:p>
      </dgm:t>
    </dgm:pt>
    <dgm:pt modelId="{0BE551A8-02A7-463E-8517-4BDACFD690C1}" type="parTrans" cxnId="{062DCC35-8DC8-41FD-A1E5-87596A1AB895}">
      <dgm:prSet/>
      <dgm:spPr/>
      <dgm:t>
        <a:bodyPr/>
        <a:lstStyle/>
        <a:p>
          <a:endParaRPr lang="en-US"/>
        </a:p>
      </dgm:t>
    </dgm:pt>
    <dgm:pt modelId="{D33DEC12-1958-4381-A7E3-FF824C7BD65B}" type="pres">
      <dgm:prSet presAssocID="{2AE84108-E354-4163-AC1C-DDE71E96D50A}" presName="Name0" presStyleCnt="0">
        <dgm:presLayoutVars>
          <dgm:chMax val="3"/>
          <dgm:chPref val="1"/>
          <dgm:dir/>
          <dgm:animLvl val="lvl"/>
          <dgm:resizeHandles/>
        </dgm:presLayoutVars>
      </dgm:prSet>
      <dgm:spPr/>
    </dgm:pt>
    <dgm:pt modelId="{47A87E8E-C5EA-4E7A-A33A-2D2E2E0C4A9F}" type="pres">
      <dgm:prSet presAssocID="{2AE84108-E354-4163-AC1C-DDE71E96D50A}" presName="outerBox" presStyleCnt="0"/>
      <dgm:spPr/>
    </dgm:pt>
    <dgm:pt modelId="{E3F3CC70-80DD-4468-B69A-53748BDB54F4}" type="pres">
      <dgm:prSet presAssocID="{2AE84108-E354-4163-AC1C-DDE71E96D50A}" presName="outerBoxParent" presStyleLbl="node1" presStyleIdx="0" presStyleCnt="1" custLinFactNeighborX="8019" custLinFactNeighborY="-976"/>
      <dgm:spPr/>
    </dgm:pt>
    <dgm:pt modelId="{F9C00DDE-524B-4B4E-BE8F-99DF091DD75A}" type="pres">
      <dgm:prSet presAssocID="{2AE84108-E354-4163-AC1C-DDE71E96D50A}" presName="outerBoxChildren" presStyleCnt="0"/>
      <dgm:spPr/>
    </dgm:pt>
    <dgm:pt modelId="{CD251FD6-2489-4BC9-A81C-DCA80BE84820}" type="pres">
      <dgm:prSet presAssocID="{E74204A7-8B52-4696-9BD4-072013DB1D87}" presName="oChild" presStyleLbl="fgAcc1" presStyleIdx="0" presStyleCnt="2" custScaleY="149487" custLinFactNeighborX="57530" custLinFactNeighborY="-11250">
        <dgm:presLayoutVars>
          <dgm:bulletEnabled val="1"/>
        </dgm:presLayoutVars>
      </dgm:prSet>
      <dgm:spPr/>
    </dgm:pt>
    <dgm:pt modelId="{A5DE5004-A70A-42D7-8230-0768AB3EA757}" type="pres">
      <dgm:prSet presAssocID="{3142A4DC-8F75-4617-BDEB-BDE5821028AA}" presName="outerSibTrans" presStyleCnt="0"/>
      <dgm:spPr/>
    </dgm:pt>
    <dgm:pt modelId="{306CDEB2-AE9A-4228-9CAC-AC949B733007}" type="pres">
      <dgm:prSet presAssocID="{A9B7F8B0-5C3E-472C-94B6-FA6B7E5A72F7}" presName="oChild" presStyleLbl="fgAcc1" presStyleIdx="1" presStyleCnt="2" custScaleY="149027" custLinFactX="1248" custLinFactNeighborX="100000" custLinFactNeighborY="-9719">
        <dgm:presLayoutVars>
          <dgm:bulletEnabled val="1"/>
        </dgm:presLayoutVars>
      </dgm:prSet>
      <dgm:spPr/>
    </dgm:pt>
  </dgm:ptLst>
  <dgm:cxnLst>
    <dgm:cxn modelId="{D8056203-697C-421C-BBE7-E998BE93D9A5}" type="presOf" srcId="{8D9CDD5A-D6FB-47D3-8710-BB1363925ACA}" destId="{E3F3CC70-80DD-4468-B69A-53748BDB54F4}" srcOrd="0" destOrd="0" presId="urn:microsoft.com/office/officeart/2005/8/layout/target2"/>
    <dgm:cxn modelId="{A44E1F0A-53C7-4DB6-81A4-86F69B10B03C}" type="presOf" srcId="{2AE84108-E354-4163-AC1C-DDE71E96D50A}" destId="{D33DEC12-1958-4381-A7E3-FF824C7BD65B}" srcOrd="0" destOrd="0" presId="urn:microsoft.com/office/officeart/2005/8/layout/target2"/>
    <dgm:cxn modelId="{F130B81F-8240-4E4F-AD68-DF1BBC377BAF}" type="presOf" srcId="{A9B7F8B0-5C3E-472C-94B6-FA6B7E5A72F7}" destId="{306CDEB2-AE9A-4228-9CAC-AC949B733007}" srcOrd="0" destOrd="0" presId="urn:microsoft.com/office/officeart/2005/8/layout/target2"/>
    <dgm:cxn modelId="{062DCC35-8DC8-41FD-A1E5-87596A1AB895}" srcId="{8D9CDD5A-D6FB-47D3-8710-BB1363925ACA}" destId="{A9B7F8B0-5C3E-472C-94B6-FA6B7E5A72F7}" srcOrd="1" destOrd="0" parTransId="{0BE551A8-02A7-463E-8517-4BDACFD690C1}" sibTransId="{02D35F5F-7ACD-436A-A8D0-4920D255DC4B}"/>
    <dgm:cxn modelId="{7A76603C-D4BE-4706-B2FB-C7FC4E2022CD}" type="presOf" srcId="{E74204A7-8B52-4696-9BD4-072013DB1D87}" destId="{CD251FD6-2489-4BC9-A81C-DCA80BE84820}" srcOrd="0" destOrd="0" presId="urn:microsoft.com/office/officeart/2005/8/layout/target2"/>
    <dgm:cxn modelId="{E47B9C5F-1994-421E-9CF5-356B00820D74}" srcId="{8D9CDD5A-D6FB-47D3-8710-BB1363925ACA}" destId="{E74204A7-8B52-4696-9BD4-072013DB1D87}" srcOrd="0" destOrd="0" parTransId="{86539428-AE62-48D0-AC78-A83B344B464A}" sibTransId="{3142A4DC-8F75-4617-BDEB-BDE5821028AA}"/>
    <dgm:cxn modelId="{22E63BAD-D4ED-4721-BECA-CFE81B6D5A7F}" srcId="{2AE84108-E354-4163-AC1C-DDE71E96D50A}" destId="{8D9CDD5A-D6FB-47D3-8710-BB1363925ACA}" srcOrd="0" destOrd="0" parTransId="{A5400AA3-B2B8-4A62-9069-42470EB7D1B2}" sibTransId="{4D574EAB-4440-45A4-AC66-0706B22FB0AC}"/>
    <dgm:cxn modelId="{9905BACA-83FC-41DB-BB24-054C028035C7}" type="presParOf" srcId="{D33DEC12-1958-4381-A7E3-FF824C7BD65B}" destId="{47A87E8E-C5EA-4E7A-A33A-2D2E2E0C4A9F}" srcOrd="0" destOrd="0" presId="urn:microsoft.com/office/officeart/2005/8/layout/target2"/>
    <dgm:cxn modelId="{F45958C9-C613-4B8E-95B0-BE2BF83763CC}" type="presParOf" srcId="{47A87E8E-C5EA-4E7A-A33A-2D2E2E0C4A9F}" destId="{E3F3CC70-80DD-4468-B69A-53748BDB54F4}" srcOrd="0" destOrd="0" presId="urn:microsoft.com/office/officeart/2005/8/layout/target2"/>
    <dgm:cxn modelId="{6A9AD568-6A3F-4448-B264-888FFA1576BC}" type="presParOf" srcId="{47A87E8E-C5EA-4E7A-A33A-2D2E2E0C4A9F}" destId="{F9C00DDE-524B-4B4E-BE8F-99DF091DD75A}" srcOrd="1" destOrd="0" presId="urn:microsoft.com/office/officeart/2005/8/layout/target2"/>
    <dgm:cxn modelId="{9D30F4BC-72B1-4960-934C-669C93BF628F}" type="presParOf" srcId="{F9C00DDE-524B-4B4E-BE8F-99DF091DD75A}" destId="{CD251FD6-2489-4BC9-A81C-DCA80BE84820}" srcOrd="0" destOrd="0" presId="urn:microsoft.com/office/officeart/2005/8/layout/target2"/>
    <dgm:cxn modelId="{F878CF39-440F-4A75-B5A8-60AC80F9B465}" type="presParOf" srcId="{F9C00DDE-524B-4B4E-BE8F-99DF091DD75A}" destId="{A5DE5004-A70A-42D7-8230-0768AB3EA757}" srcOrd="1" destOrd="0" presId="urn:microsoft.com/office/officeart/2005/8/layout/target2"/>
    <dgm:cxn modelId="{6991235D-6E8F-4E9C-BBB9-0728A89AD9A6}" type="presParOf" srcId="{F9C00DDE-524B-4B4E-BE8F-99DF091DD75A}" destId="{306CDEB2-AE9A-4228-9CAC-AC949B733007}" srcOrd="2" destOrd="0" presId="urn:microsoft.com/office/officeart/2005/8/layout/targe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E777230-E785-4173-B914-66C94AB6B83A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00550E8-9843-4A4A-ACB7-17DE9BD74FD5}">
      <dgm:prSet/>
      <dgm:spPr/>
      <dgm:t>
        <a:bodyPr/>
        <a:lstStyle/>
        <a:p>
          <a:r>
            <a:rPr lang="en-US"/>
            <a:t>Function-level attributes</a:t>
          </a:r>
        </a:p>
      </dgm:t>
    </dgm:pt>
    <dgm:pt modelId="{0B24662E-E1C1-4B16-8586-03888F14BC87}" type="parTrans" cxnId="{3CA5674A-46D1-4D41-84D2-A00CA8A4D4D3}">
      <dgm:prSet/>
      <dgm:spPr/>
      <dgm:t>
        <a:bodyPr/>
        <a:lstStyle/>
        <a:p>
          <a:endParaRPr lang="en-US"/>
        </a:p>
      </dgm:t>
    </dgm:pt>
    <dgm:pt modelId="{B7D30827-20EA-4F05-A03F-2AF8757CE762}" type="sibTrans" cxnId="{3CA5674A-46D1-4D41-84D2-A00CA8A4D4D3}">
      <dgm:prSet/>
      <dgm:spPr/>
      <dgm:t>
        <a:bodyPr/>
        <a:lstStyle/>
        <a:p>
          <a:endParaRPr lang="en-US"/>
        </a:p>
      </dgm:t>
    </dgm:pt>
    <dgm:pt modelId="{183F6059-BFA8-4A3C-A820-B452ED745BD2}">
      <dgm:prSet/>
      <dgm:spPr/>
      <dgm:t>
        <a:bodyPr/>
        <a:lstStyle/>
        <a:p>
          <a:r>
            <a:rPr lang="en-US"/>
            <a:t>[CmdletBinding()]</a:t>
          </a:r>
        </a:p>
      </dgm:t>
    </dgm:pt>
    <dgm:pt modelId="{5CE6B72B-E7E7-4501-B26A-1FAFCFFCA0A5}" type="parTrans" cxnId="{B97CD85D-6761-464A-AC5E-4B5E046B59FE}">
      <dgm:prSet/>
      <dgm:spPr/>
      <dgm:t>
        <a:bodyPr/>
        <a:lstStyle/>
        <a:p>
          <a:endParaRPr lang="en-US"/>
        </a:p>
      </dgm:t>
    </dgm:pt>
    <dgm:pt modelId="{CCA3BF52-71DC-4654-9C07-C4DA4C88DE82}" type="sibTrans" cxnId="{B97CD85D-6761-464A-AC5E-4B5E046B59FE}">
      <dgm:prSet/>
      <dgm:spPr/>
      <dgm:t>
        <a:bodyPr/>
        <a:lstStyle/>
        <a:p>
          <a:endParaRPr lang="en-US"/>
        </a:p>
      </dgm:t>
    </dgm:pt>
    <dgm:pt modelId="{2F5946D3-1319-43D1-8BDD-5F9C02DFF1DE}">
      <dgm:prSet/>
      <dgm:spPr/>
      <dgm:t>
        <a:bodyPr/>
        <a:lstStyle/>
        <a:p>
          <a:r>
            <a:rPr lang="en-US"/>
            <a:t>[OutputType()]</a:t>
          </a:r>
        </a:p>
      </dgm:t>
    </dgm:pt>
    <dgm:pt modelId="{6D7CAABC-CB6B-4FC3-A762-15D97B6B6E1E}" type="parTrans" cxnId="{781FDFFC-D660-48FD-A189-12CF88525B9D}">
      <dgm:prSet/>
      <dgm:spPr/>
      <dgm:t>
        <a:bodyPr/>
        <a:lstStyle/>
        <a:p>
          <a:endParaRPr lang="en-US"/>
        </a:p>
      </dgm:t>
    </dgm:pt>
    <dgm:pt modelId="{E9EDC37B-07E8-482F-8129-DEC922351636}" type="sibTrans" cxnId="{781FDFFC-D660-48FD-A189-12CF88525B9D}">
      <dgm:prSet/>
      <dgm:spPr/>
      <dgm:t>
        <a:bodyPr/>
        <a:lstStyle/>
        <a:p>
          <a:endParaRPr lang="en-US"/>
        </a:p>
      </dgm:t>
    </dgm:pt>
    <dgm:pt modelId="{4B053BDF-E0ED-4952-B85F-14FA72445B3B}">
      <dgm:prSet/>
      <dgm:spPr/>
      <dgm:t>
        <a:bodyPr/>
        <a:lstStyle/>
        <a:p>
          <a:r>
            <a:rPr lang="en-US"/>
            <a:t>Parameter-level attributes</a:t>
          </a:r>
        </a:p>
      </dgm:t>
    </dgm:pt>
    <dgm:pt modelId="{1ED47CE9-5D22-42B6-B850-6F3304990152}" type="parTrans" cxnId="{C45A205A-31F3-4C6B-9F83-2F02C82649DC}">
      <dgm:prSet/>
      <dgm:spPr/>
      <dgm:t>
        <a:bodyPr/>
        <a:lstStyle/>
        <a:p>
          <a:endParaRPr lang="en-US"/>
        </a:p>
      </dgm:t>
    </dgm:pt>
    <dgm:pt modelId="{588BB836-CBD3-4619-ABAF-3568B8555334}" type="sibTrans" cxnId="{C45A205A-31F3-4C6B-9F83-2F02C82649DC}">
      <dgm:prSet/>
      <dgm:spPr/>
      <dgm:t>
        <a:bodyPr/>
        <a:lstStyle/>
        <a:p>
          <a:endParaRPr lang="en-US"/>
        </a:p>
      </dgm:t>
    </dgm:pt>
    <dgm:pt modelId="{477FFC7E-A1D7-46B1-86DD-6945033C789B}">
      <dgm:prSet/>
      <dgm:spPr/>
      <dgm:t>
        <a:bodyPr/>
        <a:lstStyle/>
        <a:p>
          <a:r>
            <a:rPr lang="en-US"/>
            <a:t>[Parameter()]</a:t>
          </a:r>
        </a:p>
      </dgm:t>
    </dgm:pt>
    <dgm:pt modelId="{373CB7D7-6DDB-4466-A940-E19F9CE43EB5}" type="parTrans" cxnId="{6A70BA0E-8780-4E03-A61D-D03E7069228F}">
      <dgm:prSet/>
      <dgm:spPr/>
      <dgm:t>
        <a:bodyPr/>
        <a:lstStyle/>
        <a:p>
          <a:endParaRPr lang="en-US"/>
        </a:p>
      </dgm:t>
    </dgm:pt>
    <dgm:pt modelId="{16444825-F0C2-4A53-B392-246D88E8B214}" type="sibTrans" cxnId="{6A70BA0E-8780-4E03-A61D-D03E7069228F}">
      <dgm:prSet/>
      <dgm:spPr/>
      <dgm:t>
        <a:bodyPr/>
        <a:lstStyle/>
        <a:p>
          <a:endParaRPr lang="en-US"/>
        </a:p>
      </dgm:t>
    </dgm:pt>
    <dgm:pt modelId="{24467456-2A0C-4E19-9D9C-091796FC3226}">
      <dgm:prSet/>
      <dgm:spPr/>
      <dgm:t>
        <a:bodyPr/>
        <a:lstStyle/>
        <a:p>
          <a:r>
            <a:rPr lang="en-US"/>
            <a:t>Pipeline input</a:t>
          </a:r>
        </a:p>
      </dgm:t>
    </dgm:pt>
    <dgm:pt modelId="{7FFC0CD7-6B5E-43D1-B69C-8CF9590E98F1}" type="parTrans" cxnId="{CCBEE912-AA04-414F-B3D4-ACA656616BE9}">
      <dgm:prSet/>
      <dgm:spPr/>
      <dgm:t>
        <a:bodyPr/>
        <a:lstStyle/>
        <a:p>
          <a:endParaRPr lang="en-US"/>
        </a:p>
      </dgm:t>
    </dgm:pt>
    <dgm:pt modelId="{754EBE44-B0F1-4FA3-871A-E85414E1CCC4}" type="sibTrans" cxnId="{CCBEE912-AA04-414F-B3D4-ACA656616BE9}">
      <dgm:prSet/>
      <dgm:spPr/>
      <dgm:t>
        <a:bodyPr/>
        <a:lstStyle/>
        <a:p>
          <a:endParaRPr lang="en-US"/>
        </a:p>
      </dgm:t>
    </dgm:pt>
    <dgm:pt modelId="{31572663-1382-4136-9878-07EC43369409}">
      <dgm:prSet/>
      <dgm:spPr/>
      <dgm:t>
        <a:bodyPr/>
        <a:lstStyle/>
        <a:p>
          <a:r>
            <a:rPr lang="en-US"/>
            <a:t>Parameter sets</a:t>
          </a:r>
        </a:p>
      </dgm:t>
    </dgm:pt>
    <dgm:pt modelId="{59BAC7E4-3E63-4597-86F5-60194EE1C1C0}" type="parTrans" cxnId="{2B84496B-ADB5-4540-9A6F-3F1DC24C94F5}">
      <dgm:prSet/>
      <dgm:spPr/>
      <dgm:t>
        <a:bodyPr/>
        <a:lstStyle/>
        <a:p>
          <a:endParaRPr lang="en-US"/>
        </a:p>
      </dgm:t>
    </dgm:pt>
    <dgm:pt modelId="{ABA8E850-8D04-494A-9C76-47784CB50DB7}" type="sibTrans" cxnId="{2B84496B-ADB5-4540-9A6F-3F1DC24C94F5}">
      <dgm:prSet/>
      <dgm:spPr/>
      <dgm:t>
        <a:bodyPr/>
        <a:lstStyle/>
        <a:p>
          <a:endParaRPr lang="en-US"/>
        </a:p>
      </dgm:t>
    </dgm:pt>
    <dgm:pt modelId="{56548068-061E-4873-A48E-2278C4756596}">
      <dgm:prSet/>
      <dgm:spPr/>
      <dgm:t>
        <a:bodyPr/>
        <a:lstStyle/>
        <a:p>
          <a:r>
            <a:rPr lang="en-US"/>
            <a:t>[Alias()]</a:t>
          </a:r>
        </a:p>
      </dgm:t>
    </dgm:pt>
    <dgm:pt modelId="{E39071C0-BF51-4111-825F-0E15CF73B835}" type="parTrans" cxnId="{7A0F665A-4E5D-4D9D-BDDA-3BB933208670}">
      <dgm:prSet/>
      <dgm:spPr/>
      <dgm:t>
        <a:bodyPr/>
        <a:lstStyle/>
        <a:p>
          <a:endParaRPr lang="en-US"/>
        </a:p>
      </dgm:t>
    </dgm:pt>
    <dgm:pt modelId="{8937DFC8-E4C7-404A-ABF3-4389C74A865B}" type="sibTrans" cxnId="{7A0F665A-4E5D-4D9D-BDDA-3BB933208670}">
      <dgm:prSet/>
      <dgm:spPr/>
      <dgm:t>
        <a:bodyPr/>
        <a:lstStyle/>
        <a:p>
          <a:endParaRPr lang="en-US"/>
        </a:p>
      </dgm:t>
    </dgm:pt>
    <dgm:pt modelId="{8FADA383-640E-4A4C-A28E-AF80AA68FDDB}">
      <dgm:prSet/>
      <dgm:spPr/>
      <dgm:t>
        <a:bodyPr/>
        <a:lstStyle/>
        <a:p>
          <a:r>
            <a:rPr lang="en-US"/>
            <a:t>Validation attributes</a:t>
          </a:r>
        </a:p>
      </dgm:t>
    </dgm:pt>
    <dgm:pt modelId="{66BF7025-6684-4892-85B9-506DE13176B4}" type="parTrans" cxnId="{15600C8B-76EF-499D-90A8-7191804F6683}">
      <dgm:prSet/>
      <dgm:spPr/>
      <dgm:t>
        <a:bodyPr/>
        <a:lstStyle/>
        <a:p>
          <a:endParaRPr lang="en-US"/>
        </a:p>
      </dgm:t>
    </dgm:pt>
    <dgm:pt modelId="{144709BD-6CC2-42D4-9ED9-E74EB9CC222A}" type="sibTrans" cxnId="{15600C8B-76EF-499D-90A8-7191804F6683}">
      <dgm:prSet/>
      <dgm:spPr/>
      <dgm:t>
        <a:bodyPr/>
        <a:lstStyle/>
        <a:p>
          <a:endParaRPr lang="en-US"/>
        </a:p>
      </dgm:t>
    </dgm:pt>
    <dgm:pt modelId="{FB862023-1CD8-4F7E-891C-9AF32FEBC56B}">
      <dgm:prSet/>
      <dgm:spPr/>
      <dgm:t>
        <a:bodyPr/>
        <a:lstStyle/>
        <a:p>
          <a:r>
            <a:rPr lang="en-US"/>
            <a:t>Argument completion attributes</a:t>
          </a:r>
        </a:p>
      </dgm:t>
    </dgm:pt>
    <dgm:pt modelId="{431B8E8E-281C-4764-9EF9-6B32FF685CBD}" type="parTrans" cxnId="{940C681E-5961-48C6-A299-7127C61059FF}">
      <dgm:prSet/>
      <dgm:spPr/>
      <dgm:t>
        <a:bodyPr/>
        <a:lstStyle/>
        <a:p>
          <a:endParaRPr lang="en-US"/>
        </a:p>
      </dgm:t>
    </dgm:pt>
    <dgm:pt modelId="{D7E2592C-0875-43F5-95E2-CD56A1A901C7}" type="sibTrans" cxnId="{940C681E-5961-48C6-A299-7127C61059FF}">
      <dgm:prSet/>
      <dgm:spPr/>
      <dgm:t>
        <a:bodyPr/>
        <a:lstStyle/>
        <a:p>
          <a:endParaRPr lang="en-US"/>
        </a:p>
      </dgm:t>
    </dgm:pt>
    <dgm:pt modelId="{13AABA17-30BE-4F81-8362-13BFC4AACF50}" type="pres">
      <dgm:prSet presAssocID="{BE777230-E785-4173-B914-66C94AB6B83A}" presName="Name0" presStyleCnt="0">
        <dgm:presLayoutVars>
          <dgm:dir/>
          <dgm:animLvl val="lvl"/>
          <dgm:resizeHandles val="exact"/>
        </dgm:presLayoutVars>
      </dgm:prSet>
      <dgm:spPr/>
    </dgm:pt>
    <dgm:pt modelId="{A1CB6F23-BE46-43C1-BCE1-AB341E92AFD2}" type="pres">
      <dgm:prSet presAssocID="{800550E8-9843-4A4A-ACB7-17DE9BD74FD5}" presName="composite" presStyleCnt="0"/>
      <dgm:spPr/>
    </dgm:pt>
    <dgm:pt modelId="{2957E27B-BEDC-4CE8-A106-69336FA4C44D}" type="pres">
      <dgm:prSet presAssocID="{800550E8-9843-4A4A-ACB7-17DE9BD74FD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3D0446C9-9A78-45A6-B7AF-2F9ACB75A3E8}" type="pres">
      <dgm:prSet presAssocID="{800550E8-9843-4A4A-ACB7-17DE9BD74FD5}" presName="desTx" presStyleLbl="alignAccFollowNode1" presStyleIdx="0" presStyleCnt="2">
        <dgm:presLayoutVars>
          <dgm:bulletEnabled val="1"/>
        </dgm:presLayoutVars>
      </dgm:prSet>
      <dgm:spPr/>
    </dgm:pt>
    <dgm:pt modelId="{6ACB218C-D79E-47A7-B379-7BED39CAA482}" type="pres">
      <dgm:prSet presAssocID="{B7D30827-20EA-4F05-A03F-2AF8757CE762}" presName="space" presStyleCnt="0"/>
      <dgm:spPr/>
    </dgm:pt>
    <dgm:pt modelId="{CECD17CF-66C5-4DC0-B30E-38B44E8B99EB}" type="pres">
      <dgm:prSet presAssocID="{4B053BDF-E0ED-4952-B85F-14FA72445B3B}" presName="composite" presStyleCnt="0"/>
      <dgm:spPr/>
    </dgm:pt>
    <dgm:pt modelId="{54B4848F-7DB4-4898-87CA-977632130C8C}" type="pres">
      <dgm:prSet presAssocID="{4B053BDF-E0ED-4952-B85F-14FA72445B3B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4F2A8415-2625-4482-9832-0B9488FF6EEC}" type="pres">
      <dgm:prSet presAssocID="{4B053BDF-E0ED-4952-B85F-14FA72445B3B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6A70BA0E-8780-4E03-A61D-D03E7069228F}" srcId="{4B053BDF-E0ED-4952-B85F-14FA72445B3B}" destId="{477FFC7E-A1D7-46B1-86DD-6945033C789B}" srcOrd="0" destOrd="0" parTransId="{373CB7D7-6DDB-4466-A940-E19F9CE43EB5}" sibTransId="{16444825-F0C2-4A53-B392-246D88E8B214}"/>
    <dgm:cxn modelId="{CCBEE912-AA04-414F-B3D4-ACA656616BE9}" srcId="{477FFC7E-A1D7-46B1-86DD-6945033C789B}" destId="{24467456-2A0C-4E19-9D9C-091796FC3226}" srcOrd="0" destOrd="0" parTransId="{7FFC0CD7-6B5E-43D1-B69C-8CF9590E98F1}" sibTransId="{754EBE44-B0F1-4FA3-871A-E85414E1CCC4}"/>
    <dgm:cxn modelId="{CA3C9F16-8DB9-479B-97C3-7A4AF8E19A2D}" type="presOf" srcId="{FB862023-1CD8-4F7E-891C-9AF32FEBC56B}" destId="{4F2A8415-2625-4482-9832-0B9488FF6EEC}" srcOrd="0" destOrd="5" presId="urn:microsoft.com/office/officeart/2005/8/layout/hList1"/>
    <dgm:cxn modelId="{81DE7C18-9B97-496F-9209-FE870E0DFD02}" type="presOf" srcId="{31572663-1382-4136-9878-07EC43369409}" destId="{4F2A8415-2625-4482-9832-0B9488FF6EEC}" srcOrd="0" destOrd="2" presId="urn:microsoft.com/office/officeart/2005/8/layout/hList1"/>
    <dgm:cxn modelId="{940C681E-5961-48C6-A299-7127C61059FF}" srcId="{4B053BDF-E0ED-4952-B85F-14FA72445B3B}" destId="{FB862023-1CD8-4F7E-891C-9AF32FEBC56B}" srcOrd="3" destOrd="0" parTransId="{431B8E8E-281C-4764-9EF9-6B32FF685CBD}" sibTransId="{D7E2592C-0875-43F5-95E2-CD56A1A901C7}"/>
    <dgm:cxn modelId="{5BE9302A-C1D8-49FF-9F2D-2E67633F57B0}" type="presOf" srcId="{BE777230-E785-4173-B914-66C94AB6B83A}" destId="{13AABA17-30BE-4F81-8362-13BFC4AACF50}" srcOrd="0" destOrd="0" presId="urn:microsoft.com/office/officeart/2005/8/layout/hList1"/>
    <dgm:cxn modelId="{CF9A323A-B641-4326-ADF9-974D282B83F4}" type="presOf" srcId="{56548068-061E-4873-A48E-2278C4756596}" destId="{4F2A8415-2625-4482-9832-0B9488FF6EEC}" srcOrd="0" destOrd="3" presId="urn:microsoft.com/office/officeart/2005/8/layout/hList1"/>
    <dgm:cxn modelId="{B97CD85D-6761-464A-AC5E-4B5E046B59FE}" srcId="{800550E8-9843-4A4A-ACB7-17DE9BD74FD5}" destId="{183F6059-BFA8-4A3C-A820-B452ED745BD2}" srcOrd="0" destOrd="0" parTransId="{5CE6B72B-E7E7-4501-B26A-1FAFCFFCA0A5}" sibTransId="{CCA3BF52-71DC-4654-9C07-C4DA4C88DE82}"/>
    <dgm:cxn modelId="{3CA5674A-46D1-4D41-84D2-A00CA8A4D4D3}" srcId="{BE777230-E785-4173-B914-66C94AB6B83A}" destId="{800550E8-9843-4A4A-ACB7-17DE9BD74FD5}" srcOrd="0" destOrd="0" parTransId="{0B24662E-E1C1-4B16-8586-03888F14BC87}" sibTransId="{B7D30827-20EA-4F05-A03F-2AF8757CE762}"/>
    <dgm:cxn modelId="{2B84496B-ADB5-4540-9A6F-3F1DC24C94F5}" srcId="{477FFC7E-A1D7-46B1-86DD-6945033C789B}" destId="{31572663-1382-4136-9878-07EC43369409}" srcOrd="1" destOrd="0" parTransId="{59BAC7E4-3E63-4597-86F5-60194EE1C1C0}" sibTransId="{ABA8E850-8D04-494A-9C76-47784CB50DB7}"/>
    <dgm:cxn modelId="{5A40D96D-649C-442B-B16E-8FCD4D74F84E}" type="presOf" srcId="{800550E8-9843-4A4A-ACB7-17DE9BD74FD5}" destId="{2957E27B-BEDC-4CE8-A106-69336FA4C44D}" srcOrd="0" destOrd="0" presId="urn:microsoft.com/office/officeart/2005/8/layout/hList1"/>
    <dgm:cxn modelId="{211FAC77-2BE6-4383-AA2B-EDCC8AED0AB8}" type="presOf" srcId="{477FFC7E-A1D7-46B1-86DD-6945033C789B}" destId="{4F2A8415-2625-4482-9832-0B9488FF6EEC}" srcOrd="0" destOrd="0" presId="urn:microsoft.com/office/officeart/2005/8/layout/hList1"/>
    <dgm:cxn modelId="{C45A205A-31F3-4C6B-9F83-2F02C82649DC}" srcId="{BE777230-E785-4173-B914-66C94AB6B83A}" destId="{4B053BDF-E0ED-4952-B85F-14FA72445B3B}" srcOrd="1" destOrd="0" parTransId="{1ED47CE9-5D22-42B6-B850-6F3304990152}" sibTransId="{588BB836-CBD3-4619-ABAF-3568B8555334}"/>
    <dgm:cxn modelId="{7A0F665A-4E5D-4D9D-BDDA-3BB933208670}" srcId="{4B053BDF-E0ED-4952-B85F-14FA72445B3B}" destId="{56548068-061E-4873-A48E-2278C4756596}" srcOrd="1" destOrd="0" parTransId="{E39071C0-BF51-4111-825F-0E15CF73B835}" sibTransId="{8937DFC8-E4C7-404A-ABF3-4389C74A865B}"/>
    <dgm:cxn modelId="{53F7887F-F1B4-4E5A-94D7-946E772AB09B}" type="presOf" srcId="{24467456-2A0C-4E19-9D9C-091796FC3226}" destId="{4F2A8415-2625-4482-9832-0B9488FF6EEC}" srcOrd="0" destOrd="1" presId="urn:microsoft.com/office/officeart/2005/8/layout/hList1"/>
    <dgm:cxn modelId="{15600C8B-76EF-499D-90A8-7191804F6683}" srcId="{4B053BDF-E0ED-4952-B85F-14FA72445B3B}" destId="{8FADA383-640E-4A4C-A28E-AF80AA68FDDB}" srcOrd="2" destOrd="0" parTransId="{66BF7025-6684-4892-85B9-506DE13176B4}" sibTransId="{144709BD-6CC2-42D4-9ED9-E74EB9CC222A}"/>
    <dgm:cxn modelId="{2BA58C9D-7DE5-4252-8C62-39E084DC669B}" type="presOf" srcId="{2F5946D3-1319-43D1-8BDD-5F9C02DFF1DE}" destId="{3D0446C9-9A78-45A6-B7AF-2F9ACB75A3E8}" srcOrd="0" destOrd="1" presId="urn:microsoft.com/office/officeart/2005/8/layout/hList1"/>
    <dgm:cxn modelId="{E5BDF3AD-50EA-4DC9-9D45-25656A0A51D2}" type="presOf" srcId="{183F6059-BFA8-4A3C-A820-B452ED745BD2}" destId="{3D0446C9-9A78-45A6-B7AF-2F9ACB75A3E8}" srcOrd="0" destOrd="0" presId="urn:microsoft.com/office/officeart/2005/8/layout/hList1"/>
    <dgm:cxn modelId="{C6008CDB-FD70-4AAE-A6A0-0D7696BBA27A}" type="presOf" srcId="{8FADA383-640E-4A4C-A28E-AF80AA68FDDB}" destId="{4F2A8415-2625-4482-9832-0B9488FF6EEC}" srcOrd="0" destOrd="4" presId="urn:microsoft.com/office/officeart/2005/8/layout/hList1"/>
    <dgm:cxn modelId="{A0E5EDE2-237C-4236-9F1C-3208FD6FBF13}" type="presOf" srcId="{4B053BDF-E0ED-4952-B85F-14FA72445B3B}" destId="{54B4848F-7DB4-4898-87CA-977632130C8C}" srcOrd="0" destOrd="0" presId="urn:microsoft.com/office/officeart/2005/8/layout/hList1"/>
    <dgm:cxn modelId="{781FDFFC-D660-48FD-A189-12CF88525B9D}" srcId="{800550E8-9843-4A4A-ACB7-17DE9BD74FD5}" destId="{2F5946D3-1319-43D1-8BDD-5F9C02DFF1DE}" srcOrd="1" destOrd="0" parTransId="{6D7CAABC-CB6B-4FC3-A762-15D97B6B6E1E}" sibTransId="{E9EDC37B-07E8-482F-8129-DEC922351636}"/>
    <dgm:cxn modelId="{70F817E6-DD61-477E-9A5B-1BD494EBBDB7}" type="presParOf" srcId="{13AABA17-30BE-4F81-8362-13BFC4AACF50}" destId="{A1CB6F23-BE46-43C1-BCE1-AB341E92AFD2}" srcOrd="0" destOrd="0" presId="urn:microsoft.com/office/officeart/2005/8/layout/hList1"/>
    <dgm:cxn modelId="{298804B8-CB04-4C77-AE66-7BD40750A8EB}" type="presParOf" srcId="{A1CB6F23-BE46-43C1-BCE1-AB341E92AFD2}" destId="{2957E27B-BEDC-4CE8-A106-69336FA4C44D}" srcOrd="0" destOrd="0" presId="urn:microsoft.com/office/officeart/2005/8/layout/hList1"/>
    <dgm:cxn modelId="{102C6A1C-E217-45C2-98BF-CCC80F677453}" type="presParOf" srcId="{A1CB6F23-BE46-43C1-BCE1-AB341E92AFD2}" destId="{3D0446C9-9A78-45A6-B7AF-2F9ACB75A3E8}" srcOrd="1" destOrd="0" presId="urn:microsoft.com/office/officeart/2005/8/layout/hList1"/>
    <dgm:cxn modelId="{0A78B101-5409-457A-88CF-B214D468FAFE}" type="presParOf" srcId="{13AABA17-30BE-4F81-8362-13BFC4AACF50}" destId="{6ACB218C-D79E-47A7-B379-7BED39CAA482}" srcOrd="1" destOrd="0" presId="urn:microsoft.com/office/officeart/2005/8/layout/hList1"/>
    <dgm:cxn modelId="{4F6D9DF0-B471-4735-B43F-43175E9A9E2A}" type="presParOf" srcId="{13AABA17-30BE-4F81-8362-13BFC4AACF50}" destId="{CECD17CF-66C5-4DC0-B30E-38B44E8B99EB}" srcOrd="2" destOrd="0" presId="urn:microsoft.com/office/officeart/2005/8/layout/hList1"/>
    <dgm:cxn modelId="{C6ADBF3D-0EF3-44AA-9629-3FC77626AD66}" type="presParOf" srcId="{CECD17CF-66C5-4DC0-B30E-38B44E8B99EB}" destId="{54B4848F-7DB4-4898-87CA-977632130C8C}" srcOrd="0" destOrd="0" presId="urn:microsoft.com/office/officeart/2005/8/layout/hList1"/>
    <dgm:cxn modelId="{72FCEB14-60DF-4C81-B776-D6E6BFEE804A}" type="presParOf" srcId="{CECD17CF-66C5-4DC0-B30E-38B44E8B99EB}" destId="{4F2A8415-2625-4482-9832-0B9488FF6EE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83DA07A-F616-4A89-9109-8A62299668ED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A4A6CB5-BC68-4071-BD9D-FF519F02ECD9}">
      <dgm:prSet/>
      <dgm:spPr/>
      <dgm:t>
        <a:bodyPr/>
        <a:lstStyle/>
        <a:p>
          <a:r>
            <a:rPr lang="en-US"/>
            <a:t>Scripts do lots of things</a:t>
          </a:r>
        </a:p>
      </dgm:t>
    </dgm:pt>
    <dgm:pt modelId="{22D862B4-5100-4CAB-9890-2364629A94B7}" type="parTrans" cxnId="{8690C1EB-D49D-42E6-BB1C-F58E7DFD3212}">
      <dgm:prSet/>
      <dgm:spPr/>
      <dgm:t>
        <a:bodyPr/>
        <a:lstStyle/>
        <a:p>
          <a:endParaRPr lang="en-US"/>
        </a:p>
      </dgm:t>
    </dgm:pt>
    <dgm:pt modelId="{DEFFDB18-BEF9-409B-AA28-2ADD020B9FF4}" type="sibTrans" cxnId="{8690C1EB-D49D-42E6-BB1C-F58E7DFD3212}">
      <dgm:prSet/>
      <dgm:spPr/>
      <dgm:t>
        <a:bodyPr/>
        <a:lstStyle/>
        <a:p>
          <a:endParaRPr lang="en-US"/>
        </a:p>
      </dgm:t>
    </dgm:pt>
    <dgm:pt modelId="{D30C92EC-E1E4-494D-BAE7-D12FC7BA6895}">
      <dgm:prSet/>
      <dgm:spPr/>
      <dgm:t>
        <a:bodyPr/>
        <a:lstStyle/>
        <a:p>
          <a:r>
            <a:rPr lang="en-US"/>
            <a:t>Designed for large end-to-end solution</a:t>
          </a:r>
        </a:p>
      </dgm:t>
    </dgm:pt>
    <dgm:pt modelId="{5F11850C-964F-43CC-9390-E178DEA47EB1}" type="parTrans" cxnId="{40819CE8-4858-4F21-95F6-5D54558B73CF}">
      <dgm:prSet/>
      <dgm:spPr/>
      <dgm:t>
        <a:bodyPr/>
        <a:lstStyle/>
        <a:p>
          <a:endParaRPr lang="en-US"/>
        </a:p>
      </dgm:t>
    </dgm:pt>
    <dgm:pt modelId="{D9AA52E4-8362-4315-9C77-BF5D122AB3C6}" type="sibTrans" cxnId="{40819CE8-4858-4F21-95F6-5D54558B73CF}">
      <dgm:prSet/>
      <dgm:spPr/>
      <dgm:t>
        <a:bodyPr/>
        <a:lstStyle/>
        <a:p>
          <a:endParaRPr lang="en-US"/>
        </a:p>
      </dgm:t>
    </dgm:pt>
    <dgm:pt modelId="{4DF9C3EA-8834-4FEF-BC3C-C78DB18586C7}">
      <dgm:prSet/>
      <dgm:spPr/>
      <dgm:t>
        <a:bodyPr/>
        <a:lstStyle/>
        <a:p>
          <a:r>
            <a:rPr lang="en-US"/>
            <a:t>Not easily reusable for another purpose</a:t>
          </a:r>
        </a:p>
      </dgm:t>
    </dgm:pt>
    <dgm:pt modelId="{E338F06B-2024-4755-8894-1A21DF2E6465}" type="parTrans" cxnId="{F9626F91-2310-49C7-9CB2-EE97018D7D2E}">
      <dgm:prSet/>
      <dgm:spPr/>
      <dgm:t>
        <a:bodyPr/>
        <a:lstStyle/>
        <a:p>
          <a:endParaRPr lang="en-US"/>
        </a:p>
      </dgm:t>
    </dgm:pt>
    <dgm:pt modelId="{80972009-3E54-45C2-9969-20657CC47472}" type="sibTrans" cxnId="{F9626F91-2310-49C7-9CB2-EE97018D7D2E}">
      <dgm:prSet/>
      <dgm:spPr/>
      <dgm:t>
        <a:bodyPr/>
        <a:lstStyle/>
        <a:p>
          <a:endParaRPr lang="en-US"/>
        </a:p>
      </dgm:t>
    </dgm:pt>
    <dgm:pt modelId="{1E28D1AB-AF90-4C3C-A3CF-EAF13F505F7B}">
      <dgm:prSet/>
      <dgm:spPr/>
      <dgm:t>
        <a:bodyPr/>
        <a:lstStyle/>
        <a:p>
          <a:r>
            <a:rPr lang="en-US"/>
            <a:t>Functions do single tasks</a:t>
          </a:r>
        </a:p>
      </dgm:t>
    </dgm:pt>
    <dgm:pt modelId="{FD206FAB-58B3-4BB2-9891-25526EED815C}" type="parTrans" cxnId="{1D3F8DCD-ED1F-4D36-B501-997C223D1589}">
      <dgm:prSet/>
      <dgm:spPr/>
      <dgm:t>
        <a:bodyPr/>
        <a:lstStyle/>
        <a:p>
          <a:endParaRPr lang="en-US"/>
        </a:p>
      </dgm:t>
    </dgm:pt>
    <dgm:pt modelId="{5241494E-A2A5-4EDD-9599-FD0ECA2B9F65}" type="sibTrans" cxnId="{1D3F8DCD-ED1F-4D36-B501-997C223D1589}">
      <dgm:prSet/>
      <dgm:spPr/>
      <dgm:t>
        <a:bodyPr/>
        <a:lstStyle/>
        <a:p>
          <a:endParaRPr lang="en-US"/>
        </a:p>
      </dgm:t>
    </dgm:pt>
    <dgm:pt modelId="{1A65ACA5-7D83-4CF1-821C-DDADD2061597}">
      <dgm:prSet/>
      <dgm:spPr/>
      <dgm:t>
        <a:bodyPr/>
        <a:lstStyle/>
        <a:p>
          <a:r>
            <a:rPr lang="en-US"/>
            <a:t>Composable into scripts for creating solutions</a:t>
          </a:r>
        </a:p>
      </dgm:t>
    </dgm:pt>
    <dgm:pt modelId="{54212519-23A6-4DD1-A47F-886A985857BB}" type="parTrans" cxnId="{F0060CD7-0669-4755-9EB9-C0AD27AD1254}">
      <dgm:prSet/>
      <dgm:spPr/>
      <dgm:t>
        <a:bodyPr/>
        <a:lstStyle/>
        <a:p>
          <a:endParaRPr lang="en-US"/>
        </a:p>
      </dgm:t>
    </dgm:pt>
    <dgm:pt modelId="{4D6D33BC-BA0F-4C8A-9E1A-AA289B8A4C6D}" type="sibTrans" cxnId="{F0060CD7-0669-4755-9EB9-C0AD27AD1254}">
      <dgm:prSet/>
      <dgm:spPr/>
      <dgm:t>
        <a:bodyPr/>
        <a:lstStyle/>
        <a:p>
          <a:endParaRPr lang="en-US"/>
        </a:p>
      </dgm:t>
    </dgm:pt>
    <dgm:pt modelId="{FE028B14-9BB0-44A6-9748-2CCF74317100}">
      <dgm:prSet/>
      <dgm:spPr/>
      <dgm:t>
        <a:bodyPr/>
        <a:lstStyle/>
        <a:p>
          <a:r>
            <a:rPr lang="en-US"/>
            <a:t>Easily reusable to compose different solutions</a:t>
          </a:r>
        </a:p>
      </dgm:t>
    </dgm:pt>
    <dgm:pt modelId="{29E8883E-3B4E-4170-8975-68D7F67D9232}" type="parTrans" cxnId="{A35393FD-B562-4F62-9709-9A4565CFE8E6}">
      <dgm:prSet/>
      <dgm:spPr/>
      <dgm:t>
        <a:bodyPr/>
        <a:lstStyle/>
        <a:p>
          <a:endParaRPr lang="en-US"/>
        </a:p>
      </dgm:t>
    </dgm:pt>
    <dgm:pt modelId="{C5286428-054B-4892-8F43-D245729BAE11}" type="sibTrans" cxnId="{A35393FD-B562-4F62-9709-9A4565CFE8E6}">
      <dgm:prSet/>
      <dgm:spPr/>
      <dgm:t>
        <a:bodyPr/>
        <a:lstStyle/>
        <a:p>
          <a:endParaRPr lang="en-US"/>
        </a:p>
      </dgm:t>
    </dgm:pt>
    <dgm:pt modelId="{1A856F61-3ED5-4190-921F-5013A631F624}">
      <dgm:prSet/>
      <dgm:spPr/>
      <dgm:t>
        <a:bodyPr/>
        <a:lstStyle/>
        <a:p>
          <a:r>
            <a:rPr lang="en-US"/>
            <a:t>Packaged into modules</a:t>
          </a:r>
        </a:p>
      </dgm:t>
    </dgm:pt>
    <dgm:pt modelId="{F3BF6300-6388-4AA6-996C-8D59F2898549}" type="parTrans" cxnId="{9C43B6FE-F7A4-4725-A17B-E48A673A5910}">
      <dgm:prSet/>
      <dgm:spPr/>
      <dgm:t>
        <a:bodyPr/>
        <a:lstStyle/>
        <a:p>
          <a:endParaRPr lang="en-US"/>
        </a:p>
      </dgm:t>
    </dgm:pt>
    <dgm:pt modelId="{EA1F068B-A1AA-4C09-B723-BF8C960B50E9}" type="sibTrans" cxnId="{9C43B6FE-F7A4-4725-A17B-E48A673A5910}">
      <dgm:prSet/>
      <dgm:spPr/>
      <dgm:t>
        <a:bodyPr/>
        <a:lstStyle/>
        <a:p>
          <a:endParaRPr lang="en-US"/>
        </a:p>
      </dgm:t>
    </dgm:pt>
    <dgm:pt modelId="{9A522B29-0954-46D8-9114-52DAB4F96BF2}" type="pres">
      <dgm:prSet presAssocID="{A83DA07A-F616-4A89-9109-8A62299668ED}" presName="theList" presStyleCnt="0">
        <dgm:presLayoutVars>
          <dgm:dir/>
          <dgm:animLvl val="lvl"/>
          <dgm:resizeHandles val="exact"/>
        </dgm:presLayoutVars>
      </dgm:prSet>
      <dgm:spPr/>
    </dgm:pt>
    <dgm:pt modelId="{B73F6FCE-8F4E-44B1-9EC7-747A6A800A2B}" type="pres">
      <dgm:prSet presAssocID="{CA4A6CB5-BC68-4071-BD9D-FF519F02ECD9}" presName="compNode" presStyleCnt="0"/>
      <dgm:spPr/>
    </dgm:pt>
    <dgm:pt modelId="{1FEC9C54-B81C-48E7-A3D2-36C8AFE04FFE}" type="pres">
      <dgm:prSet presAssocID="{CA4A6CB5-BC68-4071-BD9D-FF519F02ECD9}" presName="aNode" presStyleLbl="bgShp" presStyleIdx="0" presStyleCnt="2"/>
      <dgm:spPr/>
    </dgm:pt>
    <dgm:pt modelId="{5F588CBC-2433-495B-9AA4-9069059E4594}" type="pres">
      <dgm:prSet presAssocID="{CA4A6CB5-BC68-4071-BD9D-FF519F02ECD9}" presName="textNode" presStyleLbl="bgShp" presStyleIdx="0" presStyleCnt="2"/>
      <dgm:spPr/>
    </dgm:pt>
    <dgm:pt modelId="{91100198-89FB-4A3A-A040-C8DF08908B2F}" type="pres">
      <dgm:prSet presAssocID="{CA4A6CB5-BC68-4071-BD9D-FF519F02ECD9}" presName="compChildNode" presStyleCnt="0"/>
      <dgm:spPr/>
    </dgm:pt>
    <dgm:pt modelId="{229512FC-8620-471F-A05E-857CC60C9EC6}" type="pres">
      <dgm:prSet presAssocID="{CA4A6CB5-BC68-4071-BD9D-FF519F02ECD9}" presName="theInnerList" presStyleCnt="0"/>
      <dgm:spPr/>
    </dgm:pt>
    <dgm:pt modelId="{E2832E59-3705-450D-99F7-591C8E9A07F4}" type="pres">
      <dgm:prSet presAssocID="{D30C92EC-E1E4-494D-BAE7-D12FC7BA6895}" presName="childNode" presStyleLbl="node1" presStyleIdx="0" presStyleCnt="5">
        <dgm:presLayoutVars>
          <dgm:bulletEnabled val="1"/>
        </dgm:presLayoutVars>
      </dgm:prSet>
      <dgm:spPr/>
    </dgm:pt>
    <dgm:pt modelId="{99E147EE-3A2F-4BDA-89F5-49294E656A7E}" type="pres">
      <dgm:prSet presAssocID="{D30C92EC-E1E4-494D-BAE7-D12FC7BA6895}" presName="aSpace2" presStyleCnt="0"/>
      <dgm:spPr/>
    </dgm:pt>
    <dgm:pt modelId="{7280A6B5-B2F5-4496-8965-6C026D249C90}" type="pres">
      <dgm:prSet presAssocID="{4DF9C3EA-8834-4FEF-BC3C-C78DB18586C7}" presName="childNode" presStyleLbl="node1" presStyleIdx="1" presStyleCnt="5">
        <dgm:presLayoutVars>
          <dgm:bulletEnabled val="1"/>
        </dgm:presLayoutVars>
      </dgm:prSet>
      <dgm:spPr/>
    </dgm:pt>
    <dgm:pt modelId="{269C3070-AADC-4A1D-9AFA-069C4862510E}" type="pres">
      <dgm:prSet presAssocID="{CA4A6CB5-BC68-4071-BD9D-FF519F02ECD9}" presName="aSpace" presStyleCnt="0"/>
      <dgm:spPr/>
    </dgm:pt>
    <dgm:pt modelId="{E4CFDB83-685E-408D-AD56-E8C8012339E7}" type="pres">
      <dgm:prSet presAssocID="{1E28D1AB-AF90-4C3C-A3CF-EAF13F505F7B}" presName="compNode" presStyleCnt="0"/>
      <dgm:spPr/>
    </dgm:pt>
    <dgm:pt modelId="{46D12562-1CCE-4B59-BEE6-D9F545F1DD73}" type="pres">
      <dgm:prSet presAssocID="{1E28D1AB-AF90-4C3C-A3CF-EAF13F505F7B}" presName="aNode" presStyleLbl="bgShp" presStyleIdx="1" presStyleCnt="2"/>
      <dgm:spPr/>
    </dgm:pt>
    <dgm:pt modelId="{6923D455-4CA7-4D6D-B0AE-032381DBAB57}" type="pres">
      <dgm:prSet presAssocID="{1E28D1AB-AF90-4C3C-A3CF-EAF13F505F7B}" presName="textNode" presStyleLbl="bgShp" presStyleIdx="1" presStyleCnt="2"/>
      <dgm:spPr/>
    </dgm:pt>
    <dgm:pt modelId="{2322B1C6-75D2-472F-BE43-FA7F9D0ABFF1}" type="pres">
      <dgm:prSet presAssocID="{1E28D1AB-AF90-4C3C-A3CF-EAF13F505F7B}" presName="compChildNode" presStyleCnt="0"/>
      <dgm:spPr/>
    </dgm:pt>
    <dgm:pt modelId="{7EACE33F-0869-41CE-8841-F1218F0DF9A7}" type="pres">
      <dgm:prSet presAssocID="{1E28D1AB-AF90-4C3C-A3CF-EAF13F505F7B}" presName="theInnerList" presStyleCnt="0"/>
      <dgm:spPr/>
    </dgm:pt>
    <dgm:pt modelId="{D9A8FD52-1A36-41DF-AD2C-B943E9A82340}" type="pres">
      <dgm:prSet presAssocID="{1A65ACA5-7D83-4CF1-821C-DDADD2061597}" presName="childNode" presStyleLbl="node1" presStyleIdx="2" presStyleCnt="5">
        <dgm:presLayoutVars>
          <dgm:bulletEnabled val="1"/>
        </dgm:presLayoutVars>
      </dgm:prSet>
      <dgm:spPr/>
    </dgm:pt>
    <dgm:pt modelId="{F808280B-9EE7-426B-AC98-5BD622BA8ABA}" type="pres">
      <dgm:prSet presAssocID="{1A65ACA5-7D83-4CF1-821C-DDADD2061597}" presName="aSpace2" presStyleCnt="0"/>
      <dgm:spPr/>
    </dgm:pt>
    <dgm:pt modelId="{216771CC-23EC-4901-A36E-729B3E205E96}" type="pres">
      <dgm:prSet presAssocID="{FE028B14-9BB0-44A6-9748-2CCF74317100}" presName="childNode" presStyleLbl="node1" presStyleIdx="3" presStyleCnt="5">
        <dgm:presLayoutVars>
          <dgm:bulletEnabled val="1"/>
        </dgm:presLayoutVars>
      </dgm:prSet>
      <dgm:spPr/>
    </dgm:pt>
    <dgm:pt modelId="{C658D880-44F2-4442-B35B-3C67E2090F0B}" type="pres">
      <dgm:prSet presAssocID="{FE028B14-9BB0-44A6-9748-2CCF74317100}" presName="aSpace2" presStyleCnt="0"/>
      <dgm:spPr/>
    </dgm:pt>
    <dgm:pt modelId="{C338BD35-9404-4199-B499-E2A34913911A}" type="pres">
      <dgm:prSet presAssocID="{1A856F61-3ED5-4190-921F-5013A631F624}" presName="childNode" presStyleLbl="node1" presStyleIdx="4" presStyleCnt="5">
        <dgm:presLayoutVars>
          <dgm:bulletEnabled val="1"/>
        </dgm:presLayoutVars>
      </dgm:prSet>
      <dgm:spPr/>
    </dgm:pt>
  </dgm:ptLst>
  <dgm:cxnLst>
    <dgm:cxn modelId="{7F981823-6A36-4A76-937D-D214DF7CF782}" type="presOf" srcId="{CA4A6CB5-BC68-4071-BD9D-FF519F02ECD9}" destId="{1FEC9C54-B81C-48E7-A3D2-36C8AFE04FFE}" srcOrd="0" destOrd="0" presId="urn:microsoft.com/office/officeart/2005/8/layout/lProcess2"/>
    <dgm:cxn modelId="{3AE4E32F-8FD9-428D-897F-D63D5F15CC37}" type="presOf" srcId="{4DF9C3EA-8834-4FEF-BC3C-C78DB18586C7}" destId="{7280A6B5-B2F5-4496-8965-6C026D249C90}" srcOrd="0" destOrd="0" presId="urn:microsoft.com/office/officeart/2005/8/layout/lProcess2"/>
    <dgm:cxn modelId="{FD477743-BE9F-4B35-806C-D223E187E0B6}" type="presOf" srcId="{CA4A6CB5-BC68-4071-BD9D-FF519F02ECD9}" destId="{5F588CBC-2433-495B-9AA4-9069059E4594}" srcOrd="1" destOrd="0" presId="urn:microsoft.com/office/officeart/2005/8/layout/lProcess2"/>
    <dgm:cxn modelId="{B510F667-2FCF-439E-A477-2418AFD9EF72}" type="presOf" srcId="{FE028B14-9BB0-44A6-9748-2CCF74317100}" destId="{216771CC-23EC-4901-A36E-729B3E205E96}" srcOrd="0" destOrd="0" presId="urn:microsoft.com/office/officeart/2005/8/layout/lProcess2"/>
    <dgm:cxn modelId="{A4C76758-D5FE-4347-A2B5-553F8FB59B86}" type="presOf" srcId="{1A856F61-3ED5-4190-921F-5013A631F624}" destId="{C338BD35-9404-4199-B499-E2A34913911A}" srcOrd="0" destOrd="0" presId="urn:microsoft.com/office/officeart/2005/8/layout/lProcess2"/>
    <dgm:cxn modelId="{C430337E-6339-49A0-ABA3-CC4FA92BC031}" type="presOf" srcId="{1E28D1AB-AF90-4C3C-A3CF-EAF13F505F7B}" destId="{46D12562-1CCE-4B59-BEE6-D9F545F1DD73}" srcOrd="0" destOrd="0" presId="urn:microsoft.com/office/officeart/2005/8/layout/lProcess2"/>
    <dgm:cxn modelId="{F9626F91-2310-49C7-9CB2-EE97018D7D2E}" srcId="{CA4A6CB5-BC68-4071-BD9D-FF519F02ECD9}" destId="{4DF9C3EA-8834-4FEF-BC3C-C78DB18586C7}" srcOrd="1" destOrd="0" parTransId="{E338F06B-2024-4755-8894-1A21DF2E6465}" sibTransId="{80972009-3E54-45C2-9969-20657CC47472}"/>
    <dgm:cxn modelId="{67F4B19B-C626-4AEB-BFAE-2F226328D15B}" type="presOf" srcId="{1E28D1AB-AF90-4C3C-A3CF-EAF13F505F7B}" destId="{6923D455-4CA7-4D6D-B0AE-032381DBAB57}" srcOrd="1" destOrd="0" presId="urn:microsoft.com/office/officeart/2005/8/layout/lProcess2"/>
    <dgm:cxn modelId="{BBC7A0C8-BFCB-4BE0-8010-4227D767D711}" type="presOf" srcId="{A83DA07A-F616-4A89-9109-8A62299668ED}" destId="{9A522B29-0954-46D8-9114-52DAB4F96BF2}" srcOrd="0" destOrd="0" presId="urn:microsoft.com/office/officeart/2005/8/layout/lProcess2"/>
    <dgm:cxn modelId="{1D3F8DCD-ED1F-4D36-B501-997C223D1589}" srcId="{A83DA07A-F616-4A89-9109-8A62299668ED}" destId="{1E28D1AB-AF90-4C3C-A3CF-EAF13F505F7B}" srcOrd="1" destOrd="0" parTransId="{FD206FAB-58B3-4BB2-9891-25526EED815C}" sibTransId="{5241494E-A2A5-4EDD-9599-FD0ECA2B9F65}"/>
    <dgm:cxn modelId="{8360F4D0-A08B-4A95-8672-5A49177979F9}" type="presOf" srcId="{D30C92EC-E1E4-494D-BAE7-D12FC7BA6895}" destId="{E2832E59-3705-450D-99F7-591C8E9A07F4}" srcOrd="0" destOrd="0" presId="urn:microsoft.com/office/officeart/2005/8/layout/lProcess2"/>
    <dgm:cxn modelId="{F0060CD7-0669-4755-9EB9-C0AD27AD1254}" srcId="{1E28D1AB-AF90-4C3C-A3CF-EAF13F505F7B}" destId="{1A65ACA5-7D83-4CF1-821C-DDADD2061597}" srcOrd="0" destOrd="0" parTransId="{54212519-23A6-4DD1-A47F-886A985857BB}" sibTransId="{4D6D33BC-BA0F-4C8A-9E1A-AA289B8A4C6D}"/>
    <dgm:cxn modelId="{40819CE8-4858-4F21-95F6-5D54558B73CF}" srcId="{CA4A6CB5-BC68-4071-BD9D-FF519F02ECD9}" destId="{D30C92EC-E1E4-494D-BAE7-D12FC7BA6895}" srcOrd="0" destOrd="0" parTransId="{5F11850C-964F-43CC-9390-E178DEA47EB1}" sibTransId="{D9AA52E4-8362-4315-9C77-BF5D122AB3C6}"/>
    <dgm:cxn modelId="{8690C1EB-D49D-42E6-BB1C-F58E7DFD3212}" srcId="{A83DA07A-F616-4A89-9109-8A62299668ED}" destId="{CA4A6CB5-BC68-4071-BD9D-FF519F02ECD9}" srcOrd="0" destOrd="0" parTransId="{22D862B4-5100-4CAB-9890-2364629A94B7}" sibTransId="{DEFFDB18-BEF9-409B-AA28-2ADD020B9FF4}"/>
    <dgm:cxn modelId="{87288AF5-BDF1-48A7-9597-DE2C537D7A65}" type="presOf" srcId="{1A65ACA5-7D83-4CF1-821C-DDADD2061597}" destId="{D9A8FD52-1A36-41DF-AD2C-B943E9A82340}" srcOrd="0" destOrd="0" presId="urn:microsoft.com/office/officeart/2005/8/layout/lProcess2"/>
    <dgm:cxn modelId="{A35393FD-B562-4F62-9709-9A4565CFE8E6}" srcId="{1E28D1AB-AF90-4C3C-A3CF-EAF13F505F7B}" destId="{FE028B14-9BB0-44A6-9748-2CCF74317100}" srcOrd="1" destOrd="0" parTransId="{29E8883E-3B4E-4170-8975-68D7F67D9232}" sibTransId="{C5286428-054B-4892-8F43-D245729BAE11}"/>
    <dgm:cxn modelId="{9C43B6FE-F7A4-4725-A17B-E48A673A5910}" srcId="{1E28D1AB-AF90-4C3C-A3CF-EAF13F505F7B}" destId="{1A856F61-3ED5-4190-921F-5013A631F624}" srcOrd="2" destOrd="0" parTransId="{F3BF6300-6388-4AA6-996C-8D59F2898549}" sibTransId="{EA1F068B-A1AA-4C09-B723-BF8C960B50E9}"/>
    <dgm:cxn modelId="{519F3A93-3794-460F-9256-B3488E9C91F7}" type="presParOf" srcId="{9A522B29-0954-46D8-9114-52DAB4F96BF2}" destId="{B73F6FCE-8F4E-44B1-9EC7-747A6A800A2B}" srcOrd="0" destOrd="0" presId="urn:microsoft.com/office/officeart/2005/8/layout/lProcess2"/>
    <dgm:cxn modelId="{679DEA14-FF52-4352-9EB7-ACBFE13999F7}" type="presParOf" srcId="{B73F6FCE-8F4E-44B1-9EC7-747A6A800A2B}" destId="{1FEC9C54-B81C-48E7-A3D2-36C8AFE04FFE}" srcOrd="0" destOrd="0" presId="urn:microsoft.com/office/officeart/2005/8/layout/lProcess2"/>
    <dgm:cxn modelId="{22F11683-BDB7-458D-966B-0726C56BEDA0}" type="presParOf" srcId="{B73F6FCE-8F4E-44B1-9EC7-747A6A800A2B}" destId="{5F588CBC-2433-495B-9AA4-9069059E4594}" srcOrd="1" destOrd="0" presId="urn:microsoft.com/office/officeart/2005/8/layout/lProcess2"/>
    <dgm:cxn modelId="{2936EF94-5E60-482B-941B-EEA0CDAB1DE4}" type="presParOf" srcId="{B73F6FCE-8F4E-44B1-9EC7-747A6A800A2B}" destId="{91100198-89FB-4A3A-A040-C8DF08908B2F}" srcOrd="2" destOrd="0" presId="urn:microsoft.com/office/officeart/2005/8/layout/lProcess2"/>
    <dgm:cxn modelId="{FF8CF9AE-8179-45E2-A6C9-0A5B0EFF386C}" type="presParOf" srcId="{91100198-89FB-4A3A-A040-C8DF08908B2F}" destId="{229512FC-8620-471F-A05E-857CC60C9EC6}" srcOrd="0" destOrd="0" presId="urn:microsoft.com/office/officeart/2005/8/layout/lProcess2"/>
    <dgm:cxn modelId="{E84DFE49-4F1E-4E0D-8895-86678E1B1091}" type="presParOf" srcId="{229512FC-8620-471F-A05E-857CC60C9EC6}" destId="{E2832E59-3705-450D-99F7-591C8E9A07F4}" srcOrd="0" destOrd="0" presId="urn:microsoft.com/office/officeart/2005/8/layout/lProcess2"/>
    <dgm:cxn modelId="{83268EB9-51A5-4A71-99F1-55ABFBA37ED5}" type="presParOf" srcId="{229512FC-8620-471F-A05E-857CC60C9EC6}" destId="{99E147EE-3A2F-4BDA-89F5-49294E656A7E}" srcOrd="1" destOrd="0" presId="urn:microsoft.com/office/officeart/2005/8/layout/lProcess2"/>
    <dgm:cxn modelId="{770605B8-5A06-4C63-81B0-B67920C0EA19}" type="presParOf" srcId="{229512FC-8620-471F-A05E-857CC60C9EC6}" destId="{7280A6B5-B2F5-4496-8965-6C026D249C90}" srcOrd="2" destOrd="0" presId="urn:microsoft.com/office/officeart/2005/8/layout/lProcess2"/>
    <dgm:cxn modelId="{4D523B7D-DC0E-4EA0-A12D-FEC291A32DB2}" type="presParOf" srcId="{9A522B29-0954-46D8-9114-52DAB4F96BF2}" destId="{269C3070-AADC-4A1D-9AFA-069C4862510E}" srcOrd="1" destOrd="0" presId="urn:microsoft.com/office/officeart/2005/8/layout/lProcess2"/>
    <dgm:cxn modelId="{AC87D237-79E6-46A9-B4BA-111CB61C90DB}" type="presParOf" srcId="{9A522B29-0954-46D8-9114-52DAB4F96BF2}" destId="{E4CFDB83-685E-408D-AD56-E8C8012339E7}" srcOrd="2" destOrd="0" presId="urn:microsoft.com/office/officeart/2005/8/layout/lProcess2"/>
    <dgm:cxn modelId="{25CC2141-90D9-4CD6-B27B-0EDE4021786C}" type="presParOf" srcId="{E4CFDB83-685E-408D-AD56-E8C8012339E7}" destId="{46D12562-1CCE-4B59-BEE6-D9F545F1DD73}" srcOrd="0" destOrd="0" presId="urn:microsoft.com/office/officeart/2005/8/layout/lProcess2"/>
    <dgm:cxn modelId="{EBE9157C-BEC0-40E6-9EBE-F84586B2EA28}" type="presParOf" srcId="{E4CFDB83-685E-408D-AD56-E8C8012339E7}" destId="{6923D455-4CA7-4D6D-B0AE-032381DBAB57}" srcOrd="1" destOrd="0" presId="urn:microsoft.com/office/officeart/2005/8/layout/lProcess2"/>
    <dgm:cxn modelId="{C4D55B28-D85B-4F6A-A866-2987D392433A}" type="presParOf" srcId="{E4CFDB83-685E-408D-AD56-E8C8012339E7}" destId="{2322B1C6-75D2-472F-BE43-FA7F9D0ABFF1}" srcOrd="2" destOrd="0" presId="urn:microsoft.com/office/officeart/2005/8/layout/lProcess2"/>
    <dgm:cxn modelId="{F6B892DA-132A-49E9-9158-6D77348C9CA0}" type="presParOf" srcId="{2322B1C6-75D2-472F-BE43-FA7F9D0ABFF1}" destId="{7EACE33F-0869-41CE-8841-F1218F0DF9A7}" srcOrd="0" destOrd="0" presId="urn:microsoft.com/office/officeart/2005/8/layout/lProcess2"/>
    <dgm:cxn modelId="{6A6AE716-8A30-4D89-A295-6416DAAB9CD6}" type="presParOf" srcId="{7EACE33F-0869-41CE-8841-F1218F0DF9A7}" destId="{D9A8FD52-1A36-41DF-AD2C-B943E9A82340}" srcOrd="0" destOrd="0" presId="urn:microsoft.com/office/officeart/2005/8/layout/lProcess2"/>
    <dgm:cxn modelId="{81A95FDD-829F-4605-AA1C-CBD39A972A87}" type="presParOf" srcId="{7EACE33F-0869-41CE-8841-F1218F0DF9A7}" destId="{F808280B-9EE7-426B-AC98-5BD622BA8ABA}" srcOrd="1" destOrd="0" presId="urn:microsoft.com/office/officeart/2005/8/layout/lProcess2"/>
    <dgm:cxn modelId="{5E6ABFD3-9F6D-447D-B9AE-E017FE0EE689}" type="presParOf" srcId="{7EACE33F-0869-41CE-8841-F1218F0DF9A7}" destId="{216771CC-23EC-4901-A36E-729B3E205E96}" srcOrd="2" destOrd="0" presId="urn:microsoft.com/office/officeart/2005/8/layout/lProcess2"/>
    <dgm:cxn modelId="{9EF375FD-2B90-46DF-B0C5-41C0DEA71884}" type="presParOf" srcId="{7EACE33F-0869-41CE-8841-F1218F0DF9A7}" destId="{C658D880-44F2-4442-B35B-3C67E2090F0B}" srcOrd="3" destOrd="0" presId="urn:microsoft.com/office/officeart/2005/8/layout/lProcess2"/>
    <dgm:cxn modelId="{F5A12E78-2AC7-4648-9242-F99C1DDDF7FA}" type="presParOf" srcId="{7EACE33F-0869-41CE-8841-F1218F0DF9A7}" destId="{C338BD35-9404-4199-B499-E2A34913911A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410CB07-D309-46C0-B312-AF8B64CB0986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D11BB3F-C60D-4272-9A10-58D8141C0727}">
      <dgm:prSet/>
      <dgm:spPr/>
      <dgm:t>
        <a:bodyPr/>
        <a:lstStyle/>
        <a:p>
          <a:r>
            <a:rPr lang="en-US"/>
            <a:t>Templates</a:t>
          </a:r>
        </a:p>
      </dgm:t>
    </dgm:pt>
    <dgm:pt modelId="{7983D6A7-8FFC-45DD-B0F7-13782D22530C}" type="parTrans" cxnId="{B1B88C96-206D-4F0F-9FF5-3673375AFA50}">
      <dgm:prSet/>
      <dgm:spPr/>
      <dgm:t>
        <a:bodyPr/>
        <a:lstStyle/>
        <a:p>
          <a:endParaRPr lang="en-US"/>
        </a:p>
      </dgm:t>
    </dgm:pt>
    <dgm:pt modelId="{8CD7C506-92BC-4243-9496-BFEE19CF7ECD}" type="sibTrans" cxnId="{B1B88C96-206D-4F0F-9FF5-3673375AFA50}">
      <dgm:prSet/>
      <dgm:spPr/>
      <dgm:t>
        <a:bodyPr/>
        <a:lstStyle/>
        <a:p>
          <a:endParaRPr lang="en-US"/>
        </a:p>
      </dgm:t>
    </dgm:pt>
    <dgm:pt modelId="{F82AB8C9-2C58-4641-9365-A0B64A3FC3F7}">
      <dgm:prSet/>
      <dgm:spPr/>
      <dgm:t>
        <a:bodyPr/>
        <a:lstStyle/>
        <a:p>
          <a:r>
            <a:rPr lang="en-US" dirty="0"/>
            <a:t>Create structure automatically</a:t>
          </a:r>
        </a:p>
      </dgm:t>
    </dgm:pt>
    <dgm:pt modelId="{F5790F10-7EAF-42A2-9BAF-DB2C82D2139D}" type="parTrans" cxnId="{0D7AD37E-3461-4048-9FB6-7452BCF03D86}">
      <dgm:prSet/>
      <dgm:spPr/>
      <dgm:t>
        <a:bodyPr/>
        <a:lstStyle/>
        <a:p>
          <a:endParaRPr lang="en-US"/>
        </a:p>
      </dgm:t>
    </dgm:pt>
    <dgm:pt modelId="{622C5C64-6078-4E26-AE01-ED1391E115D8}" type="sibTrans" cxnId="{0D7AD37E-3461-4048-9FB6-7452BCF03D86}">
      <dgm:prSet/>
      <dgm:spPr/>
      <dgm:t>
        <a:bodyPr/>
        <a:lstStyle/>
        <a:p>
          <a:endParaRPr lang="en-US"/>
        </a:p>
      </dgm:t>
    </dgm:pt>
    <dgm:pt modelId="{0593A00E-6705-4C6C-B208-7CB9A5C13257}">
      <dgm:prSet/>
      <dgm:spPr/>
      <dgm:t>
        <a:bodyPr/>
        <a:lstStyle/>
        <a:p>
          <a:r>
            <a:rPr lang="en-US"/>
            <a:t>Flexible</a:t>
          </a:r>
        </a:p>
      </dgm:t>
    </dgm:pt>
    <dgm:pt modelId="{ECC1DDB7-DC21-4C0E-92E6-9DDFEEC6FB85}" type="parTrans" cxnId="{1C12064B-FA08-4FF4-84C4-38C158DC8A0E}">
      <dgm:prSet/>
      <dgm:spPr/>
      <dgm:t>
        <a:bodyPr/>
        <a:lstStyle/>
        <a:p>
          <a:endParaRPr lang="en-US"/>
        </a:p>
      </dgm:t>
    </dgm:pt>
    <dgm:pt modelId="{C3E26F08-E259-4400-8069-345AF851F244}" type="sibTrans" cxnId="{1C12064B-FA08-4FF4-84C4-38C158DC8A0E}">
      <dgm:prSet/>
      <dgm:spPr/>
      <dgm:t>
        <a:bodyPr/>
        <a:lstStyle/>
        <a:p>
          <a:endParaRPr lang="en-US"/>
        </a:p>
      </dgm:t>
    </dgm:pt>
    <dgm:pt modelId="{C6C34A69-F2D8-47D5-B394-2C6F7F2F35C3}">
      <dgm:prSet/>
      <dgm:spPr/>
      <dgm:t>
        <a:bodyPr/>
        <a:lstStyle/>
        <a:p>
          <a:r>
            <a:rPr lang="en-US"/>
            <a:t>Ensure consistency</a:t>
          </a:r>
        </a:p>
      </dgm:t>
    </dgm:pt>
    <dgm:pt modelId="{D889BDD1-1226-4648-BE1A-049DF62C2856}" type="parTrans" cxnId="{6A4B41C4-42D8-4FBC-8A3E-ACAF8EAAEC13}">
      <dgm:prSet/>
      <dgm:spPr/>
      <dgm:t>
        <a:bodyPr/>
        <a:lstStyle/>
        <a:p>
          <a:endParaRPr lang="en-US"/>
        </a:p>
      </dgm:t>
    </dgm:pt>
    <dgm:pt modelId="{DDCF970E-4F5F-4C5B-92EC-4291735C6A67}" type="sibTrans" cxnId="{6A4B41C4-42D8-4FBC-8A3E-ACAF8EAAEC13}">
      <dgm:prSet/>
      <dgm:spPr/>
      <dgm:t>
        <a:bodyPr/>
        <a:lstStyle/>
        <a:p>
          <a:endParaRPr lang="en-US"/>
        </a:p>
      </dgm:t>
    </dgm:pt>
    <dgm:pt modelId="{3E3B29DB-B3EC-45B9-94EA-CECCBF6BF646}">
      <dgm:prSet/>
      <dgm:spPr/>
      <dgm:t>
        <a:bodyPr/>
        <a:lstStyle/>
        <a:p>
          <a:r>
            <a:rPr lang="en-US"/>
            <a:t>Repeatable automation</a:t>
          </a:r>
        </a:p>
      </dgm:t>
    </dgm:pt>
    <dgm:pt modelId="{6B028AE4-75D8-4182-9FA4-FCE46E3A3ED7}" type="parTrans" cxnId="{527C5709-B86C-4C28-AC6C-AA5D128AEF7C}">
      <dgm:prSet/>
      <dgm:spPr/>
      <dgm:t>
        <a:bodyPr/>
        <a:lstStyle/>
        <a:p>
          <a:endParaRPr lang="en-US"/>
        </a:p>
      </dgm:t>
    </dgm:pt>
    <dgm:pt modelId="{35D1685F-06AA-4D0F-A849-07C6F48C3279}" type="sibTrans" cxnId="{527C5709-B86C-4C28-AC6C-AA5D128AEF7C}">
      <dgm:prSet/>
      <dgm:spPr/>
      <dgm:t>
        <a:bodyPr/>
        <a:lstStyle/>
        <a:p>
          <a:endParaRPr lang="en-US"/>
        </a:p>
      </dgm:t>
    </dgm:pt>
    <dgm:pt modelId="{C66B8949-09C8-457F-A3F3-E0C122224892}" type="pres">
      <dgm:prSet presAssocID="{C410CB07-D309-46C0-B312-AF8B64CB0986}" presName="Name0" presStyleCnt="0">
        <dgm:presLayoutVars>
          <dgm:dir/>
          <dgm:animLvl val="lvl"/>
          <dgm:resizeHandles val="exact"/>
        </dgm:presLayoutVars>
      </dgm:prSet>
      <dgm:spPr/>
    </dgm:pt>
    <dgm:pt modelId="{1FD8E7A2-673B-4499-A9DC-BD383E58D275}" type="pres">
      <dgm:prSet presAssocID="{BD11BB3F-C60D-4272-9A10-58D8141C0727}" presName="composite" presStyleCnt="0"/>
      <dgm:spPr/>
    </dgm:pt>
    <dgm:pt modelId="{82B28433-B981-4184-8B8C-E73D9A57079A}" type="pres">
      <dgm:prSet presAssocID="{BD11BB3F-C60D-4272-9A10-58D8141C0727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CC7DDA50-284F-4472-B940-6D2C36A1577B}" type="pres">
      <dgm:prSet presAssocID="{BD11BB3F-C60D-4272-9A10-58D8141C0727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527C5709-B86C-4C28-AC6C-AA5D128AEF7C}" srcId="{BD11BB3F-C60D-4272-9A10-58D8141C0727}" destId="{3E3B29DB-B3EC-45B9-94EA-CECCBF6BF646}" srcOrd="3" destOrd="0" parTransId="{6B028AE4-75D8-4182-9FA4-FCE46E3A3ED7}" sibTransId="{35D1685F-06AA-4D0F-A849-07C6F48C3279}"/>
    <dgm:cxn modelId="{D019E114-1D53-4CF4-ABA2-F706F8A281BA}" type="presOf" srcId="{0593A00E-6705-4C6C-B208-7CB9A5C13257}" destId="{CC7DDA50-284F-4472-B940-6D2C36A1577B}" srcOrd="0" destOrd="1" presId="urn:microsoft.com/office/officeart/2005/8/layout/hList1"/>
    <dgm:cxn modelId="{2920A716-E99B-45EF-906F-C85386A23387}" type="presOf" srcId="{BD11BB3F-C60D-4272-9A10-58D8141C0727}" destId="{82B28433-B981-4184-8B8C-E73D9A57079A}" srcOrd="0" destOrd="0" presId="urn:microsoft.com/office/officeart/2005/8/layout/hList1"/>
    <dgm:cxn modelId="{CE01973C-A8B2-4A52-9CDC-93B03AD07F9C}" type="presOf" srcId="{F82AB8C9-2C58-4641-9365-A0B64A3FC3F7}" destId="{CC7DDA50-284F-4472-B940-6D2C36A1577B}" srcOrd="0" destOrd="0" presId="urn:microsoft.com/office/officeart/2005/8/layout/hList1"/>
    <dgm:cxn modelId="{0F59015D-D56B-4072-A2CD-2E8CF137EBE2}" type="presOf" srcId="{C410CB07-D309-46C0-B312-AF8B64CB0986}" destId="{C66B8949-09C8-457F-A3F3-E0C122224892}" srcOrd="0" destOrd="0" presId="urn:microsoft.com/office/officeart/2005/8/layout/hList1"/>
    <dgm:cxn modelId="{1C12064B-FA08-4FF4-84C4-38C158DC8A0E}" srcId="{BD11BB3F-C60D-4272-9A10-58D8141C0727}" destId="{0593A00E-6705-4C6C-B208-7CB9A5C13257}" srcOrd="1" destOrd="0" parTransId="{ECC1DDB7-DC21-4C0E-92E6-9DDFEEC6FB85}" sibTransId="{C3E26F08-E259-4400-8069-345AF851F244}"/>
    <dgm:cxn modelId="{198A1E7E-DC6B-4F33-9D95-409B72B980A8}" type="presOf" srcId="{C6C34A69-F2D8-47D5-B394-2C6F7F2F35C3}" destId="{CC7DDA50-284F-4472-B940-6D2C36A1577B}" srcOrd="0" destOrd="2" presId="urn:microsoft.com/office/officeart/2005/8/layout/hList1"/>
    <dgm:cxn modelId="{0D7AD37E-3461-4048-9FB6-7452BCF03D86}" srcId="{BD11BB3F-C60D-4272-9A10-58D8141C0727}" destId="{F82AB8C9-2C58-4641-9365-A0B64A3FC3F7}" srcOrd="0" destOrd="0" parTransId="{F5790F10-7EAF-42A2-9BAF-DB2C82D2139D}" sibTransId="{622C5C64-6078-4E26-AE01-ED1391E115D8}"/>
    <dgm:cxn modelId="{B1B88C96-206D-4F0F-9FF5-3673375AFA50}" srcId="{C410CB07-D309-46C0-B312-AF8B64CB0986}" destId="{BD11BB3F-C60D-4272-9A10-58D8141C0727}" srcOrd="0" destOrd="0" parTransId="{7983D6A7-8FFC-45DD-B0F7-13782D22530C}" sibTransId="{8CD7C506-92BC-4243-9496-BFEE19CF7ECD}"/>
    <dgm:cxn modelId="{6A4B41C4-42D8-4FBC-8A3E-ACAF8EAAEC13}" srcId="{BD11BB3F-C60D-4272-9A10-58D8141C0727}" destId="{C6C34A69-F2D8-47D5-B394-2C6F7F2F35C3}" srcOrd="2" destOrd="0" parTransId="{D889BDD1-1226-4648-BE1A-049DF62C2856}" sibTransId="{DDCF970E-4F5F-4C5B-92EC-4291735C6A67}"/>
    <dgm:cxn modelId="{F84D60D6-9E3A-4D1D-AA72-4B842FE07810}" type="presOf" srcId="{3E3B29DB-B3EC-45B9-94EA-CECCBF6BF646}" destId="{CC7DDA50-284F-4472-B940-6D2C36A1577B}" srcOrd="0" destOrd="3" presId="urn:microsoft.com/office/officeart/2005/8/layout/hList1"/>
    <dgm:cxn modelId="{885303A1-CF74-4ED0-99C6-FDE18F3B425E}" type="presParOf" srcId="{C66B8949-09C8-457F-A3F3-E0C122224892}" destId="{1FD8E7A2-673B-4499-A9DC-BD383E58D275}" srcOrd="0" destOrd="0" presId="urn:microsoft.com/office/officeart/2005/8/layout/hList1"/>
    <dgm:cxn modelId="{661DA8E1-0F70-4370-A414-9BD75088C998}" type="presParOf" srcId="{1FD8E7A2-673B-4499-A9DC-BD383E58D275}" destId="{82B28433-B981-4184-8B8C-E73D9A57079A}" srcOrd="0" destOrd="0" presId="urn:microsoft.com/office/officeart/2005/8/layout/hList1"/>
    <dgm:cxn modelId="{86074BE1-8299-4A8A-9951-E7D9C100EBAE}" type="presParOf" srcId="{1FD8E7A2-673B-4499-A9DC-BD383E58D275}" destId="{CC7DDA50-284F-4472-B940-6D2C36A1577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EA95EFB-6B51-44A5-984F-28D1069BDB46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CCF4DD-A76C-4052-9280-5EA1CE3579B6}">
      <dgm:prSet/>
      <dgm:spPr/>
      <dgm:t>
        <a:bodyPr/>
        <a:lstStyle/>
        <a:p>
          <a:r>
            <a:rPr lang="en-US"/>
            <a:t>Tools</a:t>
          </a:r>
        </a:p>
      </dgm:t>
    </dgm:pt>
    <dgm:pt modelId="{4F1EF008-5060-4F85-8A36-D96504852FA6}" type="parTrans" cxnId="{7B886E2D-48C7-4CFB-9693-0A833EA4E73D}">
      <dgm:prSet/>
      <dgm:spPr/>
      <dgm:t>
        <a:bodyPr/>
        <a:lstStyle/>
        <a:p>
          <a:endParaRPr lang="en-US"/>
        </a:p>
      </dgm:t>
    </dgm:pt>
    <dgm:pt modelId="{92A5D831-ABD3-45BD-B62C-A717D8615A53}" type="sibTrans" cxnId="{7B886E2D-48C7-4CFB-9693-0A833EA4E73D}">
      <dgm:prSet/>
      <dgm:spPr/>
      <dgm:t>
        <a:bodyPr/>
        <a:lstStyle/>
        <a:p>
          <a:endParaRPr lang="en-US"/>
        </a:p>
      </dgm:t>
    </dgm:pt>
    <dgm:pt modelId="{6F18D837-A554-4718-AFEB-48009FFE9F9A}">
      <dgm:prSet custT="1"/>
      <dgm:spPr/>
      <dgm:t>
        <a:bodyPr/>
        <a:lstStyle/>
        <a:p>
          <a:r>
            <a:rPr lang="en-US" sz="2800" dirty="0"/>
            <a:t>Plaster/Stucco</a:t>
          </a:r>
        </a:p>
      </dgm:t>
    </dgm:pt>
    <dgm:pt modelId="{B104AB51-1FA3-4501-9403-1681136BE2A3}" type="parTrans" cxnId="{5C52D1F3-962E-4E69-A987-389373E12B59}">
      <dgm:prSet/>
      <dgm:spPr/>
      <dgm:t>
        <a:bodyPr/>
        <a:lstStyle/>
        <a:p>
          <a:endParaRPr lang="en-US"/>
        </a:p>
      </dgm:t>
    </dgm:pt>
    <dgm:pt modelId="{8E67C144-4857-43BE-801A-8BAB717461B1}" type="sibTrans" cxnId="{5C52D1F3-962E-4E69-A987-389373E12B59}">
      <dgm:prSet/>
      <dgm:spPr/>
      <dgm:t>
        <a:bodyPr/>
        <a:lstStyle/>
        <a:p>
          <a:endParaRPr lang="en-US"/>
        </a:p>
      </dgm:t>
    </dgm:pt>
    <dgm:pt modelId="{9563D32D-A0BA-4061-BC8E-2BFD576AF9F5}">
      <dgm:prSet custT="1"/>
      <dgm:spPr/>
      <dgm:t>
        <a:bodyPr/>
        <a:lstStyle/>
        <a:p>
          <a:r>
            <a:rPr lang="en-US" sz="2800" dirty="0"/>
            <a:t>Sampler</a:t>
          </a:r>
        </a:p>
      </dgm:t>
    </dgm:pt>
    <dgm:pt modelId="{A663304B-4A98-438D-A297-B674E856A15B}" type="parTrans" cxnId="{2AEEE67F-56EA-4EF3-BCBD-3621F4207301}">
      <dgm:prSet/>
      <dgm:spPr/>
      <dgm:t>
        <a:bodyPr/>
        <a:lstStyle/>
        <a:p>
          <a:endParaRPr lang="en-US"/>
        </a:p>
      </dgm:t>
    </dgm:pt>
    <dgm:pt modelId="{F9916EA6-537D-4616-913B-B700DEF84A57}" type="sibTrans" cxnId="{2AEEE67F-56EA-4EF3-BCBD-3621F4207301}">
      <dgm:prSet/>
      <dgm:spPr/>
      <dgm:t>
        <a:bodyPr/>
        <a:lstStyle/>
        <a:p>
          <a:endParaRPr lang="en-US"/>
        </a:p>
      </dgm:t>
    </dgm:pt>
    <dgm:pt modelId="{3B7A9696-A3AB-45BF-AAF1-7FB0FB3EF17D}">
      <dgm:prSet custT="1"/>
      <dgm:spPr/>
      <dgm:t>
        <a:bodyPr/>
        <a:lstStyle/>
        <a:p>
          <a:pPr>
            <a:buNone/>
          </a:pPr>
          <a:endParaRPr lang="en-US" sz="2800" dirty="0"/>
        </a:p>
      </dgm:t>
    </dgm:pt>
    <dgm:pt modelId="{F3BDE940-E370-49F3-AE10-C83EE15A7CEB}" type="parTrans" cxnId="{D9B2F2CF-D78A-4671-9592-A5A0370ABE75}">
      <dgm:prSet/>
      <dgm:spPr/>
      <dgm:t>
        <a:bodyPr/>
        <a:lstStyle/>
        <a:p>
          <a:endParaRPr lang="en-US"/>
        </a:p>
      </dgm:t>
    </dgm:pt>
    <dgm:pt modelId="{5564E80B-C7D7-4D10-A907-5E9F41E62959}" type="sibTrans" cxnId="{D9B2F2CF-D78A-4671-9592-A5A0370ABE75}">
      <dgm:prSet/>
      <dgm:spPr/>
      <dgm:t>
        <a:bodyPr/>
        <a:lstStyle/>
        <a:p>
          <a:endParaRPr lang="en-US"/>
        </a:p>
      </dgm:t>
    </dgm:pt>
    <dgm:pt modelId="{61CAF852-1E50-4A36-BB62-80F4B402E805}">
      <dgm:prSet custT="1"/>
      <dgm:spPr/>
      <dgm:t>
        <a:bodyPr/>
        <a:lstStyle/>
        <a:p>
          <a:r>
            <a:rPr lang="en-US" sz="2800" dirty="0" err="1"/>
            <a:t>InvokeBuild</a:t>
          </a:r>
          <a:endParaRPr lang="en-US" sz="2800" dirty="0"/>
        </a:p>
      </dgm:t>
    </dgm:pt>
    <dgm:pt modelId="{A733E6D4-D95B-4037-8A2D-2EF01D3DB56C}" type="parTrans" cxnId="{C553EEDA-080B-4190-B6AA-49689BBC214A}">
      <dgm:prSet/>
      <dgm:spPr/>
      <dgm:t>
        <a:bodyPr/>
        <a:lstStyle/>
        <a:p>
          <a:endParaRPr lang="en-US"/>
        </a:p>
      </dgm:t>
    </dgm:pt>
    <dgm:pt modelId="{B36DC448-2CC0-4B33-BEEC-1B4904E3D744}" type="sibTrans" cxnId="{C553EEDA-080B-4190-B6AA-49689BBC214A}">
      <dgm:prSet/>
      <dgm:spPr/>
      <dgm:t>
        <a:bodyPr/>
        <a:lstStyle/>
        <a:p>
          <a:endParaRPr lang="en-US"/>
        </a:p>
      </dgm:t>
    </dgm:pt>
    <dgm:pt modelId="{7AC46167-D51D-4AD4-AFF7-F9F089EE5659}">
      <dgm:prSet custT="1"/>
      <dgm:spPr/>
      <dgm:t>
        <a:bodyPr/>
        <a:lstStyle/>
        <a:p>
          <a:endParaRPr lang="en-US" sz="2800" dirty="0"/>
        </a:p>
      </dgm:t>
    </dgm:pt>
    <dgm:pt modelId="{861C4B58-28D7-484F-9DF9-1D1BBD626E0D}" type="parTrans" cxnId="{1338CC89-2142-4141-BE4D-BE5389324BC5}">
      <dgm:prSet/>
      <dgm:spPr/>
      <dgm:t>
        <a:bodyPr/>
        <a:lstStyle/>
        <a:p>
          <a:endParaRPr lang="en-US"/>
        </a:p>
      </dgm:t>
    </dgm:pt>
    <dgm:pt modelId="{5BC927B1-C778-4F5C-BE05-77EFE997EBC3}" type="sibTrans" cxnId="{1338CC89-2142-4141-BE4D-BE5389324BC5}">
      <dgm:prSet/>
      <dgm:spPr/>
      <dgm:t>
        <a:bodyPr/>
        <a:lstStyle/>
        <a:p>
          <a:endParaRPr lang="en-US"/>
        </a:p>
      </dgm:t>
    </dgm:pt>
    <dgm:pt modelId="{A4BA929B-911D-43A8-B294-FEC5E03E0630}" type="pres">
      <dgm:prSet presAssocID="{7EA95EFB-6B51-44A5-984F-28D1069BDB46}" presName="Name0" presStyleCnt="0">
        <dgm:presLayoutVars>
          <dgm:dir/>
          <dgm:animLvl val="lvl"/>
          <dgm:resizeHandles val="exact"/>
        </dgm:presLayoutVars>
      </dgm:prSet>
      <dgm:spPr/>
    </dgm:pt>
    <dgm:pt modelId="{B744D122-3343-4CF1-B0A7-978E51777976}" type="pres">
      <dgm:prSet presAssocID="{38CCF4DD-A76C-4052-9280-5EA1CE3579B6}" presName="composite" presStyleCnt="0"/>
      <dgm:spPr/>
    </dgm:pt>
    <dgm:pt modelId="{AEB2CBB4-1A72-420D-A852-674FE246BBC0}" type="pres">
      <dgm:prSet presAssocID="{38CCF4DD-A76C-4052-9280-5EA1CE3579B6}" presName="parTx" presStyleLbl="alignNode1" presStyleIdx="0" presStyleCnt="1" custLinFactNeighborX="0" custLinFactNeighborY="-1848">
        <dgm:presLayoutVars>
          <dgm:chMax val="0"/>
          <dgm:chPref val="0"/>
          <dgm:bulletEnabled val="1"/>
        </dgm:presLayoutVars>
      </dgm:prSet>
      <dgm:spPr/>
    </dgm:pt>
    <dgm:pt modelId="{74B4E4CE-C216-4F78-967E-71CABA067290}" type="pres">
      <dgm:prSet presAssocID="{38CCF4DD-A76C-4052-9280-5EA1CE3579B6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BA85B20D-7070-4DE3-8F6B-9001823B7DBD}" type="presOf" srcId="{61CAF852-1E50-4A36-BB62-80F4B402E805}" destId="{74B4E4CE-C216-4F78-967E-71CABA067290}" srcOrd="0" destOrd="2" presId="urn:microsoft.com/office/officeart/2005/8/layout/hList1"/>
    <dgm:cxn modelId="{7B886E2D-48C7-4CFB-9693-0A833EA4E73D}" srcId="{7EA95EFB-6B51-44A5-984F-28D1069BDB46}" destId="{38CCF4DD-A76C-4052-9280-5EA1CE3579B6}" srcOrd="0" destOrd="0" parTransId="{4F1EF008-5060-4F85-8A36-D96504852FA6}" sibTransId="{92A5D831-ABD3-45BD-B62C-A717D8615A53}"/>
    <dgm:cxn modelId="{1A83C530-9AE7-486B-81FA-615482C3D3E3}" type="presOf" srcId="{7EA95EFB-6B51-44A5-984F-28D1069BDB46}" destId="{A4BA929B-911D-43A8-B294-FEC5E03E0630}" srcOrd="0" destOrd="0" presId="urn:microsoft.com/office/officeart/2005/8/layout/hList1"/>
    <dgm:cxn modelId="{50566674-3E3E-4A69-998D-30FEC88A1888}" type="presOf" srcId="{3B7A9696-A3AB-45BF-AAF1-7FB0FB3EF17D}" destId="{74B4E4CE-C216-4F78-967E-71CABA067290}" srcOrd="0" destOrd="4" presId="urn:microsoft.com/office/officeart/2005/8/layout/hList1"/>
    <dgm:cxn modelId="{2AEEE67F-56EA-4EF3-BCBD-3621F4207301}" srcId="{38CCF4DD-A76C-4052-9280-5EA1CE3579B6}" destId="{9563D32D-A0BA-4061-BC8E-2BFD576AF9F5}" srcOrd="1" destOrd="0" parTransId="{A663304B-4A98-438D-A297-B674E856A15B}" sibTransId="{F9916EA6-537D-4616-913B-B700DEF84A57}"/>
    <dgm:cxn modelId="{1338CC89-2142-4141-BE4D-BE5389324BC5}" srcId="{38CCF4DD-A76C-4052-9280-5EA1CE3579B6}" destId="{7AC46167-D51D-4AD4-AFF7-F9F089EE5659}" srcOrd="3" destOrd="0" parTransId="{861C4B58-28D7-484F-9DF9-1D1BBD626E0D}" sibTransId="{5BC927B1-C778-4F5C-BE05-77EFE997EBC3}"/>
    <dgm:cxn modelId="{F0B28392-87FE-4EE8-BFDD-D1C7D0045B87}" type="presOf" srcId="{9563D32D-A0BA-4061-BC8E-2BFD576AF9F5}" destId="{74B4E4CE-C216-4F78-967E-71CABA067290}" srcOrd="0" destOrd="1" presId="urn:microsoft.com/office/officeart/2005/8/layout/hList1"/>
    <dgm:cxn modelId="{D9B2F2CF-D78A-4671-9592-A5A0370ABE75}" srcId="{38CCF4DD-A76C-4052-9280-5EA1CE3579B6}" destId="{3B7A9696-A3AB-45BF-AAF1-7FB0FB3EF17D}" srcOrd="4" destOrd="0" parTransId="{F3BDE940-E370-49F3-AE10-C83EE15A7CEB}" sibTransId="{5564E80B-C7D7-4D10-A907-5E9F41E62959}"/>
    <dgm:cxn modelId="{C553EEDA-080B-4190-B6AA-49689BBC214A}" srcId="{38CCF4DD-A76C-4052-9280-5EA1CE3579B6}" destId="{61CAF852-1E50-4A36-BB62-80F4B402E805}" srcOrd="2" destOrd="0" parTransId="{A733E6D4-D95B-4037-8A2D-2EF01D3DB56C}" sibTransId="{B36DC448-2CC0-4B33-BEEC-1B4904E3D744}"/>
    <dgm:cxn modelId="{B50F1EEC-7788-4FB0-AC21-9FD021D54EF2}" type="presOf" srcId="{7AC46167-D51D-4AD4-AFF7-F9F089EE5659}" destId="{74B4E4CE-C216-4F78-967E-71CABA067290}" srcOrd="0" destOrd="3" presId="urn:microsoft.com/office/officeart/2005/8/layout/hList1"/>
    <dgm:cxn modelId="{08EBA7EC-F95E-488B-BF98-BC5EF12D52AA}" type="presOf" srcId="{6F18D837-A554-4718-AFEB-48009FFE9F9A}" destId="{74B4E4CE-C216-4F78-967E-71CABA067290}" srcOrd="0" destOrd="0" presId="urn:microsoft.com/office/officeart/2005/8/layout/hList1"/>
    <dgm:cxn modelId="{12AD42F0-99A9-41A0-B8DA-481D250514FA}" type="presOf" srcId="{38CCF4DD-A76C-4052-9280-5EA1CE3579B6}" destId="{AEB2CBB4-1A72-420D-A852-674FE246BBC0}" srcOrd="0" destOrd="0" presId="urn:microsoft.com/office/officeart/2005/8/layout/hList1"/>
    <dgm:cxn modelId="{5C52D1F3-962E-4E69-A987-389373E12B59}" srcId="{38CCF4DD-A76C-4052-9280-5EA1CE3579B6}" destId="{6F18D837-A554-4718-AFEB-48009FFE9F9A}" srcOrd="0" destOrd="0" parTransId="{B104AB51-1FA3-4501-9403-1681136BE2A3}" sibTransId="{8E67C144-4857-43BE-801A-8BAB717461B1}"/>
    <dgm:cxn modelId="{C019FA11-74A8-457E-A120-31B3BDFBF5C2}" type="presParOf" srcId="{A4BA929B-911D-43A8-B294-FEC5E03E0630}" destId="{B744D122-3343-4CF1-B0A7-978E51777976}" srcOrd="0" destOrd="0" presId="urn:microsoft.com/office/officeart/2005/8/layout/hList1"/>
    <dgm:cxn modelId="{D0CBA23F-1EDE-42CE-AD18-3C598F33A711}" type="presParOf" srcId="{B744D122-3343-4CF1-B0A7-978E51777976}" destId="{AEB2CBB4-1A72-420D-A852-674FE246BBC0}" srcOrd="0" destOrd="0" presId="urn:microsoft.com/office/officeart/2005/8/layout/hList1"/>
    <dgm:cxn modelId="{F42AAF1A-04CD-4928-877A-21C59F951B70}" type="presParOf" srcId="{B744D122-3343-4CF1-B0A7-978E51777976}" destId="{74B4E4CE-C216-4F78-967E-71CABA06729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052E5DD-9DEA-4191-9872-B4DDD38B4C54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5BF2B7C-03B5-432B-8B6E-1CF474D9A7AE}">
      <dgm:prSet/>
      <dgm:spPr/>
      <dgm:t>
        <a:bodyPr/>
        <a:lstStyle/>
        <a:p>
          <a:r>
            <a:rPr lang="en-US"/>
            <a:t>PSResourceGet module</a:t>
          </a:r>
        </a:p>
      </dgm:t>
    </dgm:pt>
    <dgm:pt modelId="{B5C38B05-01F0-41EC-94F8-68AB864C1E5D}" type="parTrans" cxnId="{34181D94-035C-49C3-B513-1D63F7168F48}">
      <dgm:prSet/>
      <dgm:spPr/>
      <dgm:t>
        <a:bodyPr/>
        <a:lstStyle/>
        <a:p>
          <a:endParaRPr lang="en-US"/>
        </a:p>
      </dgm:t>
    </dgm:pt>
    <dgm:pt modelId="{8104184F-F800-4B22-BD86-CC6C833FA58D}" type="sibTrans" cxnId="{34181D94-035C-49C3-B513-1D63F7168F48}">
      <dgm:prSet/>
      <dgm:spPr/>
      <dgm:t>
        <a:bodyPr/>
        <a:lstStyle/>
        <a:p>
          <a:endParaRPr lang="en-US"/>
        </a:p>
      </dgm:t>
    </dgm:pt>
    <dgm:pt modelId="{BF893B93-7A9F-4F49-853A-36BA3CEE92E7}">
      <dgm:prSet/>
      <dgm:spPr/>
      <dgm:t>
        <a:bodyPr/>
        <a:lstStyle/>
        <a:p>
          <a:r>
            <a:rPr lang="en-US"/>
            <a:t>How to package and publish a module</a:t>
          </a:r>
        </a:p>
      </dgm:t>
    </dgm:pt>
    <dgm:pt modelId="{FC8089A9-D936-4009-86AA-A628304FAF11}" type="parTrans" cxnId="{FD527F1B-FFD1-49E8-9A7A-1B3FC56C0773}">
      <dgm:prSet/>
      <dgm:spPr/>
      <dgm:t>
        <a:bodyPr/>
        <a:lstStyle/>
        <a:p>
          <a:endParaRPr lang="en-US"/>
        </a:p>
      </dgm:t>
    </dgm:pt>
    <dgm:pt modelId="{5B9C61E1-DF3D-418A-9097-5FF8AEC0A05C}" type="sibTrans" cxnId="{FD527F1B-FFD1-49E8-9A7A-1B3FC56C0773}">
      <dgm:prSet/>
      <dgm:spPr/>
      <dgm:t>
        <a:bodyPr/>
        <a:lstStyle/>
        <a:p>
          <a:endParaRPr lang="en-US"/>
        </a:p>
      </dgm:t>
    </dgm:pt>
    <dgm:pt modelId="{33A65CC7-F8BC-4FBB-A962-A12152E32B1C}">
      <dgm:prSet/>
      <dgm:spPr/>
      <dgm:t>
        <a:bodyPr/>
        <a:lstStyle/>
        <a:p>
          <a:r>
            <a:rPr lang="en-US"/>
            <a:t>Supports multiple repository types</a:t>
          </a:r>
        </a:p>
      </dgm:t>
    </dgm:pt>
    <dgm:pt modelId="{9F7E19A5-9FBD-4D0F-9A01-A4BC6638858D}" type="parTrans" cxnId="{E3E45F4B-515B-4FB5-A01C-21B9C633CBB1}">
      <dgm:prSet/>
      <dgm:spPr/>
      <dgm:t>
        <a:bodyPr/>
        <a:lstStyle/>
        <a:p>
          <a:endParaRPr lang="en-US"/>
        </a:p>
      </dgm:t>
    </dgm:pt>
    <dgm:pt modelId="{1B97E56D-13A3-46DD-84CA-5BE6CDB7DF36}" type="sibTrans" cxnId="{E3E45F4B-515B-4FB5-A01C-21B9C633CBB1}">
      <dgm:prSet/>
      <dgm:spPr/>
      <dgm:t>
        <a:bodyPr/>
        <a:lstStyle/>
        <a:p>
          <a:endParaRPr lang="en-US"/>
        </a:p>
      </dgm:t>
    </dgm:pt>
    <dgm:pt modelId="{46E8814D-51EF-4D29-B0A1-8B43375BE8D4}">
      <dgm:prSet/>
      <dgm:spPr/>
      <dgm:t>
        <a:bodyPr/>
        <a:lstStyle/>
        <a:p>
          <a:r>
            <a:rPr lang="en-US" dirty="0"/>
            <a:t>Create private repositories</a:t>
          </a:r>
        </a:p>
      </dgm:t>
    </dgm:pt>
    <dgm:pt modelId="{D9CE0496-C2A9-4339-A5AC-10C645659DB6}" type="parTrans" cxnId="{117E7998-ADDD-4598-BD44-DC0838D1AE73}">
      <dgm:prSet/>
      <dgm:spPr/>
      <dgm:t>
        <a:bodyPr/>
        <a:lstStyle/>
        <a:p>
          <a:endParaRPr lang="en-US"/>
        </a:p>
      </dgm:t>
    </dgm:pt>
    <dgm:pt modelId="{EECB679A-5F3E-49DE-B78E-6F140F29EAEB}" type="sibTrans" cxnId="{117E7998-ADDD-4598-BD44-DC0838D1AE73}">
      <dgm:prSet/>
      <dgm:spPr/>
      <dgm:t>
        <a:bodyPr/>
        <a:lstStyle/>
        <a:p>
          <a:endParaRPr lang="en-US"/>
        </a:p>
      </dgm:t>
    </dgm:pt>
    <dgm:pt modelId="{126E276C-32A5-43F5-99EB-BF04856C1459}" type="pres">
      <dgm:prSet presAssocID="{B052E5DD-9DEA-4191-9872-B4DDD38B4C54}" presName="Name0" presStyleCnt="0">
        <dgm:presLayoutVars>
          <dgm:dir/>
          <dgm:animLvl val="lvl"/>
          <dgm:resizeHandles val="exact"/>
        </dgm:presLayoutVars>
      </dgm:prSet>
      <dgm:spPr/>
    </dgm:pt>
    <dgm:pt modelId="{802E6C12-04D3-4335-AB4B-D22E088028E1}" type="pres">
      <dgm:prSet presAssocID="{D5BF2B7C-03B5-432B-8B6E-1CF474D9A7AE}" presName="composite" presStyleCnt="0"/>
      <dgm:spPr/>
    </dgm:pt>
    <dgm:pt modelId="{03C0BB1B-ADB0-4C4A-A327-065D361915AA}" type="pres">
      <dgm:prSet presAssocID="{D5BF2B7C-03B5-432B-8B6E-1CF474D9A7AE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49C8078D-40F6-417B-BE18-17899208ECA9}" type="pres">
      <dgm:prSet presAssocID="{D5BF2B7C-03B5-432B-8B6E-1CF474D9A7AE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FD527F1B-FFD1-49E8-9A7A-1B3FC56C0773}" srcId="{D5BF2B7C-03B5-432B-8B6E-1CF474D9A7AE}" destId="{BF893B93-7A9F-4F49-853A-36BA3CEE92E7}" srcOrd="0" destOrd="0" parTransId="{FC8089A9-D936-4009-86AA-A628304FAF11}" sibTransId="{5B9C61E1-DF3D-418A-9097-5FF8AEC0A05C}"/>
    <dgm:cxn modelId="{E3E45F4B-515B-4FB5-A01C-21B9C633CBB1}" srcId="{D5BF2B7C-03B5-432B-8B6E-1CF474D9A7AE}" destId="{33A65CC7-F8BC-4FBB-A962-A12152E32B1C}" srcOrd="1" destOrd="0" parTransId="{9F7E19A5-9FBD-4D0F-9A01-A4BC6638858D}" sibTransId="{1B97E56D-13A3-46DD-84CA-5BE6CDB7DF36}"/>
    <dgm:cxn modelId="{34181D94-035C-49C3-B513-1D63F7168F48}" srcId="{B052E5DD-9DEA-4191-9872-B4DDD38B4C54}" destId="{D5BF2B7C-03B5-432B-8B6E-1CF474D9A7AE}" srcOrd="0" destOrd="0" parTransId="{B5C38B05-01F0-41EC-94F8-68AB864C1E5D}" sibTransId="{8104184F-F800-4B22-BD86-CC6C833FA58D}"/>
    <dgm:cxn modelId="{15E7C194-E4EB-40B6-BE0E-5D98D5ADAFAE}" type="presOf" srcId="{46E8814D-51EF-4D29-B0A1-8B43375BE8D4}" destId="{49C8078D-40F6-417B-BE18-17899208ECA9}" srcOrd="0" destOrd="2" presId="urn:microsoft.com/office/officeart/2005/8/layout/hList1"/>
    <dgm:cxn modelId="{117E7998-ADDD-4598-BD44-DC0838D1AE73}" srcId="{D5BF2B7C-03B5-432B-8B6E-1CF474D9A7AE}" destId="{46E8814D-51EF-4D29-B0A1-8B43375BE8D4}" srcOrd="2" destOrd="0" parTransId="{D9CE0496-C2A9-4339-A5AC-10C645659DB6}" sibTransId="{EECB679A-5F3E-49DE-B78E-6F140F29EAEB}"/>
    <dgm:cxn modelId="{495F2FA6-0D42-4E0B-BEFD-9C0778FE36B2}" type="presOf" srcId="{33A65CC7-F8BC-4FBB-A962-A12152E32B1C}" destId="{49C8078D-40F6-417B-BE18-17899208ECA9}" srcOrd="0" destOrd="1" presId="urn:microsoft.com/office/officeart/2005/8/layout/hList1"/>
    <dgm:cxn modelId="{D8EF3CB4-3A46-4032-95B8-48AC9A7887A6}" type="presOf" srcId="{B052E5DD-9DEA-4191-9872-B4DDD38B4C54}" destId="{126E276C-32A5-43F5-99EB-BF04856C1459}" srcOrd="0" destOrd="0" presId="urn:microsoft.com/office/officeart/2005/8/layout/hList1"/>
    <dgm:cxn modelId="{55255AC2-4A60-4843-8958-23ED938CE725}" type="presOf" srcId="{D5BF2B7C-03B5-432B-8B6E-1CF474D9A7AE}" destId="{03C0BB1B-ADB0-4C4A-A327-065D361915AA}" srcOrd="0" destOrd="0" presId="urn:microsoft.com/office/officeart/2005/8/layout/hList1"/>
    <dgm:cxn modelId="{4769A8D3-70D6-41A2-8CD5-BF67B13F57BE}" type="presOf" srcId="{BF893B93-7A9F-4F49-853A-36BA3CEE92E7}" destId="{49C8078D-40F6-417B-BE18-17899208ECA9}" srcOrd="0" destOrd="0" presId="urn:microsoft.com/office/officeart/2005/8/layout/hList1"/>
    <dgm:cxn modelId="{46F87E44-63DF-4528-944F-1E660A0F363B}" type="presParOf" srcId="{126E276C-32A5-43F5-99EB-BF04856C1459}" destId="{802E6C12-04D3-4335-AB4B-D22E088028E1}" srcOrd="0" destOrd="0" presId="urn:microsoft.com/office/officeart/2005/8/layout/hList1"/>
    <dgm:cxn modelId="{3B00F8BC-8137-4277-BD48-66F3BDBF1FED}" type="presParOf" srcId="{802E6C12-04D3-4335-AB4B-D22E088028E1}" destId="{03C0BB1B-ADB0-4C4A-A327-065D361915AA}" srcOrd="0" destOrd="0" presId="urn:microsoft.com/office/officeart/2005/8/layout/hList1"/>
    <dgm:cxn modelId="{5F586294-406C-42CF-9476-6DC3239C4AF0}" type="presParOf" srcId="{802E6C12-04D3-4335-AB4B-D22E088028E1}" destId="{49C8078D-40F6-417B-BE18-17899208ECA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0EECCBC-959F-4DED-A89C-86070B07D374}" type="doc">
      <dgm:prSet loTypeId="urn:microsoft.com/office/officeart/2005/8/layout/b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9966502-5497-4E65-9851-E7C8E8EAD168}">
      <dgm:prSet/>
      <dgm:spPr/>
      <dgm:t>
        <a:bodyPr/>
        <a:lstStyle/>
        <a:p>
          <a:r>
            <a:rPr lang="en-US"/>
            <a:t>Error handling</a:t>
          </a:r>
        </a:p>
      </dgm:t>
    </dgm:pt>
    <dgm:pt modelId="{5349782D-F16C-42AE-A86A-88CCFED15CF5}" type="parTrans" cxnId="{0BC492E6-6329-46A9-AB9D-125D0CE90847}">
      <dgm:prSet/>
      <dgm:spPr/>
      <dgm:t>
        <a:bodyPr/>
        <a:lstStyle/>
        <a:p>
          <a:endParaRPr lang="en-US"/>
        </a:p>
      </dgm:t>
    </dgm:pt>
    <dgm:pt modelId="{16F5BF34-CF16-429B-A731-963312A92D12}" type="sibTrans" cxnId="{0BC492E6-6329-46A9-AB9D-125D0CE90847}">
      <dgm:prSet/>
      <dgm:spPr/>
      <dgm:t>
        <a:bodyPr/>
        <a:lstStyle/>
        <a:p>
          <a:endParaRPr lang="en-US"/>
        </a:p>
      </dgm:t>
    </dgm:pt>
    <dgm:pt modelId="{A1A54129-8C4B-48AE-B8B0-7CC8951BCF86}">
      <dgm:prSet/>
      <dgm:spPr/>
      <dgm:t>
        <a:bodyPr/>
        <a:lstStyle/>
        <a:p>
          <a:r>
            <a:rPr lang="en-US"/>
            <a:t>Try/catch/finally</a:t>
          </a:r>
        </a:p>
      </dgm:t>
    </dgm:pt>
    <dgm:pt modelId="{92F64CE4-88F0-4856-B759-F2A7FF2A78E0}" type="parTrans" cxnId="{04652CAA-5B8E-4E8F-9C2C-1265378C466C}">
      <dgm:prSet/>
      <dgm:spPr/>
      <dgm:t>
        <a:bodyPr/>
        <a:lstStyle/>
        <a:p>
          <a:endParaRPr lang="en-US"/>
        </a:p>
      </dgm:t>
    </dgm:pt>
    <dgm:pt modelId="{05367AD6-384C-4BEC-AD85-B987CCAEF7E3}" type="sibTrans" cxnId="{04652CAA-5B8E-4E8F-9C2C-1265378C466C}">
      <dgm:prSet/>
      <dgm:spPr/>
      <dgm:t>
        <a:bodyPr/>
        <a:lstStyle/>
        <a:p>
          <a:endParaRPr lang="en-US"/>
        </a:p>
      </dgm:t>
    </dgm:pt>
    <dgm:pt modelId="{C89742D3-9C4E-4EC0-B6E7-77888AC46172}">
      <dgm:prSet/>
      <dgm:spPr/>
      <dgm:t>
        <a:bodyPr/>
        <a:lstStyle/>
        <a:p>
          <a:r>
            <a:rPr lang="en-US"/>
            <a:t>Preference settings</a:t>
          </a:r>
        </a:p>
      </dgm:t>
    </dgm:pt>
    <dgm:pt modelId="{23A651B0-9554-4940-AF11-110F58E821F4}" type="parTrans" cxnId="{677EF4AD-B267-42D0-8E72-3E94899EBD37}">
      <dgm:prSet/>
      <dgm:spPr/>
      <dgm:t>
        <a:bodyPr/>
        <a:lstStyle/>
        <a:p>
          <a:endParaRPr lang="en-US"/>
        </a:p>
      </dgm:t>
    </dgm:pt>
    <dgm:pt modelId="{A16FAC04-B18C-423B-AAE3-C78EE06E4F99}" type="sibTrans" cxnId="{677EF4AD-B267-42D0-8E72-3E94899EBD37}">
      <dgm:prSet/>
      <dgm:spPr/>
      <dgm:t>
        <a:bodyPr/>
        <a:lstStyle/>
        <a:p>
          <a:endParaRPr lang="en-US"/>
        </a:p>
      </dgm:t>
    </dgm:pt>
    <dgm:pt modelId="{D4B288FE-E0F8-44F2-BE7E-7A2417386DAD}">
      <dgm:prSet/>
      <dgm:spPr/>
      <dgm:t>
        <a:bodyPr/>
        <a:lstStyle/>
        <a:p>
          <a:r>
            <a:rPr lang="en-US"/>
            <a:t>Testing with Pester</a:t>
          </a:r>
        </a:p>
      </dgm:t>
    </dgm:pt>
    <dgm:pt modelId="{A41B470C-B7A1-4CC7-AFF6-F760F8CE22C3}" type="parTrans" cxnId="{32EA4505-CC60-468B-89CF-E57EF24056CC}">
      <dgm:prSet/>
      <dgm:spPr/>
      <dgm:t>
        <a:bodyPr/>
        <a:lstStyle/>
        <a:p>
          <a:endParaRPr lang="en-US"/>
        </a:p>
      </dgm:t>
    </dgm:pt>
    <dgm:pt modelId="{49D70FA7-35CF-402A-95B4-ACDC6F735BBA}" type="sibTrans" cxnId="{32EA4505-CC60-468B-89CF-E57EF24056CC}">
      <dgm:prSet/>
      <dgm:spPr/>
      <dgm:t>
        <a:bodyPr/>
        <a:lstStyle/>
        <a:p>
          <a:endParaRPr lang="en-US"/>
        </a:p>
      </dgm:t>
    </dgm:pt>
    <dgm:pt modelId="{E0C05881-CAA5-462B-A47B-2BA3BB17B841}">
      <dgm:prSet/>
      <dgm:spPr/>
      <dgm:t>
        <a:bodyPr/>
        <a:lstStyle/>
        <a:p>
          <a:r>
            <a:rPr lang="en-US"/>
            <a:t>DSL for describing tests</a:t>
          </a:r>
        </a:p>
      </dgm:t>
    </dgm:pt>
    <dgm:pt modelId="{961F5D3A-C7A5-4D1F-9EA7-A59BD7775C74}" type="parTrans" cxnId="{486B0012-5791-4A0A-9BFF-4248A1248CD8}">
      <dgm:prSet/>
      <dgm:spPr/>
      <dgm:t>
        <a:bodyPr/>
        <a:lstStyle/>
        <a:p>
          <a:endParaRPr lang="en-US"/>
        </a:p>
      </dgm:t>
    </dgm:pt>
    <dgm:pt modelId="{93934D83-A3B7-4AF5-B7C7-663FCADBBCCC}" type="sibTrans" cxnId="{486B0012-5791-4A0A-9BFF-4248A1248CD8}">
      <dgm:prSet/>
      <dgm:spPr/>
      <dgm:t>
        <a:bodyPr/>
        <a:lstStyle/>
        <a:p>
          <a:endParaRPr lang="en-US"/>
        </a:p>
      </dgm:t>
    </dgm:pt>
    <dgm:pt modelId="{478B58A3-D0BB-4912-82FF-C389B6903444}">
      <dgm:prSet/>
      <dgm:spPr/>
      <dgm:t>
        <a:bodyPr/>
        <a:lstStyle/>
        <a:p>
          <a:r>
            <a:rPr lang="en-US"/>
            <a:t>Test-driven design</a:t>
          </a:r>
        </a:p>
      </dgm:t>
    </dgm:pt>
    <dgm:pt modelId="{2305B3ED-1915-4F82-A8E2-458DDFA00A1D}" type="parTrans" cxnId="{C62F2F11-9732-4ADC-822B-545A5E6DF808}">
      <dgm:prSet/>
      <dgm:spPr/>
      <dgm:t>
        <a:bodyPr/>
        <a:lstStyle/>
        <a:p>
          <a:endParaRPr lang="en-US"/>
        </a:p>
      </dgm:t>
    </dgm:pt>
    <dgm:pt modelId="{490C3609-F1DB-4EEE-932B-B9055DE72DC2}" type="sibTrans" cxnId="{C62F2F11-9732-4ADC-822B-545A5E6DF808}">
      <dgm:prSet/>
      <dgm:spPr/>
      <dgm:t>
        <a:bodyPr/>
        <a:lstStyle/>
        <a:p>
          <a:endParaRPr lang="en-US"/>
        </a:p>
      </dgm:t>
    </dgm:pt>
    <dgm:pt modelId="{E5689269-DCFA-4CAE-B2DE-D84513CAC024}">
      <dgm:prSet/>
      <dgm:spPr/>
      <dgm:t>
        <a:bodyPr/>
        <a:lstStyle/>
        <a:p>
          <a:r>
            <a:rPr lang="en-US"/>
            <a:t>Mocking</a:t>
          </a:r>
        </a:p>
      </dgm:t>
    </dgm:pt>
    <dgm:pt modelId="{DF639B24-4745-439C-B41B-060621522AF2}" type="parTrans" cxnId="{82FE7D88-D320-4387-BBFB-83B6C40739E0}">
      <dgm:prSet/>
      <dgm:spPr/>
      <dgm:t>
        <a:bodyPr/>
        <a:lstStyle/>
        <a:p>
          <a:endParaRPr lang="en-US"/>
        </a:p>
      </dgm:t>
    </dgm:pt>
    <dgm:pt modelId="{3633C670-F043-46C3-99B1-647604DAFA75}" type="sibTrans" cxnId="{82FE7D88-D320-4387-BBFB-83B6C40739E0}">
      <dgm:prSet/>
      <dgm:spPr/>
      <dgm:t>
        <a:bodyPr/>
        <a:lstStyle/>
        <a:p>
          <a:endParaRPr lang="en-US"/>
        </a:p>
      </dgm:t>
    </dgm:pt>
    <dgm:pt modelId="{F7D47DC6-B63D-4ABC-907B-56261299579E}">
      <dgm:prSet/>
      <dgm:spPr/>
      <dgm:t>
        <a:bodyPr/>
        <a:lstStyle/>
        <a:p>
          <a:r>
            <a:rPr lang="en-US"/>
            <a:t>Build validation</a:t>
          </a:r>
        </a:p>
      </dgm:t>
    </dgm:pt>
    <dgm:pt modelId="{141866D0-FFBC-4A3D-809A-7DA14AF2ECE8}" type="parTrans" cxnId="{F59AB05E-5CBB-4884-A6AF-D1570FE41E31}">
      <dgm:prSet/>
      <dgm:spPr/>
      <dgm:t>
        <a:bodyPr/>
        <a:lstStyle/>
        <a:p>
          <a:endParaRPr lang="en-US"/>
        </a:p>
      </dgm:t>
    </dgm:pt>
    <dgm:pt modelId="{3E78EC76-9C11-40D7-852A-7EE8254AF85B}" type="sibTrans" cxnId="{F59AB05E-5CBB-4884-A6AF-D1570FE41E31}">
      <dgm:prSet/>
      <dgm:spPr/>
      <dgm:t>
        <a:bodyPr/>
        <a:lstStyle/>
        <a:p>
          <a:endParaRPr lang="en-US"/>
        </a:p>
      </dgm:t>
    </dgm:pt>
    <dgm:pt modelId="{517B2FB8-FCF9-4001-A06B-7D93944D5797}" type="pres">
      <dgm:prSet presAssocID="{D0EECCBC-959F-4DED-A89C-86070B07D374}" presName="diagram" presStyleCnt="0">
        <dgm:presLayoutVars>
          <dgm:dir/>
          <dgm:animLvl val="lvl"/>
          <dgm:resizeHandles val="exact"/>
        </dgm:presLayoutVars>
      </dgm:prSet>
      <dgm:spPr/>
    </dgm:pt>
    <dgm:pt modelId="{06B38303-4F8D-4089-9D28-3147CF00F36D}" type="pres">
      <dgm:prSet presAssocID="{69966502-5497-4E65-9851-E7C8E8EAD168}" presName="compNode" presStyleCnt="0"/>
      <dgm:spPr/>
    </dgm:pt>
    <dgm:pt modelId="{38A5BE17-503A-4EE8-BE63-1CCE5DD7D0E6}" type="pres">
      <dgm:prSet presAssocID="{69966502-5497-4E65-9851-E7C8E8EAD168}" presName="childRect" presStyleLbl="bgAcc1" presStyleIdx="0" presStyleCnt="2">
        <dgm:presLayoutVars>
          <dgm:bulletEnabled val="1"/>
        </dgm:presLayoutVars>
      </dgm:prSet>
      <dgm:spPr/>
    </dgm:pt>
    <dgm:pt modelId="{6A5F6E5C-C421-4A13-BFAC-81060C113C64}" type="pres">
      <dgm:prSet presAssocID="{69966502-5497-4E65-9851-E7C8E8EAD168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0C7A597B-959E-4059-AD67-E8D12F665B2D}" type="pres">
      <dgm:prSet presAssocID="{69966502-5497-4E65-9851-E7C8E8EAD168}" presName="parentRect" presStyleLbl="alignNode1" presStyleIdx="0" presStyleCnt="2"/>
      <dgm:spPr/>
    </dgm:pt>
    <dgm:pt modelId="{C2EB1E20-D989-4866-A82E-3A7043B0AFBF}" type="pres">
      <dgm:prSet presAssocID="{69966502-5497-4E65-9851-E7C8E8EAD168}" presName="adorn" presStyleLbl="fgAccFollowNode1" presStyleIdx="0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se with solid fill"/>
        </a:ext>
      </dgm:extLst>
    </dgm:pt>
    <dgm:pt modelId="{A6FB3400-8555-48A7-B5A6-34AB490D5A5A}" type="pres">
      <dgm:prSet presAssocID="{16F5BF34-CF16-429B-A731-963312A92D12}" presName="sibTrans" presStyleLbl="sibTrans2D1" presStyleIdx="0" presStyleCnt="0"/>
      <dgm:spPr/>
    </dgm:pt>
    <dgm:pt modelId="{F152A20F-B0AF-4A2B-A15B-BE6C82DFA3CD}" type="pres">
      <dgm:prSet presAssocID="{D4B288FE-E0F8-44F2-BE7E-7A2417386DAD}" presName="compNode" presStyleCnt="0"/>
      <dgm:spPr/>
    </dgm:pt>
    <dgm:pt modelId="{182505E3-BF6A-412E-8C78-9ACE1DB5DB92}" type="pres">
      <dgm:prSet presAssocID="{D4B288FE-E0F8-44F2-BE7E-7A2417386DAD}" presName="childRect" presStyleLbl="bgAcc1" presStyleIdx="1" presStyleCnt="2">
        <dgm:presLayoutVars>
          <dgm:bulletEnabled val="1"/>
        </dgm:presLayoutVars>
      </dgm:prSet>
      <dgm:spPr/>
    </dgm:pt>
    <dgm:pt modelId="{2F256035-3766-4FDE-A79A-69BD88F12565}" type="pres">
      <dgm:prSet presAssocID="{D4B288FE-E0F8-44F2-BE7E-7A2417386DAD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B71955D8-2FA6-4742-8192-D3813FAD9B7E}" type="pres">
      <dgm:prSet presAssocID="{D4B288FE-E0F8-44F2-BE7E-7A2417386DAD}" presName="parentRect" presStyleLbl="alignNode1" presStyleIdx="1" presStyleCnt="2"/>
      <dgm:spPr/>
    </dgm:pt>
    <dgm:pt modelId="{5C5E4F30-39A1-4590-B3A7-AC412CC08F3B}" type="pres">
      <dgm:prSet presAssocID="{D4B288FE-E0F8-44F2-BE7E-7A2417386DAD}" presName="adorn" presStyleLbl="fgAccFollowNode1" presStyleIdx="1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ipboard Mixed with solid fill"/>
        </a:ext>
      </dgm:extLst>
    </dgm:pt>
  </dgm:ptLst>
  <dgm:cxnLst>
    <dgm:cxn modelId="{32EA4505-CC60-468B-89CF-E57EF24056CC}" srcId="{D0EECCBC-959F-4DED-A89C-86070B07D374}" destId="{D4B288FE-E0F8-44F2-BE7E-7A2417386DAD}" srcOrd="1" destOrd="0" parTransId="{A41B470C-B7A1-4CC7-AFF6-F760F8CE22C3}" sibTransId="{49D70FA7-35CF-402A-95B4-ACDC6F735BBA}"/>
    <dgm:cxn modelId="{C62F2F11-9732-4ADC-822B-545A5E6DF808}" srcId="{D4B288FE-E0F8-44F2-BE7E-7A2417386DAD}" destId="{478B58A3-D0BB-4912-82FF-C389B6903444}" srcOrd="1" destOrd="0" parTransId="{2305B3ED-1915-4F82-A8E2-458DDFA00A1D}" sibTransId="{490C3609-F1DB-4EEE-932B-B9055DE72DC2}"/>
    <dgm:cxn modelId="{486B0012-5791-4A0A-9BFF-4248A1248CD8}" srcId="{D4B288FE-E0F8-44F2-BE7E-7A2417386DAD}" destId="{E0C05881-CAA5-462B-A47B-2BA3BB17B841}" srcOrd="0" destOrd="0" parTransId="{961F5D3A-C7A5-4D1F-9EA7-A59BD7775C74}" sibTransId="{93934D83-A3B7-4AF5-B7C7-663FCADBBCCC}"/>
    <dgm:cxn modelId="{F4738C13-6394-49A7-8390-9AE0C2BA080F}" type="presOf" srcId="{D4B288FE-E0F8-44F2-BE7E-7A2417386DAD}" destId="{B71955D8-2FA6-4742-8192-D3813FAD9B7E}" srcOrd="1" destOrd="0" presId="urn:microsoft.com/office/officeart/2005/8/layout/bList2"/>
    <dgm:cxn modelId="{A873A41C-2336-4F9F-9A89-3F776DD76A8A}" type="presOf" srcId="{C89742D3-9C4E-4EC0-B6E7-77888AC46172}" destId="{38A5BE17-503A-4EE8-BE63-1CCE5DD7D0E6}" srcOrd="0" destOrd="1" presId="urn:microsoft.com/office/officeart/2005/8/layout/bList2"/>
    <dgm:cxn modelId="{BCD0DA27-6D27-40DD-9E66-92A1C320BFCE}" type="presOf" srcId="{16F5BF34-CF16-429B-A731-963312A92D12}" destId="{A6FB3400-8555-48A7-B5A6-34AB490D5A5A}" srcOrd="0" destOrd="0" presId="urn:microsoft.com/office/officeart/2005/8/layout/bList2"/>
    <dgm:cxn modelId="{0E5E3A2B-077E-40A5-B670-FB54554A7C63}" type="presOf" srcId="{D4B288FE-E0F8-44F2-BE7E-7A2417386DAD}" destId="{2F256035-3766-4FDE-A79A-69BD88F12565}" srcOrd="0" destOrd="0" presId="urn:microsoft.com/office/officeart/2005/8/layout/bList2"/>
    <dgm:cxn modelId="{C1E9792B-0D23-4838-8F25-382919403477}" type="presOf" srcId="{69966502-5497-4E65-9851-E7C8E8EAD168}" destId="{0C7A597B-959E-4059-AD67-E8D12F665B2D}" srcOrd="1" destOrd="0" presId="urn:microsoft.com/office/officeart/2005/8/layout/bList2"/>
    <dgm:cxn modelId="{F59AB05E-5CBB-4884-A6AF-D1570FE41E31}" srcId="{D4B288FE-E0F8-44F2-BE7E-7A2417386DAD}" destId="{F7D47DC6-B63D-4ABC-907B-56261299579E}" srcOrd="3" destOrd="0" parTransId="{141866D0-FFBC-4A3D-809A-7DA14AF2ECE8}" sibTransId="{3E78EC76-9C11-40D7-852A-7EE8254AF85B}"/>
    <dgm:cxn modelId="{D2D6D747-10E7-4E5F-A0AB-2B41BA139533}" type="presOf" srcId="{E5689269-DCFA-4CAE-B2DE-D84513CAC024}" destId="{182505E3-BF6A-412E-8C78-9ACE1DB5DB92}" srcOrd="0" destOrd="2" presId="urn:microsoft.com/office/officeart/2005/8/layout/bList2"/>
    <dgm:cxn modelId="{034E9875-27AD-40AE-8799-E74AC92B81FD}" type="presOf" srcId="{E0C05881-CAA5-462B-A47B-2BA3BB17B841}" destId="{182505E3-BF6A-412E-8C78-9ACE1DB5DB92}" srcOrd="0" destOrd="0" presId="urn:microsoft.com/office/officeart/2005/8/layout/bList2"/>
    <dgm:cxn modelId="{82FE7D88-D320-4387-BBFB-83B6C40739E0}" srcId="{D4B288FE-E0F8-44F2-BE7E-7A2417386DAD}" destId="{E5689269-DCFA-4CAE-B2DE-D84513CAC024}" srcOrd="2" destOrd="0" parTransId="{DF639B24-4745-439C-B41B-060621522AF2}" sibTransId="{3633C670-F043-46C3-99B1-647604DAFA75}"/>
    <dgm:cxn modelId="{8FB173A8-20AC-4140-AC4F-73C759862994}" type="presOf" srcId="{F7D47DC6-B63D-4ABC-907B-56261299579E}" destId="{182505E3-BF6A-412E-8C78-9ACE1DB5DB92}" srcOrd="0" destOrd="3" presId="urn:microsoft.com/office/officeart/2005/8/layout/bList2"/>
    <dgm:cxn modelId="{CFE591A9-0308-4480-9A84-74CF50F9ABE5}" type="presOf" srcId="{A1A54129-8C4B-48AE-B8B0-7CC8951BCF86}" destId="{38A5BE17-503A-4EE8-BE63-1CCE5DD7D0E6}" srcOrd="0" destOrd="0" presId="urn:microsoft.com/office/officeart/2005/8/layout/bList2"/>
    <dgm:cxn modelId="{04652CAA-5B8E-4E8F-9C2C-1265378C466C}" srcId="{69966502-5497-4E65-9851-E7C8E8EAD168}" destId="{A1A54129-8C4B-48AE-B8B0-7CC8951BCF86}" srcOrd="0" destOrd="0" parTransId="{92F64CE4-88F0-4856-B759-F2A7FF2A78E0}" sibTransId="{05367AD6-384C-4BEC-AD85-B987CCAEF7E3}"/>
    <dgm:cxn modelId="{677EF4AD-B267-42D0-8E72-3E94899EBD37}" srcId="{69966502-5497-4E65-9851-E7C8E8EAD168}" destId="{C89742D3-9C4E-4EC0-B6E7-77888AC46172}" srcOrd="1" destOrd="0" parTransId="{23A651B0-9554-4940-AF11-110F58E821F4}" sibTransId="{A16FAC04-B18C-423B-AAE3-C78EE06E4F99}"/>
    <dgm:cxn modelId="{ECE890C2-C648-4B9C-8558-7C52AC7B5673}" type="presOf" srcId="{478B58A3-D0BB-4912-82FF-C389B6903444}" destId="{182505E3-BF6A-412E-8C78-9ACE1DB5DB92}" srcOrd="0" destOrd="1" presId="urn:microsoft.com/office/officeart/2005/8/layout/bList2"/>
    <dgm:cxn modelId="{999205DC-C419-4A98-94B9-444922BA2201}" type="presOf" srcId="{D0EECCBC-959F-4DED-A89C-86070B07D374}" destId="{517B2FB8-FCF9-4001-A06B-7D93944D5797}" srcOrd="0" destOrd="0" presId="urn:microsoft.com/office/officeart/2005/8/layout/bList2"/>
    <dgm:cxn modelId="{0BC492E6-6329-46A9-AB9D-125D0CE90847}" srcId="{D0EECCBC-959F-4DED-A89C-86070B07D374}" destId="{69966502-5497-4E65-9851-E7C8E8EAD168}" srcOrd="0" destOrd="0" parTransId="{5349782D-F16C-42AE-A86A-88CCFED15CF5}" sibTransId="{16F5BF34-CF16-429B-A731-963312A92D12}"/>
    <dgm:cxn modelId="{A3FC55FF-A0F7-40EB-8C82-28634A0E7B77}" type="presOf" srcId="{69966502-5497-4E65-9851-E7C8E8EAD168}" destId="{6A5F6E5C-C421-4A13-BFAC-81060C113C64}" srcOrd="0" destOrd="0" presId="urn:microsoft.com/office/officeart/2005/8/layout/bList2"/>
    <dgm:cxn modelId="{74697DCD-C84D-4E78-9814-40D4DA0C410E}" type="presParOf" srcId="{517B2FB8-FCF9-4001-A06B-7D93944D5797}" destId="{06B38303-4F8D-4089-9D28-3147CF00F36D}" srcOrd="0" destOrd="0" presId="urn:microsoft.com/office/officeart/2005/8/layout/bList2"/>
    <dgm:cxn modelId="{74740C53-561E-40E3-9973-34EFB519C4F5}" type="presParOf" srcId="{06B38303-4F8D-4089-9D28-3147CF00F36D}" destId="{38A5BE17-503A-4EE8-BE63-1CCE5DD7D0E6}" srcOrd="0" destOrd="0" presId="urn:microsoft.com/office/officeart/2005/8/layout/bList2"/>
    <dgm:cxn modelId="{5163F15F-11F9-4EF3-A2D9-41BE62178F3E}" type="presParOf" srcId="{06B38303-4F8D-4089-9D28-3147CF00F36D}" destId="{6A5F6E5C-C421-4A13-BFAC-81060C113C64}" srcOrd="1" destOrd="0" presId="urn:microsoft.com/office/officeart/2005/8/layout/bList2"/>
    <dgm:cxn modelId="{24AD042D-231C-43EA-A354-DE59D2D21EC7}" type="presParOf" srcId="{06B38303-4F8D-4089-9D28-3147CF00F36D}" destId="{0C7A597B-959E-4059-AD67-E8D12F665B2D}" srcOrd="2" destOrd="0" presId="urn:microsoft.com/office/officeart/2005/8/layout/bList2"/>
    <dgm:cxn modelId="{8ED22521-BCDD-479E-B378-A3FC4E7EDEFE}" type="presParOf" srcId="{06B38303-4F8D-4089-9D28-3147CF00F36D}" destId="{C2EB1E20-D989-4866-A82E-3A7043B0AFBF}" srcOrd="3" destOrd="0" presId="urn:microsoft.com/office/officeart/2005/8/layout/bList2"/>
    <dgm:cxn modelId="{CA88F043-5E3F-4A3A-97C3-228E7B26EB2F}" type="presParOf" srcId="{517B2FB8-FCF9-4001-A06B-7D93944D5797}" destId="{A6FB3400-8555-48A7-B5A6-34AB490D5A5A}" srcOrd="1" destOrd="0" presId="urn:microsoft.com/office/officeart/2005/8/layout/bList2"/>
    <dgm:cxn modelId="{38F0AB72-9F1F-4C03-A645-A71177A988E1}" type="presParOf" srcId="{517B2FB8-FCF9-4001-A06B-7D93944D5797}" destId="{F152A20F-B0AF-4A2B-A15B-BE6C82DFA3CD}" srcOrd="2" destOrd="0" presId="urn:microsoft.com/office/officeart/2005/8/layout/bList2"/>
    <dgm:cxn modelId="{FD386161-9D7F-438B-B232-2AD44CBF1B5D}" type="presParOf" srcId="{F152A20F-B0AF-4A2B-A15B-BE6C82DFA3CD}" destId="{182505E3-BF6A-412E-8C78-9ACE1DB5DB92}" srcOrd="0" destOrd="0" presId="urn:microsoft.com/office/officeart/2005/8/layout/bList2"/>
    <dgm:cxn modelId="{46292550-ADB6-4A9F-B341-AF723651804D}" type="presParOf" srcId="{F152A20F-B0AF-4A2B-A15B-BE6C82DFA3CD}" destId="{2F256035-3766-4FDE-A79A-69BD88F12565}" srcOrd="1" destOrd="0" presId="urn:microsoft.com/office/officeart/2005/8/layout/bList2"/>
    <dgm:cxn modelId="{1F983D00-28A9-41C5-B93B-4EC8A152F1E0}" type="presParOf" srcId="{F152A20F-B0AF-4A2B-A15B-BE6C82DFA3CD}" destId="{B71955D8-2FA6-4742-8192-D3813FAD9B7E}" srcOrd="2" destOrd="0" presId="urn:microsoft.com/office/officeart/2005/8/layout/bList2"/>
    <dgm:cxn modelId="{1CEB67EF-ECAA-43D0-9068-460B5787D32C}" type="presParOf" srcId="{F152A20F-B0AF-4A2B-A15B-BE6C82DFA3CD}" destId="{5C5E4F30-39A1-4590-B3A7-AC412CC08F3B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F9EDFD-BAC0-4DDC-9BBA-25C76B918E15}">
      <dsp:nvSpPr>
        <dsp:cNvPr id="0" name=""/>
        <dsp:cNvSpPr/>
      </dsp:nvSpPr>
      <dsp:spPr>
        <a:xfrm>
          <a:off x="1984" y="0"/>
          <a:ext cx="1946895" cy="33940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Execution policy</a:t>
          </a:r>
        </a:p>
      </dsp:txBody>
      <dsp:txXfrm>
        <a:off x="1984" y="0"/>
        <a:ext cx="1946895" cy="1018222"/>
      </dsp:txXfrm>
    </dsp:sp>
    <dsp:sp modelId="{6B5A6FE8-18AB-40C1-A074-AF92F3E897A8}">
      <dsp:nvSpPr>
        <dsp:cNvPr id="0" name=""/>
        <dsp:cNvSpPr/>
      </dsp:nvSpPr>
      <dsp:spPr>
        <a:xfrm>
          <a:off x="196673" y="1019216"/>
          <a:ext cx="1557516" cy="10233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Security feature – not a security boundary</a:t>
          </a:r>
        </a:p>
      </dsp:txBody>
      <dsp:txXfrm>
        <a:off x="226646" y="1049189"/>
        <a:ext cx="1497570" cy="963414"/>
      </dsp:txXfrm>
    </dsp:sp>
    <dsp:sp modelId="{204A21AB-02BE-4493-B149-41738E847CC2}">
      <dsp:nvSpPr>
        <dsp:cNvPr id="0" name=""/>
        <dsp:cNvSpPr/>
      </dsp:nvSpPr>
      <dsp:spPr>
        <a:xfrm>
          <a:off x="196673" y="2200016"/>
          <a:ext cx="1557516" cy="10233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Windows-only</a:t>
          </a:r>
        </a:p>
      </dsp:txBody>
      <dsp:txXfrm>
        <a:off x="226646" y="2229989"/>
        <a:ext cx="1497570" cy="963414"/>
      </dsp:txXfrm>
    </dsp:sp>
    <dsp:sp modelId="{86FAE333-6C6A-4A17-A30F-1B163236BEA3}">
      <dsp:nvSpPr>
        <dsp:cNvPr id="0" name=""/>
        <dsp:cNvSpPr/>
      </dsp:nvSpPr>
      <dsp:spPr>
        <a:xfrm>
          <a:off x="2094896" y="0"/>
          <a:ext cx="1946895" cy="33940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Command types and precedence</a:t>
          </a:r>
        </a:p>
      </dsp:txBody>
      <dsp:txXfrm>
        <a:off x="2094896" y="0"/>
        <a:ext cx="1946895" cy="1018222"/>
      </dsp:txXfrm>
    </dsp:sp>
    <dsp:sp modelId="{4D475FAA-926F-4A66-9EEA-B642317A33FE}">
      <dsp:nvSpPr>
        <dsp:cNvPr id="0" name=""/>
        <dsp:cNvSpPr/>
      </dsp:nvSpPr>
      <dsp:spPr>
        <a:xfrm>
          <a:off x="2289585" y="1018305"/>
          <a:ext cx="1557516" cy="4944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Alias</a:t>
          </a:r>
        </a:p>
      </dsp:txBody>
      <dsp:txXfrm>
        <a:off x="2304067" y="1032787"/>
        <a:ext cx="1528552" cy="465480"/>
      </dsp:txXfrm>
    </dsp:sp>
    <dsp:sp modelId="{8D851283-7AD4-4A0D-BCEC-68E3590C6CFE}">
      <dsp:nvSpPr>
        <dsp:cNvPr id="0" name=""/>
        <dsp:cNvSpPr/>
      </dsp:nvSpPr>
      <dsp:spPr>
        <a:xfrm>
          <a:off x="2289585" y="1588818"/>
          <a:ext cx="1557516" cy="4944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Function</a:t>
          </a:r>
        </a:p>
      </dsp:txBody>
      <dsp:txXfrm>
        <a:off x="2304067" y="1603300"/>
        <a:ext cx="1528552" cy="465480"/>
      </dsp:txXfrm>
    </dsp:sp>
    <dsp:sp modelId="{ECFAA994-CAE4-4040-A3BC-3E30D9A2AA6F}">
      <dsp:nvSpPr>
        <dsp:cNvPr id="0" name=""/>
        <dsp:cNvSpPr/>
      </dsp:nvSpPr>
      <dsp:spPr>
        <a:xfrm>
          <a:off x="2289585" y="2159331"/>
          <a:ext cx="1557516" cy="4944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Cmdlet</a:t>
          </a:r>
        </a:p>
      </dsp:txBody>
      <dsp:txXfrm>
        <a:off x="2304067" y="2173813"/>
        <a:ext cx="1528552" cy="465480"/>
      </dsp:txXfrm>
    </dsp:sp>
    <dsp:sp modelId="{30EDF59B-CFFA-4FDD-BCC7-206157813E79}">
      <dsp:nvSpPr>
        <dsp:cNvPr id="0" name=""/>
        <dsp:cNvSpPr/>
      </dsp:nvSpPr>
      <dsp:spPr>
        <a:xfrm>
          <a:off x="2289585" y="2729843"/>
          <a:ext cx="1557516" cy="4944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External executable files</a:t>
          </a:r>
        </a:p>
      </dsp:txBody>
      <dsp:txXfrm>
        <a:off x="2304067" y="2744325"/>
        <a:ext cx="1528552" cy="465480"/>
      </dsp:txXfrm>
    </dsp:sp>
    <dsp:sp modelId="{08247C67-8EC0-4AF3-B145-D6C6BFA551E4}">
      <dsp:nvSpPr>
        <dsp:cNvPr id="0" name=""/>
        <dsp:cNvSpPr/>
      </dsp:nvSpPr>
      <dsp:spPr>
        <a:xfrm>
          <a:off x="4187808" y="0"/>
          <a:ext cx="1946895" cy="33940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Scripts &amp; functions</a:t>
          </a:r>
        </a:p>
      </dsp:txBody>
      <dsp:txXfrm>
        <a:off x="4187808" y="0"/>
        <a:ext cx="1946895" cy="1018222"/>
      </dsp:txXfrm>
    </dsp:sp>
    <dsp:sp modelId="{731F1F9F-76A0-4E4A-88D0-3842A701EC57}">
      <dsp:nvSpPr>
        <dsp:cNvPr id="0" name=""/>
        <dsp:cNvSpPr/>
      </dsp:nvSpPr>
      <dsp:spPr>
        <a:xfrm>
          <a:off x="4382498" y="1018305"/>
          <a:ext cx="1557516" cy="4944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Purpose</a:t>
          </a:r>
        </a:p>
      </dsp:txBody>
      <dsp:txXfrm>
        <a:off x="4396980" y="1032787"/>
        <a:ext cx="1528552" cy="465480"/>
      </dsp:txXfrm>
    </dsp:sp>
    <dsp:sp modelId="{B48270B6-6039-4B20-B833-8D8AA05062AE}">
      <dsp:nvSpPr>
        <dsp:cNvPr id="0" name=""/>
        <dsp:cNvSpPr/>
      </dsp:nvSpPr>
      <dsp:spPr>
        <a:xfrm>
          <a:off x="4382498" y="1588818"/>
          <a:ext cx="1557516" cy="4944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Batch scripts vs. tools</a:t>
          </a:r>
        </a:p>
      </dsp:txBody>
      <dsp:txXfrm>
        <a:off x="4396980" y="1603300"/>
        <a:ext cx="1528552" cy="465480"/>
      </dsp:txXfrm>
    </dsp:sp>
    <dsp:sp modelId="{B588F65D-2EB3-40D2-A508-40623FC56FE4}">
      <dsp:nvSpPr>
        <dsp:cNvPr id="0" name=""/>
        <dsp:cNvSpPr/>
      </dsp:nvSpPr>
      <dsp:spPr>
        <a:xfrm>
          <a:off x="4382498" y="2159331"/>
          <a:ext cx="1557516" cy="4944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Scriptblocks</a:t>
          </a:r>
        </a:p>
      </dsp:txBody>
      <dsp:txXfrm>
        <a:off x="4396980" y="2173813"/>
        <a:ext cx="1528552" cy="465480"/>
      </dsp:txXfrm>
    </dsp:sp>
    <dsp:sp modelId="{CE8E4965-3C3E-4BE7-972C-21215BF78384}">
      <dsp:nvSpPr>
        <dsp:cNvPr id="0" name=""/>
        <dsp:cNvSpPr/>
      </dsp:nvSpPr>
      <dsp:spPr>
        <a:xfrm>
          <a:off x="4382498" y="2729843"/>
          <a:ext cx="1557516" cy="4944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Profiles and dot-sourcing</a:t>
          </a:r>
        </a:p>
      </dsp:txBody>
      <dsp:txXfrm>
        <a:off x="4396980" y="2744325"/>
        <a:ext cx="1528552" cy="465480"/>
      </dsp:txXfrm>
    </dsp:sp>
    <dsp:sp modelId="{F0E4CAF1-A0A5-40EF-A8E0-51DE8C18EA5A}">
      <dsp:nvSpPr>
        <dsp:cNvPr id="0" name=""/>
        <dsp:cNvSpPr/>
      </dsp:nvSpPr>
      <dsp:spPr>
        <a:xfrm>
          <a:off x="6280720" y="0"/>
          <a:ext cx="1946895" cy="33940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Variable scopes</a:t>
          </a:r>
        </a:p>
      </dsp:txBody>
      <dsp:txXfrm>
        <a:off x="6280720" y="0"/>
        <a:ext cx="1946895" cy="1018222"/>
      </dsp:txXfrm>
    </dsp:sp>
    <dsp:sp modelId="{892F6AB5-6685-4ED5-B76C-2C1DDD2975A3}">
      <dsp:nvSpPr>
        <dsp:cNvPr id="0" name=""/>
        <dsp:cNvSpPr/>
      </dsp:nvSpPr>
      <dsp:spPr>
        <a:xfrm>
          <a:off x="6475410" y="1018305"/>
          <a:ext cx="1557516" cy="4944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Global</a:t>
          </a:r>
        </a:p>
      </dsp:txBody>
      <dsp:txXfrm>
        <a:off x="6489892" y="1032787"/>
        <a:ext cx="1528552" cy="465480"/>
      </dsp:txXfrm>
    </dsp:sp>
    <dsp:sp modelId="{0858A859-48A4-4A57-B711-078D025CE0EE}">
      <dsp:nvSpPr>
        <dsp:cNvPr id="0" name=""/>
        <dsp:cNvSpPr/>
      </dsp:nvSpPr>
      <dsp:spPr>
        <a:xfrm>
          <a:off x="6475410" y="1588818"/>
          <a:ext cx="1557516" cy="4944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Local</a:t>
          </a:r>
        </a:p>
      </dsp:txBody>
      <dsp:txXfrm>
        <a:off x="6489892" y="1603300"/>
        <a:ext cx="1528552" cy="465480"/>
      </dsp:txXfrm>
    </dsp:sp>
    <dsp:sp modelId="{8CF0157E-7345-4101-9606-0498167900F9}">
      <dsp:nvSpPr>
        <dsp:cNvPr id="0" name=""/>
        <dsp:cNvSpPr/>
      </dsp:nvSpPr>
      <dsp:spPr>
        <a:xfrm>
          <a:off x="6475410" y="2159331"/>
          <a:ext cx="1557516" cy="4944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Script</a:t>
          </a:r>
        </a:p>
      </dsp:txBody>
      <dsp:txXfrm>
        <a:off x="6489892" y="2173813"/>
        <a:ext cx="1528552" cy="465480"/>
      </dsp:txXfrm>
    </dsp:sp>
    <dsp:sp modelId="{C7A81447-889C-487D-96A1-E6E7BB369C2E}">
      <dsp:nvSpPr>
        <dsp:cNvPr id="0" name=""/>
        <dsp:cNvSpPr/>
      </dsp:nvSpPr>
      <dsp:spPr>
        <a:xfrm>
          <a:off x="6475410" y="2729843"/>
          <a:ext cx="1557516" cy="4944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Private</a:t>
          </a:r>
        </a:p>
      </dsp:txBody>
      <dsp:txXfrm>
        <a:off x="6489892" y="2744325"/>
        <a:ext cx="1528552" cy="4654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F3CC70-80DD-4468-B69A-53748BDB54F4}">
      <dsp:nvSpPr>
        <dsp:cNvPr id="0" name=""/>
        <dsp:cNvSpPr/>
      </dsp:nvSpPr>
      <dsp:spPr>
        <a:xfrm>
          <a:off x="0" y="0"/>
          <a:ext cx="7164386" cy="3311579"/>
        </a:xfrm>
        <a:prstGeom prst="roundRect">
          <a:avLst>
            <a:gd name="adj" fmla="val 8500"/>
          </a:avLst>
        </a:prstGeom>
        <a:solidFill>
          <a:srgbClr val="299EB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204444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i="0" kern="1200" dirty="0"/>
            <a:t>Global scope</a:t>
          </a:r>
          <a:endParaRPr lang="en-US" sz="3600" kern="1200" dirty="0"/>
        </a:p>
      </dsp:txBody>
      <dsp:txXfrm>
        <a:off x="82444" y="82444"/>
        <a:ext cx="6999498" cy="3146691"/>
      </dsp:txXfrm>
    </dsp:sp>
    <dsp:sp modelId="{CD251FD6-2489-4BC9-A81C-DCA80BE84820}">
      <dsp:nvSpPr>
        <dsp:cNvPr id="0" name=""/>
        <dsp:cNvSpPr/>
      </dsp:nvSpPr>
      <dsp:spPr>
        <a:xfrm>
          <a:off x="209750" y="953831"/>
          <a:ext cx="3373173" cy="2227671"/>
        </a:xfrm>
        <a:prstGeom prst="roundRect">
          <a:avLst>
            <a:gd name="adj" fmla="val 10500"/>
          </a:avLst>
        </a:prstGeom>
        <a:solidFill>
          <a:srgbClr val="F48C52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i="0" kern="1200" dirty="0"/>
            <a:t>Script scope 1</a:t>
          </a:r>
          <a:endParaRPr lang="en-US" sz="3600" kern="1200" dirty="0"/>
        </a:p>
      </dsp:txBody>
      <dsp:txXfrm>
        <a:off x="278259" y="1022340"/>
        <a:ext cx="3236155" cy="2090653"/>
      </dsp:txXfrm>
    </dsp:sp>
    <dsp:sp modelId="{306CDEB2-AE9A-4228-9CAC-AC949B733007}">
      <dsp:nvSpPr>
        <dsp:cNvPr id="0" name=""/>
        <dsp:cNvSpPr/>
      </dsp:nvSpPr>
      <dsp:spPr>
        <a:xfrm>
          <a:off x="3700901" y="980074"/>
          <a:ext cx="3373173" cy="2220816"/>
        </a:xfrm>
        <a:prstGeom prst="roundRect">
          <a:avLst>
            <a:gd name="adj" fmla="val 10500"/>
          </a:avLst>
        </a:prstGeom>
        <a:solidFill>
          <a:srgbClr val="F48C52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i="0" kern="1200" dirty="0"/>
            <a:t>Script scope 2</a:t>
          </a:r>
          <a:endParaRPr lang="en-US" sz="3600" kern="1200" dirty="0"/>
        </a:p>
      </dsp:txBody>
      <dsp:txXfrm>
        <a:off x="3769199" y="1048372"/>
        <a:ext cx="3236577" cy="20842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57E27B-BEDC-4CE8-A106-69336FA4C44D}">
      <dsp:nvSpPr>
        <dsp:cNvPr id="0" name=""/>
        <dsp:cNvSpPr/>
      </dsp:nvSpPr>
      <dsp:spPr>
        <a:xfrm>
          <a:off x="40" y="21462"/>
          <a:ext cx="3845569" cy="633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Function-level attributes</a:t>
          </a:r>
        </a:p>
      </dsp:txBody>
      <dsp:txXfrm>
        <a:off x="40" y="21462"/>
        <a:ext cx="3845569" cy="633600"/>
      </dsp:txXfrm>
    </dsp:sp>
    <dsp:sp modelId="{3D0446C9-9A78-45A6-B7AF-2F9ACB75A3E8}">
      <dsp:nvSpPr>
        <dsp:cNvPr id="0" name=""/>
        <dsp:cNvSpPr/>
      </dsp:nvSpPr>
      <dsp:spPr>
        <a:xfrm>
          <a:off x="40" y="655062"/>
          <a:ext cx="3845569" cy="27175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[CmdletBinding()]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[OutputType()]</a:t>
          </a:r>
        </a:p>
      </dsp:txBody>
      <dsp:txXfrm>
        <a:off x="40" y="655062"/>
        <a:ext cx="3845569" cy="2717550"/>
      </dsp:txXfrm>
    </dsp:sp>
    <dsp:sp modelId="{54B4848F-7DB4-4898-87CA-977632130C8C}">
      <dsp:nvSpPr>
        <dsp:cNvPr id="0" name=""/>
        <dsp:cNvSpPr/>
      </dsp:nvSpPr>
      <dsp:spPr>
        <a:xfrm>
          <a:off x="4383989" y="21462"/>
          <a:ext cx="3845569" cy="633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Parameter-level attributes</a:t>
          </a:r>
        </a:p>
      </dsp:txBody>
      <dsp:txXfrm>
        <a:off x="4383989" y="21462"/>
        <a:ext cx="3845569" cy="633600"/>
      </dsp:txXfrm>
    </dsp:sp>
    <dsp:sp modelId="{4F2A8415-2625-4482-9832-0B9488FF6EEC}">
      <dsp:nvSpPr>
        <dsp:cNvPr id="0" name=""/>
        <dsp:cNvSpPr/>
      </dsp:nvSpPr>
      <dsp:spPr>
        <a:xfrm>
          <a:off x="4383989" y="655062"/>
          <a:ext cx="3845569" cy="27175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[Parameter()]</a:t>
          </a:r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Pipeline input</a:t>
          </a:r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Parameter sets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[Alias()]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Validation attributes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Argument completion attributes</a:t>
          </a:r>
        </a:p>
      </dsp:txBody>
      <dsp:txXfrm>
        <a:off x="4383989" y="655062"/>
        <a:ext cx="3845569" cy="27175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EC9C54-B81C-48E7-A3D2-36C8AFE04FFE}">
      <dsp:nvSpPr>
        <dsp:cNvPr id="0" name=""/>
        <dsp:cNvSpPr/>
      </dsp:nvSpPr>
      <dsp:spPr>
        <a:xfrm>
          <a:off x="4118" y="0"/>
          <a:ext cx="3962102" cy="33940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Scripts do lots of things</a:t>
          </a:r>
        </a:p>
      </dsp:txBody>
      <dsp:txXfrm>
        <a:off x="4118" y="0"/>
        <a:ext cx="3962102" cy="1018222"/>
      </dsp:txXfrm>
    </dsp:sp>
    <dsp:sp modelId="{E2832E59-3705-450D-99F7-591C8E9A07F4}">
      <dsp:nvSpPr>
        <dsp:cNvPr id="0" name=""/>
        <dsp:cNvSpPr/>
      </dsp:nvSpPr>
      <dsp:spPr>
        <a:xfrm>
          <a:off x="400329" y="1019216"/>
          <a:ext cx="3169681" cy="10233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36195" rIns="4826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Designed for large end-to-end solution</a:t>
          </a:r>
        </a:p>
      </dsp:txBody>
      <dsp:txXfrm>
        <a:off x="430302" y="1049189"/>
        <a:ext cx="3109735" cy="963414"/>
      </dsp:txXfrm>
    </dsp:sp>
    <dsp:sp modelId="{7280A6B5-B2F5-4496-8965-6C026D249C90}">
      <dsp:nvSpPr>
        <dsp:cNvPr id="0" name=""/>
        <dsp:cNvSpPr/>
      </dsp:nvSpPr>
      <dsp:spPr>
        <a:xfrm>
          <a:off x="400329" y="2200016"/>
          <a:ext cx="3169681" cy="10233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36195" rIns="4826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Not easily reusable for another purpose</a:t>
          </a:r>
        </a:p>
      </dsp:txBody>
      <dsp:txXfrm>
        <a:off x="430302" y="2229989"/>
        <a:ext cx="3109735" cy="963414"/>
      </dsp:txXfrm>
    </dsp:sp>
    <dsp:sp modelId="{46D12562-1CCE-4B59-BEE6-D9F545F1DD73}">
      <dsp:nvSpPr>
        <dsp:cNvPr id="0" name=""/>
        <dsp:cNvSpPr/>
      </dsp:nvSpPr>
      <dsp:spPr>
        <a:xfrm>
          <a:off x="4263378" y="0"/>
          <a:ext cx="3962102" cy="33940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Functions do single tasks</a:t>
          </a:r>
        </a:p>
      </dsp:txBody>
      <dsp:txXfrm>
        <a:off x="4263378" y="0"/>
        <a:ext cx="3962102" cy="1018222"/>
      </dsp:txXfrm>
    </dsp:sp>
    <dsp:sp modelId="{D9A8FD52-1A36-41DF-AD2C-B943E9A82340}">
      <dsp:nvSpPr>
        <dsp:cNvPr id="0" name=""/>
        <dsp:cNvSpPr/>
      </dsp:nvSpPr>
      <dsp:spPr>
        <a:xfrm>
          <a:off x="4659589" y="1018512"/>
          <a:ext cx="3169681" cy="6667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36195" rIns="4826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Composable into scripts for creating solutions</a:t>
          </a:r>
        </a:p>
      </dsp:txBody>
      <dsp:txXfrm>
        <a:off x="4679119" y="1038042"/>
        <a:ext cx="3130621" cy="627739"/>
      </dsp:txXfrm>
    </dsp:sp>
    <dsp:sp modelId="{216771CC-23EC-4901-A36E-729B3E205E96}">
      <dsp:nvSpPr>
        <dsp:cNvPr id="0" name=""/>
        <dsp:cNvSpPr/>
      </dsp:nvSpPr>
      <dsp:spPr>
        <a:xfrm>
          <a:off x="4659589" y="1787896"/>
          <a:ext cx="3169681" cy="6667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36195" rIns="4826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Easily reusable to compose different solutions</a:t>
          </a:r>
        </a:p>
      </dsp:txBody>
      <dsp:txXfrm>
        <a:off x="4679119" y="1807426"/>
        <a:ext cx="3130621" cy="627739"/>
      </dsp:txXfrm>
    </dsp:sp>
    <dsp:sp modelId="{C338BD35-9404-4199-B499-E2A34913911A}">
      <dsp:nvSpPr>
        <dsp:cNvPr id="0" name=""/>
        <dsp:cNvSpPr/>
      </dsp:nvSpPr>
      <dsp:spPr>
        <a:xfrm>
          <a:off x="4659589" y="2557281"/>
          <a:ext cx="3169681" cy="6667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36195" rIns="4826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Packaged into modules</a:t>
          </a:r>
        </a:p>
      </dsp:txBody>
      <dsp:txXfrm>
        <a:off x="4679119" y="2576811"/>
        <a:ext cx="3130621" cy="62773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B28433-B981-4184-8B8C-E73D9A57079A}">
      <dsp:nvSpPr>
        <dsp:cNvPr id="0" name=""/>
        <dsp:cNvSpPr/>
      </dsp:nvSpPr>
      <dsp:spPr>
        <a:xfrm>
          <a:off x="0" y="25647"/>
          <a:ext cx="4038600" cy="806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Templates</a:t>
          </a:r>
        </a:p>
      </dsp:txBody>
      <dsp:txXfrm>
        <a:off x="0" y="25647"/>
        <a:ext cx="4038600" cy="806400"/>
      </dsp:txXfrm>
    </dsp:sp>
    <dsp:sp modelId="{CC7DDA50-284F-4472-B940-6D2C36A1577B}">
      <dsp:nvSpPr>
        <dsp:cNvPr id="0" name=""/>
        <dsp:cNvSpPr/>
      </dsp:nvSpPr>
      <dsp:spPr>
        <a:xfrm>
          <a:off x="0" y="832047"/>
          <a:ext cx="4038600" cy="253637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Create structure automatically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Flexible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Ensure consistency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Repeatable automation</a:t>
          </a:r>
        </a:p>
      </dsp:txBody>
      <dsp:txXfrm>
        <a:off x="0" y="832047"/>
        <a:ext cx="4038600" cy="253637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B2CBB4-1A72-420D-A852-674FE246BBC0}">
      <dsp:nvSpPr>
        <dsp:cNvPr id="0" name=""/>
        <dsp:cNvSpPr/>
      </dsp:nvSpPr>
      <dsp:spPr>
        <a:xfrm>
          <a:off x="0" y="0"/>
          <a:ext cx="4038600" cy="777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Tools</a:t>
          </a:r>
        </a:p>
      </dsp:txBody>
      <dsp:txXfrm>
        <a:off x="0" y="0"/>
        <a:ext cx="4038600" cy="777600"/>
      </dsp:txXfrm>
    </dsp:sp>
    <dsp:sp modelId="{74B4E4CE-C216-4F78-967E-71CABA067290}">
      <dsp:nvSpPr>
        <dsp:cNvPr id="0" name=""/>
        <dsp:cNvSpPr/>
      </dsp:nvSpPr>
      <dsp:spPr>
        <a:xfrm>
          <a:off x="0" y="788825"/>
          <a:ext cx="4038600" cy="25940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Plaster/Stucco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Sampler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 err="1"/>
            <a:t>InvokeBuild</a:t>
          </a:r>
          <a:endParaRPr lang="en-US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2800" kern="1200" dirty="0"/>
        </a:p>
      </dsp:txBody>
      <dsp:txXfrm>
        <a:off x="0" y="788825"/>
        <a:ext cx="4038600" cy="259402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C0BB1B-ADB0-4C4A-A327-065D361915AA}">
      <dsp:nvSpPr>
        <dsp:cNvPr id="0" name=""/>
        <dsp:cNvSpPr/>
      </dsp:nvSpPr>
      <dsp:spPr>
        <a:xfrm>
          <a:off x="0" y="2427"/>
          <a:ext cx="8229600" cy="1094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256" tIns="154432" rIns="270256" bIns="154432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PSResourceGet module</a:t>
          </a:r>
        </a:p>
      </dsp:txBody>
      <dsp:txXfrm>
        <a:off x="0" y="2427"/>
        <a:ext cx="8229600" cy="1094400"/>
      </dsp:txXfrm>
    </dsp:sp>
    <dsp:sp modelId="{49C8078D-40F6-417B-BE18-17899208ECA9}">
      <dsp:nvSpPr>
        <dsp:cNvPr id="0" name=""/>
        <dsp:cNvSpPr/>
      </dsp:nvSpPr>
      <dsp:spPr>
        <a:xfrm>
          <a:off x="0" y="1096827"/>
          <a:ext cx="8229600" cy="229481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692" tIns="202692" rIns="270256" bIns="304038" numCol="1" spcCol="1270" anchor="t" anchorCtr="0">
          <a:noAutofit/>
        </a:bodyPr>
        <a:lstStyle/>
        <a:p>
          <a:pPr marL="285750" lvl="1" indent="-285750" algn="l" defTabSz="1689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800" kern="1200"/>
            <a:t>How to package and publish a module</a:t>
          </a:r>
        </a:p>
        <a:p>
          <a:pPr marL="285750" lvl="1" indent="-285750" algn="l" defTabSz="1689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800" kern="1200"/>
            <a:t>Supports multiple repository types</a:t>
          </a:r>
        </a:p>
        <a:p>
          <a:pPr marL="285750" lvl="1" indent="-285750" algn="l" defTabSz="1689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800" kern="1200" dirty="0"/>
            <a:t>Create private repositories</a:t>
          </a:r>
        </a:p>
      </dsp:txBody>
      <dsp:txXfrm>
        <a:off x="0" y="1096827"/>
        <a:ext cx="8229600" cy="229481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A5BE17-503A-4EE8-BE63-1CCE5DD7D0E6}">
      <dsp:nvSpPr>
        <dsp:cNvPr id="0" name=""/>
        <dsp:cNvSpPr/>
      </dsp:nvSpPr>
      <dsp:spPr>
        <a:xfrm>
          <a:off x="788095" y="1780"/>
          <a:ext cx="2954788" cy="2205686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99060" rIns="33020" bIns="3302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Try/catch/finally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Preference settings</a:t>
          </a:r>
        </a:p>
      </dsp:txBody>
      <dsp:txXfrm>
        <a:off x="839777" y="53462"/>
        <a:ext cx="2851424" cy="2154004"/>
      </dsp:txXfrm>
    </dsp:sp>
    <dsp:sp modelId="{0C7A597B-959E-4059-AD67-E8D12F665B2D}">
      <dsp:nvSpPr>
        <dsp:cNvPr id="0" name=""/>
        <dsp:cNvSpPr/>
      </dsp:nvSpPr>
      <dsp:spPr>
        <a:xfrm>
          <a:off x="788095" y="2207467"/>
          <a:ext cx="2954788" cy="9484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0" rIns="4064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Error handling</a:t>
          </a:r>
        </a:p>
      </dsp:txBody>
      <dsp:txXfrm>
        <a:off x="788095" y="2207467"/>
        <a:ext cx="2080836" cy="948445"/>
      </dsp:txXfrm>
    </dsp:sp>
    <dsp:sp modelId="{C2EB1E20-D989-4866-A82E-3A7043B0AFBF}">
      <dsp:nvSpPr>
        <dsp:cNvPr id="0" name=""/>
        <dsp:cNvSpPr/>
      </dsp:nvSpPr>
      <dsp:spPr>
        <a:xfrm>
          <a:off x="2952518" y="2358118"/>
          <a:ext cx="1034175" cy="1034175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2505E3-BF6A-412E-8C78-9ACE1DB5DB92}">
      <dsp:nvSpPr>
        <dsp:cNvPr id="0" name=""/>
        <dsp:cNvSpPr/>
      </dsp:nvSpPr>
      <dsp:spPr>
        <a:xfrm>
          <a:off x="4242905" y="1780"/>
          <a:ext cx="2954788" cy="2205686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99060" rIns="33020" bIns="3302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DSL for describing tests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Test-driven design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Mocking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Build validation</a:t>
          </a:r>
        </a:p>
      </dsp:txBody>
      <dsp:txXfrm>
        <a:off x="4294587" y="53462"/>
        <a:ext cx="2851424" cy="2154004"/>
      </dsp:txXfrm>
    </dsp:sp>
    <dsp:sp modelId="{B71955D8-2FA6-4742-8192-D3813FAD9B7E}">
      <dsp:nvSpPr>
        <dsp:cNvPr id="0" name=""/>
        <dsp:cNvSpPr/>
      </dsp:nvSpPr>
      <dsp:spPr>
        <a:xfrm>
          <a:off x="4242905" y="2207467"/>
          <a:ext cx="2954788" cy="9484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0" rIns="4064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Testing with Pester</a:t>
          </a:r>
        </a:p>
      </dsp:txBody>
      <dsp:txXfrm>
        <a:off x="4242905" y="2207467"/>
        <a:ext cx="2080836" cy="948445"/>
      </dsp:txXfrm>
    </dsp:sp>
    <dsp:sp modelId="{5C5E4F30-39A1-4590-B3A7-AC412CC08F3B}">
      <dsp:nvSpPr>
        <dsp:cNvPr id="0" name=""/>
        <dsp:cNvSpPr/>
      </dsp:nvSpPr>
      <dsp:spPr>
        <a:xfrm>
          <a:off x="6407328" y="2358118"/>
          <a:ext cx="1034175" cy="1034175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2">
  <dgm:title val=""/>
  <dgm:desc val=""/>
  <dgm:catLst>
    <dgm:cat type="relationship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chMax val="3"/>
      <dgm:chPref val="1"/>
      <dgm:dir/>
      <dgm:animLvl val="lvl"/>
      <dgm:resizeHandles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 ch" ptType="node node" st="1 1" cnt="1 0" func="cnt" op="gt" val="0">
            <dgm:choose name="Name5">
              <dgm:if name="Name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395"/>
                  <dgm:constr type="t" for="ch" forName="centerBox" refType="h" fact="0.5"/>
                  <dgm:constr type="w" for="ch" forName="centerBox" refType="w" fact="0.5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22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8">
            <dgm:choose name="Name9">
              <dgm:if name="Name1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26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if>
      <dgm:else name="Name12">
        <dgm:choose name="Name13">
          <dgm:if name="Name14" axis="ch ch" ptType="node node" st="1 1" cnt="1 0" func="cnt" op="gt" val="0">
            <dgm:choose name="Name15">
              <dgm:if name="Name1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18">
            <dgm:choose name="Name19">
              <dgm:if name="Name2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2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else>
    </dgm:choose>
    <dgm:ruleLst/>
    <dgm:choose name="Name22">
      <dgm:if name="Name23" axis="root ch" ptType="all node" st="1 1" cnt="0 0" func="cnt" op="gte" val="1">
        <dgm:layoutNode name="outerBox" styleLbl="node1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24">
            <dgm:if name="Name25" axis="root ch" ptType="all node" st="1 1" cnt="0 0" func="cnt" op="gt" val="1">
              <dgm:choose name="Name26">
                <dgm:if name="Name27" func="var" arg="dir" op="equ" val="norm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0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if>
                <dgm:else name="Name28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8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else>
              </dgm:choose>
            </dgm:if>
            <dgm:else name="Name29">
              <dgm:constrLst>
                <dgm:constr type="l" for="ch" forName="outerBoxParent"/>
                <dgm:constr type="t" for="ch" forName="outerBoxParent"/>
                <dgm:constr type="w" for="ch" forName="outerBoxParent" refType="w"/>
                <dgm:constr type="h" for="ch" forName="outerBoxParent" refType="h"/>
                <dgm:constr type="bMarg" for="ch" forName="outerBoxParent" refType="h" fact="1.75"/>
                <dgm:constr type="l" for="ch" forName="outerBoxChildren" refType="w" fact="0.025"/>
                <dgm:constr type="t" for="ch" forName="outerBoxChildren" refType="h" fact="0.45"/>
                <dgm:constr type="w" for="ch" forName="outerBoxChildren" refType="w" fact="0.95"/>
                <dgm:constr type="h" for="ch" forName="outerBoxChildren" refType="h" fact="0.45"/>
              </dgm:constrLst>
            </dgm:else>
          </dgm:choose>
          <dgm:ruleLst/>
          <dgm:layoutNode name="ou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085"/>
              </dgm:adjLst>
            </dgm:shape>
            <dgm:presOf axis="ch" ptType="node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outerBoxChildren">
            <dgm:choose name="Name30">
              <dgm:if name="Name31" axis="root ch" ptType="all node" st="1 1" cnt="0 0" func="cnt" op="gt" val="1">
                <dgm:alg type="lin">
                  <dgm:param type="linDir" val="fromT"/>
                  <dgm:param type="vertAlign" val="t"/>
                </dgm:alg>
              </dgm:if>
              <dgm:else name="Name32">
                <dgm:choose name="Name33">
                  <dgm:if name="Name34" func="var" arg="dir" op="equ" val="norm">
                    <dgm:alg type="lin">
                      <dgm:param type="horzAlign" val="l"/>
                    </dgm:alg>
                  </dgm:if>
                  <dgm:else name="Name35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oChild" refType="w"/>
              <dgm:constr type="h" for="ch" forName="oChild" refType="h"/>
            </dgm:constrLst>
            <dgm:ruleLst/>
            <dgm:forEach name="Name36" axis="ch ch" ptType="node node" st="1 1" cnt="1 0">
              <dgm:layoutNode name="o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37" axis="followSib" ptType="sibTrans" cnt="1">
                <dgm:layoutNode name="outer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38"/>
    </dgm:choose>
    <dgm:choose name="Name39">
      <dgm:if name="Name40" axis="root ch" ptType="all node" st="1 1" cnt="0 0" func="cnt" op="gte" val="2">
        <dgm:layoutNode name="middle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41">
            <dgm:if name="Name42" axis="root ch" ptType="all node" st="1 1" cnt="0 0" func="cnt" op="gt" val="2">
              <dgm:choose name="Name43">
                <dgm:if name="Name44" func="var" arg="dir" op="equ" val="norm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02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if>
                <dgm:else name="Name45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77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else>
              </dgm:choose>
            </dgm:if>
            <dgm:else name="Name46">
              <dgm:constrLst>
                <dgm:constr type="l" for="ch" forName="middleBoxParent"/>
                <dgm:constr type="t" for="ch" forName="middleBoxParent"/>
                <dgm:constr type="w" for="ch" forName="middleBoxParent" refType="w"/>
                <dgm:constr type="h" for="ch" forName="middleBoxParent" refType="h"/>
                <dgm:constr type="bMarg" for="ch" forName="middleBoxParent" refType="h" fact="1.8"/>
                <dgm:constr type="l" for="ch" forName="middleBoxChildren" refType="w" fact="0.025"/>
                <dgm:constr type="t" for="ch" forName="middleBoxChildren" refType="h" fact="0.45"/>
                <dgm:constr type="w" for="ch" forName="middleBoxChildren" refType="w" fact="0.95"/>
                <dgm:constr type="h" for="ch" forName="middleBoxChildren" refType="h" fact="0.45"/>
              </dgm:constrLst>
            </dgm:else>
          </dgm:choose>
          <dgm:ruleLst/>
          <dgm:layoutNode name="middle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2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middleBoxChildren">
            <dgm:choose name="Name47">
              <dgm:if name="Name48" axis="root ch" ptType="all node" st="1 1" cnt="0 0" func="cnt" op="gt" val="2">
                <dgm:alg type="lin">
                  <dgm:param type="linDir" val="fromT"/>
                  <dgm:param type="vertAlign" val="t"/>
                </dgm:alg>
              </dgm:if>
              <dgm:else name="Name49">
                <dgm:choose name="Name50">
                  <dgm:if name="Name51" func="var" arg="dir" op="equ" val="norm">
                    <dgm:alg type="lin">
                      <dgm:param type="horzAlign" val="l"/>
                    </dgm:alg>
                  </dgm:if>
                  <dgm:else name="Name52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mChild" refType="w"/>
              <dgm:constr type="h" for="ch" forName="mChild" refType="h"/>
            </dgm:constrLst>
            <dgm:ruleLst/>
            <dgm:forEach name="Name53" axis="ch ch" ptType="node node" st="2 1" cnt="1 0">
              <dgm:layoutNode name="m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54" axis="followSib" ptType="sibTrans" cnt="1">
                <dgm:layoutNode name="middle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55"/>
    </dgm:choose>
    <dgm:choose name="Name56">
      <dgm:if name="Name57" axis="root ch" ptType="all node" st="1 1" cnt="0 0" func="cnt" op="gte" val="3">
        <dgm:layoutNode name="center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58">
            <dgm:if name="Name59" axis="ch ch" ptType="node node" st="3 1" cnt="1 0" func="cnt" op="gt" val="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  <dgm:constr type="bMarg" for="ch" forName="centerBoxParent" refType="h" fact="1.6"/>
                <dgm:constr type="l" for="ch" forName="centerBoxChildren" refType="w" fact="0.025"/>
                <dgm:constr type="t" for="ch" forName="centerBoxChildren" refType="h" fact="0.45"/>
                <dgm:constr type="w" for="ch" forName="centerBoxChildren" refType="w" fact="0.95"/>
                <dgm:constr type="h" for="ch" forName="centerBoxChildren" refType="h" fact="0.45"/>
              </dgm:constrLst>
            </dgm:if>
            <dgm:else name="Name6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</dgm:constrLst>
            </dgm:else>
          </dgm:choose>
          <dgm:ruleLst/>
          <dgm:layoutNode name="cen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3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choose name="Name61">
            <dgm:if name="Name62" axis="ch ch" ptType="node node" st="3 1" cnt="1 0" func="cnt" op="gt" val="0">
              <dgm:layoutNode name="centerBoxChildren">
                <dgm:choose name="Name63">
                  <dgm:if name="Name64" func="var" arg="dir" op="equ" val="norm">
                    <dgm:alg type="lin">
                      <dgm:param type="horzAlign" val="l"/>
                    </dgm:alg>
                  </dgm:if>
                  <dgm:else name="Name65">
                    <dgm:alg type="lin">
                      <dgm:param type="linDir" val="fromR"/>
                      <dgm:param type="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cChild" refType="w"/>
                  <dgm:constr type="h" for="ch" forName="cChild" refType="h"/>
                </dgm:constrLst>
                <dgm:ruleLst/>
                <dgm:forEach name="Name66" axis="ch ch" ptType="node node" st="3 1" cnt="1 0">
                  <dgm:layoutNode name="cChild" styleLbl="fgAcc1">
                    <dgm:varLst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05"/>
                      </dgm:adjLst>
                    </dgm:shape>
                    <dgm:presOf axis="desOrSelf" ptType="node"/>
                    <dgm:constrLst>
                      <dgm:constr type="tMarg" refType="primFontSz" fact="0.3"/>
                      <dgm:constr type="bMarg" refType="primFontSz" fact="0.3"/>
                      <dgm:constr type="lMarg" refType="primFontSz" fact="0.3"/>
                      <dgm:constr type="rMarg" refType="primFontSz" fact="0.3"/>
                    </dgm:constrLst>
                    <dgm:ruleLst>
                      <dgm:rule type="primFontSz" val="5" fact="NaN" max="NaN"/>
                    </dgm:ruleLst>
                  </dgm:layoutNode>
                  <dgm:forEach name="Name67" axis="followSib" ptType="sibTrans" cnt="1">
                    <dgm:layoutNode name="centerSibTrans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userA"/>
                        <dgm:constr type="w" refType="userA" fact="0.015"/>
                        <dgm:constr type="h" refType="userA" fact="0.015"/>
                      </dgm:constrLst>
                      <dgm:ruleLst/>
                    </dgm:layoutNode>
                  </dgm:forEach>
                </dgm:forEach>
              </dgm:layoutNode>
            </dgm:if>
            <dgm:else name="Name68"/>
          </dgm:choose>
        </dgm:layoutNode>
      </dgm:if>
      <dgm:else name="Name69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57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z="1300" b="1" dirty="0">
                <a:latin typeface="Arial" pitchFamily="34" charset="0"/>
                <a:cs typeface="Arial" pitchFamily="34" charset="0"/>
              </a:rPr>
              <a:t>TechMentor Microsoft HQ 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5626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4436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976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395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237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33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484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274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610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85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269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448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045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263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719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87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8F999-7A4E-6B4F-9FED-EF75B73AD04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938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eanonit.org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hortcutyour.life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THOL01-TM2026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oshCode/PowerShellPracticeAndStyle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09600" y="2489764"/>
            <a:ext cx="4294172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5923" tIns="42962" rIns="85923" bIns="42962"/>
          <a:lstStyle/>
          <a:p>
            <a:pPr eaLnBrk="1" hangingPunct="1">
              <a:defRPr/>
            </a:pP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Arial" charset="0"/>
                <a:cs typeface="+mn-cs"/>
              </a:rPr>
              <a:t>Sean Wheeler</a:t>
            </a:r>
          </a:p>
          <a:p>
            <a:pPr>
              <a:defRPr/>
            </a:pP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Arial" charset="0"/>
              </a:rPr>
              <a:t>Principal Content Developer</a:t>
            </a:r>
          </a:p>
          <a:p>
            <a:pPr>
              <a:defRPr/>
            </a:pP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Arial" charset="0"/>
              </a:rPr>
              <a:t>Microsoft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3081338" y="3971248"/>
            <a:ext cx="298132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9pPr>
          </a:lstStyle>
          <a:p>
            <a:pPr algn="ctr"/>
            <a:r>
              <a:rPr lang="en-US" sz="2000" dirty="0">
                <a:solidFill>
                  <a:srgbClr val="ED1C5E"/>
                </a:solidFill>
                <a:latin typeface="Arial" charset="0"/>
              </a:rPr>
              <a:t>Level: Intermediate</a:t>
            </a:r>
          </a:p>
          <a:p>
            <a:pPr algn="r"/>
            <a:endParaRPr lang="en-US" b="1" dirty="0">
              <a:solidFill>
                <a:schemeClr val="accent1"/>
              </a:solidFill>
              <a:latin typeface="Arial" charset="0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2057400" y="819150"/>
            <a:ext cx="6934200" cy="113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92100"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90379" tIns="44448" rIns="90379" bIns="44448" numCol="1" anchor="ctr" anchorCtr="0" compatLnSpc="1">
            <a:prstTxWarp prst="textNoShape">
              <a:avLst/>
            </a:prstTxWarp>
          </a:bodyPr>
          <a:lstStyle>
            <a:lvl1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2pPr>
            <a:lvl3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3pPr>
            <a:lvl4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4pPr>
            <a:lvl5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5pPr>
            <a:lvl6pPr marL="457200"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6pPr>
            <a:lvl7pPr marL="914400"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7pPr>
            <a:lvl8pPr marL="1371600"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8pPr>
            <a:lvl9pPr marL="1828800"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en-US" sz="4400" b="1" dirty="0">
                <a:solidFill>
                  <a:srgbClr val="35A5C9"/>
                </a:solidFill>
                <a:effectLst/>
              </a:rPr>
              <a:t>PowerShell Toolmaking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EAB9F5-3016-1666-E043-C4A2324720C8}"/>
              </a:ext>
            </a:extLst>
          </p:cNvPr>
          <p:cNvSpPr txBox="1"/>
          <p:nvPr/>
        </p:nvSpPr>
        <p:spPr>
          <a:xfrm>
            <a:off x="2286000" y="165735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2">
                    <a:lumMod val="20000"/>
                    <a:lumOff val="80000"/>
                  </a:schemeClr>
                </a:solidFill>
                <a:latin typeface="Montserrat SemiBold" panose="00000700000000000000" pitchFamily="2" charset="0"/>
              </a:rPr>
              <a:t>Create shareable tools that other people want to use.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58DB5E-DF8A-A42F-ABCD-23FC94197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2489764"/>
            <a:ext cx="3987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5923" tIns="42962" rIns="85923" bIns="42962"/>
          <a:lstStyle/>
          <a:p>
            <a:pPr eaLnBrk="1" hangingPunct="1">
              <a:defRPr/>
            </a:pP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Arial" charset="0"/>
                <a:cs typeface="+mn-cs"/>
              </a:rPr>
              <a:t>Steven Judd, MVP</a:t>
            </a:r>
            <a:endParaRPr lang="en-US" sz="2800" b="1" dirty="0">
              <a:solidFill>
                <a:schemeClr val="bg1">
                  <a:lumMod val="95000"/>
                </a:schemeClr>
              </a:solidFill>
              <a:latin typeface="Arial" charset="0"/>
              <a:cs typeface="+mn-cs"/>
            </a:endParaRPr>
          </a:p>
          <a:p>
            <a:pPr>
              <a:defRPr/>
            </a:pP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Arial" charset="0"/>
              </a:rPr>
              <a:t>Sr Principal Consultant</a:t>
            </a:r>
          </a:p>
          <a:p>
            <a:pPr>
              <a:defRPr/>
            </a:pP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Arial" charset="0"/>
              </a:rPr>
              <a:t>Novus Consulting</a:t>
            </a:r>
          </a:p>
        </p:txBody>
      </p:sp>
    </p:spTree>
    <p:extLst>
      <p:ext uri="{BB962C8B-B14F-4D97-AF65-F5344CB8AC3E}">
        <p14:creationId xmlns:p14="http://schemas.microsoft.com/office/powerpoint/2010/main" val="405188728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883D4-F85C-02D3-FF56-67099F97F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07DE9-75E5-C504-1744-EAE387254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Your feedback is very important to us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4EA96-1130-0451-4C71-8925F6694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0"/>
            <a:ext cx="6078071" cy="33940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 the QR code or search for “Converge360 Events” in your app store</a:t>
            </a:r>
          </a:p>
          <a:p>
            <a:r>
              <a:rPr lang="en-US" dirty="0"/>
              <a:t>Find this session on the Agenda tab in the App</a:t>
            </a:r>
          </a:p>
          <a:p>
            <a:r>
              <a:rPr lang="en-US" dirty="0"/>
              <a:t>Click “Session Evaluation”</a:t>
            </a:r>
          </a:p>
          <a:p>
            <a:r>
              <a:rPr lang="en-US" dirty="0"/>
              <a:t>Thank you!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ADEBAF-2B2D-EA69-A593-F3A248C2E0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68353" y="1200150"/>
            <a:ext cx="1918447" cy="192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547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216;p29">
            <a:extLst>
              <a:ext uri="{FF2B5EF4-FFF2-40B4-BE49-F238E27FC236}">
                <a16:creationId xmlns:a16="http://schemas.microsoft.com/office/drawing/2014/main" id="{AF689226-2C93-E0FB-48C8-895A1B6B43C1}"/>
              </a:ext>
            </a:extLst>
          </p:cNvPr>
          <p:cNvSpPr/>
          <p:nvPr/>
        </p:nvSpPr>
        <p:spPr>
          <a:xfrm>
            <a:off x="5899311" y="1087007"/>
            <a:ext cx="2926200" cy="2926200"/>
          </a:xfrm>
          <a:prstGeom prst="rect">
            <a:avLst/>
          </a:prstGeom>
          <a:solidFill>
            <a:srgbClr val="00B0F0"/>
          </a:solidFill>
          <a:ln>
            <a:solidFill>
              <a:srgbClr val="70CDDC"/>
            </a:solidFill>
          </a:ln>
        </p:spPr>
        <p:txBody>
          <a:bodyPr spcFirstLastPara="1" wrap="square" lIns="82600" tIns="82600" rIns="82600" bIns="8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64"/>
          </a:p>
        </p:txBody>
      </p:sp>
      <p:pic>
        <p:nvPicPr>
          <p:cNvPr id="10" name="Picture Placeholder 2" descr="A person with a beard wearing a headset&#10;&#10;AI-generated content may be incorrect.">
            <a:extLst>
              <a:ext uri="{FF2B5EF4-FFF2-40B4-BE49-F238E27FC236}">
                <a16:creationId xmlns:a16="http://schemas.microsoft.com/office/drawing/2014/main" id="{3C06FDFB-EA1B-3DA8-1577-8BECAF4A7C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889" b="8889"/>
          <a:stretch>
            <a:fillRect/>
          </a:stretch>
        </p:blipFill>
        <p:spPr>
          <a:xfrm>
            <a:off x="5708289" y="915362"/>
            <a:ext cx="2925762" cy="292576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13;p29">
            <a:extLst>
              <a:ext uri="{FF2B5EF4-FFF2-40B4-BE49-F238E27FC236}">
                <a16:creationId xmlns:a16="http://schemas.microsoft.com/office/drawing/2014/main" id="{646CD89D-9AD0-61F3-B8F4-6A69B0655D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9949" y="189662"/>
            <a:ext cx="6747351" cy="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Sean Wheeler</a:t>
            </a:r>
            <a:endParaRPr sz="2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215;p29">
            <a:extLst>
              <a:ext uri="{FF2B5EF4-FFF2-40B4-BE49-F238E27FC236}">
                <a16:creationId xmlns:a16="http://schemas.microsoft.com/office/drawing/2014/main" id="{68A7E6BB-9B69-B487-789A-C283499CCA1C}"/>
              </a:ext>
            </a:extLst>
          </p:cNvPr>
          <p:cNvSpPr txBox="1">
            <a:spLocks/>
          </p:cNvSpPr>
          <p:nvPr/>
        </p:nvSpPr>
        <p:spPr>
          <a:xfrm>
            <a:off x="509949" y="634937"/>
            <a:ext cx="5951751" cy="567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en-US" dirty="0"/>
              <a:t>Principal Content Developer, Microsoft</a:t>
            </a:r>
          </a:p>
        </p:txBody>
      </p:sp>
      <p:sp>
        <p:nvSpPr>
          <p:cNvPr id="14" name="Google Shape;218;p29">
            <a:extLst>
              <a:ext uri="{FF2B5EF4-FFF2-40B4-BE49-F238E27FC236}">
                <a16:creationId xmlns:a16="http://schemas.microsoft.com/office/drawing/2014/main" id="{5AAEE904-6470-F578-4894-15DD97786DCA}"/>
              </a:ext>
            </a:extLst>
          </p:cNvPr>
          <p:cNvSpPr txBox="1"/>
          <p:nvPr/>
        </p:nvSpPr>
        <p:spPr>
          <a:xfrm>
            <a:off x="509949" y="994387"/>
            <a:ext cx="4900251" cy="3112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As the lead Content Developer for PowerShell, I create and maintain the core PowerShell documentation, developer guides, and command reference.</a:t>
            </a:r>
          </a:p>
          <a:p>
            <a:pPr lvl="0"/>
            <a:endParaRPr lang="en-US" sz="1200" dirty="0"/>
          </a:p>
          <a:p>
            <a:pPr lvl="0"/>
            <a:r>
              <a:rPr lang="en-US" dirty="0"/>
              <a:t>I’m an avid supporter of the PowerShell community. I am a frequent speaker at PowerShell user groups and conferences.</a:t>
            </a:r>
          </a:p>
          <a:p>
            <a:pPr lvl="0"/>
            <a:endParaRPr lang="en-US" sz="1200" dirty="0"/>
          </a:p>
          <a:p>
            <a:pPr lvl="0"/>
            <a:r>
              <a:rPr lang="en-US" dirty="0"/>
              <a:t>In my career, I’ve created and delivered numerous scripting, debugging, and troubleshooting workshops for internal and external customers.</a:t>
            </a:r>
            <a:endParaRPr sz="1200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" name="Picture 14">
            <a:hlinkClick r:id="rId3"/>
            <a:extLst>
              <a:ext uri="{FF2B5EF4-FFF2-40B4-BE49-F238E27FC236}">
                <a16:creationId xmlns:a16="http://schemas.microsoft.com/office/drawing/2014/main" id="{5FC7EE1F-0D11-AF34-6EE2-0BFC3D99E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508563"/>
            <a:ext cx="1665585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677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17890-A5B0-C859-2D8D-612B7554C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216;p29">
            <a:extLst>
              <a:ext uri="{FF2B5EF4-FFF2-40B4-BE49-F238E27FC236}">
                <a16:creationId xmlns:a16="http://schemas.microsoft.com/office/drawing/2014/main" id="{9EB3D6F3-10E5-5FCD-EC8F-01B0273B6A3A}"/>
              </a:ext>
            </a:extLst>
          </p:cNvPr>
          <p:cNvSpPr/>
          <p:nvPr/>
        </p:nvSpPr>
        <p:spPr>
          <a:xfrm>
            <a:off x="5899311" y="1087007"/>
            <a:ext cx="2926200" cy="2926200"/>
          </a:xfrm>
          <a:prstGeom prst="rect">
            <a:avLst/>
          </a:prstGeom>
          <a:solidFill>
            <a:srgbClr val="00B0F0"/>
          </a:solidFill>
          <a:ln>
            <a:solidFill>
              <a:srgbClr val="70CDDC"/>
            </a:solidFill>
          </a:ln>
        </p:spPr>
        <p:txBody>
          <a:bodyPr spcFirstLastPara="1" wrap="square" lIns="82600" tIns="82600" rIns="82600" bIns="8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64"/>
          </a:p>
        </p:txBody>
      </p:sp>
      <p:sp>
        <p:nvSpPr>
          <p:cNvPr id="11" name="Google Shape;213;p29">
            <a:extLst>
              <a:ext uri="{FF2B5EF4-FFF2-40B4-BE49-F238E27FC236}">
                <a16:creationId xmlns:a16="http://schemas.microsoft.com/office/drawing/2014/main" id="{45A1B96C-2AFE-3EE1-33C0-95147BC98F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9949" y="189662"/>
            <a:ext cx="6747351" cy="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Steven Judd</a:t>
            </a:r>
            <a:endParaRPr sz="2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215;p29">
            <a:extLst>
              <a:ext uri="{FF2B5EF4-FFF2-40B4-BE49-F238E27FC236}">
                <a16:creationId xmlns:a16="http://schemas.microsoft.com/office/drawing/2014/main" id="{98716470-F9B0-5D22-0364-7BA7DAF2CD5C}"/>
              </a:ext>
            </a:extLst>
          </p:cNvPr>
          <p:cNvSpPr txBox="1">
            <a:spLocks/>
          </p:cNvSpPr>
          <p:nvPr/>
        </p:nvSpPr>
        <p:spPr>
          <a:xfrm>
            <a:off x="509949" y="634937"/>
            <a:ext cx="5951751" cy="567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en-US" dirty="0"/>
              <a:t>Sr. Principal Consultant, Novus Consulting</a:t>
            </a:r>
          </a:p>
        </p:txBody>
      </p:sp>
      <p:sp>
        <p:nvSpPr>
          <p:cNvPr id="14" name="Google Shape;218;p29">
            <a:extLst>
              <a:ext uri="{FF2B5EF4-FFF2-40B4-BE49-F238E27FC236}">
                <a16:creationId xmlns:a16="http://schemas.microsoft.com/office/drawing/2014/main" id="{4586781D-AAF5-4F26-0A47-02D3CA92B8EF}"/>
              </a:ext>
            </a:extLst>
          </p:cNvPr>
          <p:cNvSpPr txBox="1"/>
          <p:nvPr/>
        </p:nvSpPr>
        <p:spPr>
          <a:xfrm>
            <a:off x="509949" y="994387"/>
            <a:ext cx="4900251" cy="3112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As a Microsoft MVP for PowerShell, I have a passion for automation using PowerShell and DevOps Agile principles. </a:t>
            </a:r>
          </a:p>
          <a:p>
            <a:pPr lvl="0"/>
            <a:endParaRPr lang="en-US" sz="1200" dirty="0"/>
          </a:p>
          <a:p>
            <a:pPr lvl="0"/>
            <a:r>
              <a:rPr lang="en-US" dirty="0"/>
              <a:t>I have been working with Developers as the "Ops" of DevOps for more than 30 years, before I even knew what DevOps was. I developed a PowerShell training program to help people learn automation and accelerate their career.</a:t>
            </a:r>
          </a:p>
          <a:p>
            <a:pPr lvl="0"/>
            <a:endParaRPr lang="en-US" sz="1200" dirty="0"/>
          </a:p>
          <a:p>
            <a:pPr lvl="0"/>
            <a:r>
              <a:rPr lang="en-US" dirty="0"/>
              <a:t>I spend my free time learning more about PowerShell and other technologies and hanging out in the PowerShell Discord.</a:t>
            </a:r>
            <a:endParaRPr lang="en-US" sz="1600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" name="Picture Placeholder 2" descr="A person wearing a hat and headphones&#10;&#10;AI-generated content may be incorrect.">
            <a:extLst>
              <a:ext uri="{FF2B5EF4-FFF2-40B4-BE49-F238E27FC236}">
                <a16:creationId xmlns:a16="http://schemas.microsoft.com/office/drawing/2014/main" id="{B1E567D5-B87D-5030-A73D-A129DF21C1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708289" y="914400"/>
            <a:ext cx="2925762" cy="2925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hlinkClick r:id="rId3"/>
            <a:extLst>
              <a:ext uri="{FF2B5EF4-FFF2-40B4-BE49-F238E27FC236}">
                <a16:creationId xmlns:a16="http://schemas.microsoft.com/office/drawing/2014/main" id="{5A9EAF4E-C07D-28EC-23B5-BEF4B54157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949" y="4549046"/>
            <a:ext cx="2143018" cy="40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943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FC3E2-6CD9-138B-40C7-DCB7B2673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</p:spPr>
        <p:txBody>
          <a:bodyPr anchor="ctr">
            <a:normAutofit/>
          </a:bodyPr>
          <a:lstStyle/>
          <a:p>
            <a:r>
              <a:rPr lang="en-US" dirty="0"/>
              <a:t>Lab materials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6F5AD5-D22A-1947-8E85-6168886018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09" r="5" b="6154"/>
          <a:stretch>
            <a:fillRect/>
          </a:stretch>
        </p:blipFill>
        <p:spPr>
          <a:xfrm>
            <a:off x="457200" y="1200150"/>
            <a:ext cx="4038600" cy="3394075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1760A-CFF0-C26F-9DFC-C52198448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Download the Zip file and extract it to a folder on your system.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>
                <a:hlinkClick r:id="rId3"/>
              </a:rPr>
              <a:t>https://bit.ly/THOL01-TM2026</a:t>
            </a:r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810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1F487-E690-33C7-1D14-76CB8518C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BAFE7-2526-CA86-894C-93A451EFE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584689"/>
          </a:xfrm>
        </p:spPr>
        <p:txBody>
          <a:bodyPr>
            <a:normAutofit fontScale="90000"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Agenda section label"/>
          <p:cNvSpPr txBox="1"/>
          <p:nvPr/>
        </p:nvSpPr>
        <p:spPr>
          <a:xfrm>
            <a:off x="475488" y="1033271"/>
            <a:ext cx="5257800" cy="2468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5A5C9"/>
                </a:solidFill>
                <a:latin typeface="Aptos"/>
              </a:rPr>
              <a:t>FIVE-PART AGENDA</a:t>
            </a:r>
          </a:p>
        </p:txBody>
      </p:sp>
      <p:sp>
        <p:nvSpPr>
          <p:cNvPr id="4" name="Agenda number 01"/>
          <p:cNvSpPr txBox="1"/>
          <p:nvPr/>
        </p:nvSpPr>
        <p:spPr>
          <a:xfrm>
            <a:off x="475488" y="1444752"/>
            <a:ext cx="42062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D1C5E"/>
                </a:solidFill>
                <a:latin typeface="Aptos"/>
              </a:rPr>
              <a:t>01</a:t>
            </a:r>
          </a:p>
        </p:txBody>
      </p:sp>
      <p:sp>
        <p:nvSpPr>
          <p:cNvPr id="5" name="Agenda label 01"/>
          <p:cNvSpPr txBox="1"/>
          <p:nvPr/>
        </p:nvSpPr>
        <p:spPr>
          <a:xfrm>
            <a:off x="960120" y="1435608"/>
            <a:ext cx="16002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20272C"/>
                </a:solidFill>
                <a:latin typeface="Aptos"/>
              </a:rPr>
              <a:t>FOUNDATIONAL TOPICS</a:t>
            </a:r>
          </a:p>
        </p:txBody>
      </p:sp>
      <p:sp>
        <p:nvSpPr>
          <p:cNvPr id="6" name="Agenda detail 01"/>
          <p:cNvSpPr txBox="1"/>
          <p:nvPr/>
        </p:nvSpPr>
        <p:spPr>
          <a:xfrm>
            <a:off x="2670048" y="1435608"/>
            <a:ext cx="2980944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0" i="0">
                <a:solidFill>
                  <a:srgbClr val="20272C"/>
                </a:solidFill>
                <a:latin typeface="Aptos"/>
              </a:rPr>
              <a:t>Stuff you should already know</a:t>
            </a:r>
          </a:p>
        </p:txBody>
      </p:sp>
      <p:sp>
        <p:nvSpPr>
          <p:cNvPr id="7" name="Agenda divider 01"/>
          <p:cNvSpPr/>
          <p:nvPr/>
        </p:nvSpPr>
        <p:spPr>
          <a:xfrm>
            <a:off x="960120" y="1956816"/>
            <a:ext cx="4690872" cy="10972"/>
          </a:xfrm>
          <a:prstGeom prst="rect">
            <a:avLst/>
          </a:prstGeom>
          <a:solidFill>
            <a:srgbClr val="D9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Agenda number 02"/>
          <p:cNvSpPr txBox="1"/>
          <p:nvPr/>
        </p:nvSpPr>
        <p:spPr>
          <a:xfrm>
            <a:off x="475488" y="2029968"/>
            <a:ext cx="42062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D1C5E"/>
                </a:solidFill>
                <a:latin typeface="Aptos"/>
              </a:rPr>
              <a:t>02</a:t>
            </a:r>
          </a:p>
        </p:txBody>
      </p:sp>
      <p:sp>
        <p:nvSpPr>
          <p:cNvPr id="9" name="Agenda label 02"/>
          <p:cNvSpPr txBox="1"/>
          <p:nvPr/>
        </p:nvSpPr>
        <p:spPr>
          <a:xfrm>
            <a:off x="960120" y="2020824"/>
            <a:ext cx="16002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20272C"/>
                </a:solidFill>
                <a:latin typeface="Aptos"/>
              </a:rPr>
              <a:t>BEYOND THE BASICS</a:t>
            </a:r>
          </a:p>
        </p:txBody>
      </p:sp>
      <p:sp>
        <p:nvSpPr>
          <p:cNvPr id="10" name="Agenda detail 02"/>
          <p:cNvSpPr txBox="1"/>
          <p:nvPr/>
        </p:nvSpPr>
        <p:spPr>
          <a:xfrm>
            <a:off x="2670048" y="2020824"/>
            <a:ext cx="2980944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0" i="0">
                <a:solidFill>
                  <a:srgbClr val="20272C"/>
                </a:solidFill>
                <a:latin typeface="Aptos"/>
              </a:rPr>
              <a:t>Scopes, Advanced functions, pipelining, command design</a:t>
            </a:r>
          </a:p>
        </p:txBody>
      </p:sp>
      <p:sp>
        <p:nvSpPr>
          <p:cNvPr id="11" name="Agenda divider 02"/>
          <p:cNvSpPr/>
          <p:nvPr/>
        </p:nvSpPr>
        <p:spPr>
          <a:xfrm>
            <a:off x="960120" y="2542032"/>
            <a:ext cx="4690872" cy="10972"/>
          </a:xfrm>
          <a:prstGeom prst="rect">
            <a:avLst/>
          </a:prstGeom>
          <a:solidFill>
            <a:srgbClr val="D9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Agenda number 03"/>
          <p:cNvSpPr txBox="1"/>
          <p:nvPr/>
        </p:nvSpPr>
        <p:spPr>
          <a:xfrm>
            <a:off x="475488" y="2615184"/>
            <a:ext cx="42062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D1C5E"/>
                </a:solidFill>
                <a:latin typeface="Aptos"/>
              </a:rPr>
              <a:t>03</a:t>
            </a:r>
          </a:p>
        </p:txBody>
      </p:sp>
      <p:sp>
        <p:nvSpPr>
          <p:cNvPr id="13" name="Agenda label 03"/>
          <p:cNvSpPr txBox="1"/>
          <p:nvPr/>
        </p:nvSpPr>
        <p:spPr>
          <a:xfrm>
            <a:off x="960120" y="2606040"/>
            <a:ext cx="16002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20272C"/>
                </a:solidFill>
                <a:latin typeface="Aptos"/>
              </a:rPr>
              <a:t>ENHANCING USABILITY</a:t>
            </a:r>
          </a:p>
        </p:txBody>
      </p:sp>
      <p:sp>
        <p:nvSpPr>
          <p:cNvPr id="14" name="Agenda detail 03"/>
          <p:cNvSpPr txBox="1"/>
          <p:nvPr/>
        </p:nvSpPr>
        <p:spPr>
          <a:xfrm>
            <a:off x="2670048" y="2606040"/>
            <a:ext cx="2980944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0" i="0">
                <a:solidFill>
                  <a:srgbClr val="20272C"/>
                </a:solidFill>
                <a:latin typeface="Aptos"/>
              </a:rPr>
              <a:t>Parameter validation, argument completion, help documentation</a:t>
            </a:r>
          </a:p>
        </p:txBody>
      </p:sp>
      <p:sp>
        <p:nvSpPr>
          <p:cNvPr id="15" name="Agenda divider 03"/>
          <p:cNvSpPr/>
          <p:nvPr/>
        </p:nvSpPr>
        <p:spPr>
          <a:xfrm>
            <a:off x="960120" y="3127248"/>
            <a:ext cx="4690872" cy="10972"/>
          </a:xfrm>
          <a:prstGeom prst="rect">
            <a:avLst/>
          </a:prstGeom>
          <a:solidFill>
            <a:srgbClr val="D9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Agenda number 04"/>
          <p:cNvSpPr txBox="1"/>
          <p:nvPr/>
        </p:nvSpPr>
        <p:spPr>
          <a:xfrm>
            <a:off x="475488" y="3200400"/>
            <a:ext cx="42062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D1C5E"/>
                </a:solidFill>
                <a:latin typeface="Aptos"/>
              </a:rPr>
              <a:t>04</a:t>
            </a:r>
          </a:p>
        </p:txBody>
      </p:sp>
      <p:sp>
        <p:nvSpPr>
          <p:cNvPr id="17" name="Agenda label 04"/>
          <p:cNvSpPr txBox="1"/>
          <p:nvPr/>
        </p:nvSpPr>
        <p:spPr>
          <a:xfrm>
            <a:off x="960120" y="3191256"/>
            <a:ext cx="16002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20272C"/>
                </a:solidFill>
                <a:latin typeface="Aptos"/>
              </a:rPr>
              <a:t>STRUCTURING MODULES</a:t>
            </a:r>
          </a:p>
        </p:txBody>
      </p:sp>
      <p:sp>
        <p:nvSpPr>
          <p:cNvPr id="18" name="Agenda detail 04"/>
          <p:cNvSpPr txBox="1"/>
          <p:nvPr/>
        </p:nvSpPr>
        <p:spPr>
          <a:xfrm>
            <a:off x="2670048" y="3191256"/>
            <a:ext cx="2980944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0" i="0">
                <a:solidFill>
                  <a:srgbClr val="20272C"/>
                </a:solidFill>
                <a:latin typeface="Aptos"/>
              </a:rPr>
              <a:t>Layout, templating, packaging, publishing</a:t>
            </a:r>
          </a:p>
        </p:txBody>
      </p:sp>
      <p:sp>
        <p:nvSpPr>
          <p:cNvPr id="19" name="Agenda divider 04"/>
          <p:cNvSpPr/>
          <p:nvPr/>
        </p:nvSpPr>
        <p:spPr>
          <a:xfrm>
            <a:off x="960120" y="3712464"/>
            <a:ext cx="4690872" cy="10972"/>
          </a:xfrm>
          <a:prstGeom prst="rect">
            <a:avLst/>
          </a:prstGeom>
          <a:solidFill>
            <a:srgbClr val="D9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Agenda number 05"/>
          <p:cNvSpPr txBox="1"/>
          <p:nvPr/>
        </p:nvSpPr>
        <p:spPr>
          <a:xfrm>
            <a:off x="475488" y="3785615"/>
            <a:ext cx="42062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D1C5E"/>
                </a:solidFill>
                <a:latin typeface="Aptos"/>
              </a:rPr>
              <a:t>05</a:t>
            </a:r>
          </a:p>
        </p:txBody>
      </p:sp>
      <p:sp>
        <p:nvSpPr>
          <p:cNvPr id="21" name="Agenda label 05"/>
          <p:cNvSpPr txBox="1"/>
          <p:nvPr/>
        </p:nvSpPr>
        <p:spPr>
          <a:xfrm>
            <a:off x="960120" y="3776472"/>
            <a:ext cx="16002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20272C"/>
                </a:solidFill>
                <a:latin typeface="Aptos"/>
              </a:rPr>
              <a:t>ADVANCED TOPIC</a:t>
            </a:r>
          </a:p>
        </p:txBody>
      </p:sp>
      <p:sp>
        <p:nvSpPr>
          <p:cNvPr id="22" name="Agenda detail 05"/>
          <p:cNvSpPr txBox="1"/>
          <p:nvPr/>
        </p:nvSpPr>
        <p:spPr>
          <a:xfrm>
            <a:off x="2670048" y="3776472"/>
            <a:ext cx="2980944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0" i="0">
                <a:solidFill>
                  <a:srgbClr val="20272C"/>
                </a:solidFill>
                <a:latin typeface="Aptos"/>
              </a:rPr>
              <a:t>Error handling &amp; Pester tests</a:t>
            </a:r>
          </a:p>
        </p:txBody>
      </p:sp>
      <p:sp>
        <p:nvSpPr>
          <p:cNvPr id="23" name="Expectations background"/>
          <p:cNvSpPr/>
          <p:nvPr/>
        </p:nvSpPr>
        <p:spPr>
          <a:xfrm>
            <a:off x="5806440" y="1033271"/>
            <a:ext cx="2880360" cy="33284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Expectations accent"/>
          <p:cNvSpPr/>
          <p:nvPr/>
        </p:nvSpPr>
        <p:spPr>
          <a:xfrm>
            <a:off x="5806440" y="1033271"/>
            <a:ext cx="64008" cy="3328416"/>
          </a:xfrm>
          <a:prstGeom prst="rect">
            <a:avLst/>
          </a:prstGeom>
          <a:solidFill>
            <a:srgbClr val="35A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Expectations heading"/>
          <p:cNvSpPr txBox="1"/>
          <p:nvPr/>
        </p:nvSpPr>
        <p:spPr>
          <a:xfrm>
            <a:off x="6108192" y="1280160"/>
            <a:ext cx="2212848" cy="26517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5A5C9"/>
                </a:solidFill>
                <a:latin typeface="Aptos"/>
              </a:rPr>
              <a:t>EXPECTATIONS</a:t>
            </a:r>
          </a:p>
        </p:txBody>
      </p:sp>
      <p:sp>
        <p:nvSpPr>
          <p:cNvPr id="26" name="Expectations summary"/>
          <p:cNvSpPr txBox="1"/>
          <p:nvPr/>
        </p:nvSpPr>
        <p:spPr>
          <a:xfrm>
            <a:off x="6108192" y="1618488"/>
            <a:ext cx="22402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i="0" dirty="0">
                <a:latin typeface="Aptos"/>
              </a:rPr>
              <a:t>Three prerequisites</a:t>
            </a:r>
          </a:p>
        </p:txBody>
      </p:sp>
      <p:sp>
        <p:nvSpPr>
          <p:cNvPr id="27" name="Expectation number 01"/>
          <p:cNvSpPr txBox="1"/>
          <p:nvPr/>
        </p:nvSpPr>
        <p:spPr>
          <a:xfrm>
            <a:off x="6108192" y="2103120"/>
            <a:ext cx="292608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D1C5E"/>
                </a:solidFill>
                <a:latin typeface="Aptos"/>
              </a:rPr>
              <a:t>01</a:t>
            </a:r>
          </a:p>
        </p:txBody>
      </p:sp>
      <p:sp>
        <p:nvSpPr>
          <p:cNvPr id="28" name="Expectation text 01"/>
          <p:cNvSpPr txBox="1"/>
          <p:nvPr/>
        </p:nvSpPr>
        <p:spPr>
          <a:xfrm>
            <a:off x="6510528" y="2084831"/>
            <a:ext cx="1874519" cy="58521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i="0" dirty="0">
                <a:latin typeface="Aptos"/>
              </a:rPr>
              <a:t>Some experience with
PowerShell scripts</a:t>
            </a:r>
          </a:p>
        </p:txBody>
      </p:sp>
      <p:sp>
        <p:nvSpPr>
          <p:cNvPr id="29" name="Expectation divider 01"/>
          <p:cNvSpPr/>
          <p:nvPr/>
        </p:nvSpPr>
        <p:spPr>
          <a:xfrm>
            <a:off x="6108192" y="2636978"/>
            <a:ext cx="2276856" cy="10972"/>
          </a:xfrm>
          <a:prstGeom prst="rect">
            <a:avLst/>
          </a:prstGeom>
          <a:solidFill>
            <a:srgbClr val="3C4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Expectation number 02"/>
          <p:cNvSpPr txBox="1"/>
          <p:nvPr/>
        </p:nvSpPr>
        <p:spPr>
          <a:xfrm>
            <a:off x="6108192" y="2880360"/>
            <a:ext cx="292608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D1C5E"/>
                </a:solidFill>
                <a:latin typeface="Aptos"/>
              </a:rPr>
              <a:t>02</a:t>
            </a:r>
          </a:p>
        </p:txBody>
      </p:sp>
      <p:sp>
        <p:nvSpPr>
          <p:cNvPr id="31" name="Expectation text 02"/>
          <p:cNvSpPr txBox="1"/>
          <p:nvPr/>
        </p:nvSpPr>
        <p:spPr>
          <a:xfrm>
            <a:off x="6510528" y="2862072"/>
            <a:ext cx="1874519" cy="58521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i="0" dirty="0">
                <a:latin typeface="Aptos"/>
              </a:rPr>
              <a:t>VS Code &amp; PowerShell
extension</a:t>
            </a:r>
          </a:p>
        </p:txBody>
      </p:sp>
      <p:sp>
        <p:nvSpPr>
          <p:cNvPr id="32" name="Expectation divider 02"/>
          <p:cNvSpPr/>
          <p:nvPr/>
        </p:nvSpPr>
        <p:spPr>
          <a:xfrm>
            <a:off x="6108192" y="3483864"/>
            <a:ext cx="2276856" cy="10972"/>
          </a:xfrm>
          <a:prstGeom prst="rect">
            <a:avLst/>
          </a:prstGeom>
          <a:solidFill>
            <a:srgbClr val="3C4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Expectation number 03"/>
          <p:cNvSpPr txBox="1"/>
          <p:nvPr/>
        </p:nvSpPr>
        <p:spPr>
          <a:xfrm>
            <a:off x="6108192" y="3657600"/>
            <a:ext cx="292608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D1C5E"/>
                </a:solidFill>
                <a:latin typeface="Aptos"/>
              </a:rPr>
              <a:t>03</a:t>
            </a:r>
          </a:p>
        </p:txBody>
      </p:sp>
      <p:sp>
        <p:nvSpPr>
          <p:cNvPr id="34" name="Expectation text 03"/>
          <p:cNvSpPr txBox="1"/>
          <p:nvPr/>
        </p:nvSpPr>
        <p:spPr>
          <a:xfrm>
            <a:off x="6510528" y="3639312"/>
            <a:ext cx="1874519" cy="58521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i="0">
                <a:latin typeface="Aptos"/>
              </a:rPr>
              <a:t>PowerShell 7 (or 5.1)</a:t>
            </a:r>
          </a:p>
        </p:txBody>
      </p:sp>
    </p:spTree>
    <p:extLst>
      <p:ext uri="{BB962C8B-B14F-4D97-AF65-F5344CB8AC3E}">
        <p14:creationId xmlns:p14="http://schemas.microsoft.com/office/powerpoint/2010/main" val="1331626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00FBD-9F34-9F3C-D088-0209DB488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PowerShell fundamentals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26E7D15-8B19-694C-09B3-7E590E5217B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64817595"/>
              </p:ext>
            </p:extLst>
          </p:nvPr>
        </p:nvGraphicFramePr>
        <p:xfrm>
          <a:off x="457200" y="1200150"/>
          <a:ext cx="8229600" cy="3394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1770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0EB0F-6ED0-FD81-8FAF-50A4F1C3A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Scopes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F1509E1-B943-888F-37A6-B06088403E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6699257"/>
              </p:ext>
            </p:extLst>
          </p:nvPr>
        </p:nvGraphicFramePr>
        <p:xfrm>
          <a:off x="849129" y="1102370"/>
          <a:ext cx="7164386" cy="33115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F66F15F3-7569-F155-4BE2-C00B4EF7D82D}"/>
              </a:ext>
            </a:extLst>
          </p:cNvPr>
          <p:cNvGrpSpPr/>
          <p:nvPr/>
        </p:nvGrpSpPr>
        <p:grpSpPr>
          <a:xfrm>
            <a:off x="1462223" y="3694331"/>
            <a:ext cx="2721703" cy="357291"/>
            <a:chOff x="98981" y="1490210"/>
            <a:chExt cx="1864121" cy="1490210"/>
          </a:xfrm>
          <a:solidFill>
            <a:srgbClr val="C7A6F0"/>
          </a:solidFill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72A71D5-53DB-8472-7F6F-F8096E726B80}"/>
                </a:ext>
              </a:extLst>
            </p:cNvPr>
            <p:cNvSpPr/>
            <p:nvPr/>
          </p:nvSpPr>
          <p:spPr>
            <a:xfrm>
              <a:off x="98981" y="1490210"/>
              <a:ext cx="1864121" cy="1490210"/>
            </a:xfrm>
            <a:prstGeom prst="roundRect">
              <a:avLst>
                <a:gd name="adj" fmla="val 10500"/>
              </a:avLst>
            </a:prstGeom>
            <a:grpFill/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Rectangle: Rounded Corners 4">
              <a:extLst>
                <a:ext uri="{FF2B5EF4-FFF2-40B4-BE49-F238E27FC236}">
                  <a16:creationId xmlns:a16="http://schemas.microsoft.com/office/drawing/2014/main" id="{853B5F1F-F22F-05CA-1CAF-D5115521A5E9}"/>
                </a:ext>
              </a:extLst>
            </p:cNvPr>
            <p:cNvSpPr txBox="1"/>
            <p:nvPr/>
          </p:nvSpPr>
          <p:spPr>
            <a:xfrm>
              <a:off x="144809" y="1586498"/>
              <a:ext cx="1772463" cy="1107559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t" anchorCtr="0">
              <a:noAutofit/>
            </a:bodyPr>
            <a:lstStyle/>
            <a:p>
              <a:pPr lvl="1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500" b="0" i="0" kern="1200" dirty="0"/>
                <a:t>Function scope </a:t>
              </a:r>
              <a:r>
                <a:rPr lang="en-US" sz="1500" kern="1200" dirty="0"/>
                <a:t>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B099809-4AD1-EC30-32FE-23C6988A0BD6}"/>
              </a:ext>
            </a:extLst>
          </p:cNvPr>
          <p:cNvGrpSpPr/>
          <p:nvPr/>
        </p:nvGrpSpPr>
        <p:grpSpPr>
          <a:xfrm>
            <a:off x="1462224" y="3259083"/>
            <a:ext cx="2721703" cy="357291"/>
            <a:chOff x="98981" y="1490210"/>
            <a:chExt cx="1864121" cy="1490210"/>
          </a:xfrm>
          <a:solidFill>
            <a:srgbClr val="74BEB0"/>
          </a:solidFill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CA9461B2-0638-D5EB-4C4B-59D83DB01D46}"/>
                </a:ext>
              </a:extLst>
            </p:cNvPr>
            <p:cNvSpPr/>
            <p:nvPr/>
          </p:nvSpPr>
          <p:spPr>
            <a:xfrm>
              <a:off x="98981" y="1490210"/>
              <a:ext cx="1864121" cy="1490210"/>
            </a:xfrm>
            <a:prstGeom prst="roundRect">
              <a:avLst>
                <a:gd name="adj" fmla="val 10500"/>
              </a:avLst>
            </a:prstGeom>
            <a:grpFill/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: Rounded Corners 4">
              <a:extLst>
                <a:ext uri="{FF2B5EF4-FFF2-40B4-BE49-F238E27FC236}">
                  <a16:creationId xmlns:a16="http://schemas.microsoft.com/office/drawing/2014/main" id="{358B00CF-6A3C-3694-B607-0F210B4D1337}"/>
                </a:ext>
              </a:extLst>
            </p:cNvPr>
            <p:cNvSpPr txBox="1"/>
            <p:nvPr/>
          </p:nvSpPr>
          <p:spPr>
            <a:xfrm>
              <a:off x="144808" y="1583562"/>
              <a:ext cx="1772463" cy="1157250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t" anchorCtr="0">
              <a:noAutofit/>
            </a:bodyPr>
            <a:lstStyle/>
            <a:p>
              <a:pPr lvl="1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500" b="0" i="0" kern="1200" dirty="0"/>
                <a:t>Function scope 2</a:t>
              </a:r>
              <a:endParaRPr lang="en-US" sz="1500" kern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1BEC9-9C28-BB9E-64D9-2D5D76358822}"/>
              </a:ext>
            </a:extLst>
          </p:cNvPr>
          <p:cNvGrpSpPr/>
          <p:nvPr/>
        </p:nvGrpSpPr>
        <p:grpSpPr>
          <a:xfrm>
            <a:off x="1462225" y="2823835"/>
            <a:ext cx="2721703" cy="357291"/>
            <a:chOff x="98981" y="1490210"/>
            <a:chExt cx="1864121" cy="1490210"/>
          </a:xfrm>
          <a:solidFill>
            <a:srgbClr val="FAD260"/>
          </a:solidFill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80E8FFC1-4784-9B4E-FAC1-0F6FC9879DD4}"/>
                </a:ext>
              </a:extLst>
            </p:cNvPr>
            <p:cNvSpPr/>
            <p:nvPr/>
          </p:nvSpPr>
          <p:spPr>
            <a:xfrm>
              <a:off x="98981" y="1490210"/>
              <a:ext cx="1864121" cy="1490210"/>
            </a:xfrm>
            <a:prstGeom prst="roundRect">
              <a:avLst>
                <a:gd name="adj" fmla="val 10500"/>
              </a:avLst>
            </a:prstGeom>
            <a:grpFill/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: Rounded Corners 4">
              <a:extLst>
                <a:ext uri="{FF2B5EF4-FFF2-40B4-BE49-F238E27FC236}">
                  <a16:creationId xmlns:a16="http://schemas.microsoft.com/office/drawing/2014/main" id="{85FA570A-646D-4A26-37BE-5E86F52E315F}"/>
                </a:ext>
              </a:extLst>
            </p:cNvPr>
            <p:cNvSpPr txBox="1"/>
            <p:nvPr/>
          </p:nvSpPr>
          <p:spPr>
            <a:xfrm>
              <a:off x="144807" y="1649495"/>
              <a:ext cx="1772463" cy="1171632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t" anchorCtr="0">
              <a:noAutofit/>
            </a:bodyPr>
            <a:lstStyle/>
            <a:p>
              <a:pPr lvl="1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500" b="0" i="0" kern="1200" dirty="0"/>
                <a:t>Function scope 1</a:t>
              </a:r>
              <a:endParaRPr lang="en-US" sz="1500" kern="12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9DB71A4-668A-95AA-1839-3C0B8BC17744}"/>
              </a:ext>
            </a:extLst>
          </p:cNvPr>
          <p:cNvGrpSpPr/>
          <p:nvPr/>
        </p:nvGrpSpPr>
        <p:grpSpPr>
          <a:xfrm>
            <a:off x="4800600" y="2931486"/>
            <a:ext cx="2881177" cy="941491"/>
            <a:chOff x="4224473" y="2834824"/>
            <a:chExt cx="2176660" cy="94149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7812B3C-1F1B-DA83-140A-2A906A86C8DF}"/>
                </a:ext>
              </a:extLst>
            </p:cNvPr>
            <p:cNvGrpSpPr/>
            <p:nvPr/>
          </p:nvGrpSpPr>
          <p:grpSpPr>
            <a:xfrm>
              <a:off x="4224473" y="2834824"/>
              <a:ext cx="2176660" cy="941491"/>
              <a:chOff x="98981" y="1490210"/>
              <a:chExt cx="1864121" cy="1490210"/>
            </a:xfrm>
            <a:solidFill>
              <a:schemeClr val="bg1"/>
            </a:solidFill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7CFACC2F-8D3B-55CB-95F7-7B283DEFCD63}"/>
                  </a:ext>
                </a:extLst>
              </p:cNvPr>
              <p:cNvSpPr/>
              <p:nvPr/>
            </p:nvSpPr>
            <p:spPr>
              <a:xfrm>
                <a:off x="98981" y="1490210"/>
                <a:ext cx="1864121" cy="1490210"/>
              </a:xfrm>
              <a:prstGeom prst="roundRect">
                <a:avLst>
                  <a:gd name="adj" fmla="val 105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Rectangle: Rounded Corners 4">
                <a:extLst>
                  <a:ext uri="{FF2B5EF4-FFF2-40B4-BE49-F238E27FC236}">
                    <a16:creationId xmlns:a16="http://schemas.microsoft.com/office/drawing/2014/main" id="{9DCEFF5B-243F-0E33-98C1-707C0F10CFD5}"/>
                  </a:ext>
                </a:extLst>
              </p:cNvPr>
              <p:cNvSpPr txBox="1"/>
              <p:nvPr/>
            </p:nvSpPr>
            <p:spPr>
              <a:xfrm>
                <a:off x="144810" y="1536039"/>
                <a:ext cx="1772463" cy="139855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72390" tIns="72390" rIns="72390" bIns="72390" numCol="1" spcCol="1270" anchor="t" anchorCtr="0">
                <a:noAutofit/>
              </a:bodyPr>
              <a:lstStyle/>
              <a:p>
                <a:pPr lvl="1" algn="ctr" defTabSz="6667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n-US" sz="1500" b="0" i="0" kern="1200" dirty="0"/>
                  <a:t>Function scope </a:t>
                </a:r>
                <a:r>
                  <a:rPr lang="en-US" sz="1500" kern="1200" dirty="0"/>
                  <a:t>4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050A60B-F074-8ED4-593F-70003D35D5BC}"/>
                </a:ext>
              </a:extLst>
            </p:cNvPr>
            <p:cNvGrpSpPr/>
            <p:nvPr/>
          </p:nvGrpSpPr>
          <p:grpSpPr>
            <a:xfrm>
              <a:off x="4380743" y="3305570"/>
              <a:ext cx="1864121" cy="357291"/>
              <a:chOff x="98981" y="1490210"/>
              <a:chExt cx="1864121" cy="1490210"/>
            </a:xfrm>
            <a:solidFill>
              <a:srgbClr val="90D9F8"/>
            </a:solidFill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BB3FC542-287D-0E95-BDA9-8B5834041F57}"/>
                  </a:ext>
                </a:extLst>
              </p:cNvPr>
              <p:cNvSpPr/>
              <p:nvPr/>
            </p:nvSpPr>
            <p:spPr>
              <a:xfrm>
                <a:off x="98981" y="1490210"/>
                <a:ext cx="1864121" cy="1490210"/>
              </a:xfrm>
              <a:prstGeom prst="roundRect">
                <a:avLst>
                  <a:gd name="adj" fmla="val 105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Rectangle: Rounded Corners 4">
                <a:extLst>
                  <a:ext uri="{FF2B5EF4-FFF2-40B4-BE49-F238E27FC236}">
                    <a16:creationId xmlns:a16="http://schemas.microsoft.com/office/drawing/2014/main" id="{CE8D73EA-30A4-6B47-0BA2-ADD05E96B5BA}"/>
                  </a:ext>
                </a:extLst>
              </p:cNvPr>
              <p:cNvSpPr txBox="1"/>
              <p:nvPr/>
            </p:nvSpPr>
            <p:spPr>
              <a:xfrm>
                <a:off x="144810" y="1536039"/>
                <a:ext cx="1772463" cy="139855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72390" tIns="72390" rIns="72390" bIns="72390" numCol="1" spcCol="1270" anchor="t" anchorCtr="0">
                <a:noAutofit/>
              </a:bodyPr>
              <a:lstStyle/>
              <a:p>
                <a:pPr lvl="1" algn="ctr" defTabSz="6667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n-US" sz="1500" b="0" i="0" kern="1200" dirty="0"/>
                  <a:t>Function scope </a:t>
                </a:r>
                <a:r>
                  <a:rPr lang="en-US" sz="1500" kern="1200" dirty="0"/>
                  <a:t>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51304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F2E6596-01AD-A2A3-2584-D3AC9117F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Advanced functions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39A9431-8BAA-8B7B-82A8-103EFE819A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1220679"/>
              </p:ext>
            </p:extLst>
          </p:nvPr>
        </p:nvGraphicFramePr>
        <p:xfrm>
          <a:off x="457200" y="1200150"/>
          <a:ext cx="8229600" cy="3394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18458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E042C-9C01-11B7-FADC-AF3C17430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design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14C13B-9F4B-1331-0A9E-CBD62A44A8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9930414"/>
              </p:ext>
            </p:extLst>
          </p:nvPr>
        </p:nvGraphicFramePr>
        <p:xfrm>
          <a:off x="457200" y="1200150"/>
          <a:ext cx="8229600" cy="3394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7520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7C1CA-3968-D957-4CD6-04D88F157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latin typeface="+mj-lt"/>
                <a:ea typeface="+mj-ea"/>
                <a:cs typeface="+mj-cs"/>
              </a:rPr>
              <a:t>Enhancing Usability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C7BA7-8F02-4B7C-BC94-44AE4D2E10B2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57200" y="1200150"/>
            <a:ext cx="4038600" cy="339407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 defTabSz="457200">
              <a:spcBef>
                <a:spcPts val="2500"/>
              </a:spcBef>
              <a:spcAft>
                <a:spcPts val="600"/>
              </a:spcAft>
              <a:buFont typeface="Arial"/>
              <a:buNone/>
            </a:pPr>
            <a:r>
              <a:rPr sz="1400" b="1"/>
              <a:t>Parameter Validation</a:t>
            </a:r>
          </a:p>
          <a:p>
            <a:pPr marL="0" lvl="1" indent="0" defTabSz="457200">
              <a:spcBef>
                <a:spcPct val="20000"/>
              </a:spcBef>
              <a:spcAft>
                <a:spcPts val="600"/>
              </a:spcAft>
              <a:buFont typeface="Arial"/>
              <a:buNone/>
            </a:pPr>
            <a:r>
              <a:rPr sz="1400"/>
              <a:t>Ensures inputs are correct and within expected formats, reducing errors and improving reliability.</a:t>
            </a:r>
          </a:p>
          <a:p>
            <a:pPr marL="0" lvl="0" indent="0" defTabSz="457200">
              <a:spcBef>
                <a:spcPts val="2500"/>
              </a:spcBef>
              <a:spcAft>
                <a:spcPts val="600"/>
              </a:spcAft>
              <a:buFont typeface="Arial"/>
              <a:buNone/>
            </a:pPr>
            <a:r>
              <a:rPr sz="1400" b="1"/>
              <a:t>Argument Completion</a:t>
            </a:r>
          </a:p>
          <a:p>
            <a:pPr marL="0" lvl="1" indent="0" defTabSz="457200">
              <a:spcBef>
                <a:spcPct val="20000"/>
              </a:spcBef>
              <a:spcAft>
                <a:spcPts val="600"/>
              </a:spcAft>
              <a:buFont typeface="Arial"/>
              <a:buNone/>
            </a:pPr>
            <a:r>
              <a:rPr sz="1400"/>
              <a:t>Assists users in filling in arguments quickly and accurately, streamlining the interaction process.</a:t>
            </a:r>
          </a:p>
          <a:p>
            <a:pPr marL="0" lvl="0" indent="0" defTabSz="457200">
              <a:spcBef>
                <a:spcPts val="2500"/>
              </a:spcBef>
              <a:spcAft>
                <a:spcPts val="600"/>
              </a:spcAft>
              <a:buFont typeface="Arial"/>
              <a:buNone/>
            </a:pPr>
            <a:r>
              <a:rPr sz="1400" b="1"/>
              <a:t>Help Documentation</a:t>
            </a:r>
          </a:p>
          <a:p>
            <a:pPr marL="0" lvl="1" indent="0" defTabSz="457200">
              <a:spcBef>
                <a:spcPct val="20000"/>
              </a:spcBef>
              <a:spcAft>
                <a:spcPts val="600"/>
              </a:spcAft>
              <a:buFont typeface="Arial"/>
              <a:buNone/>
            </a:pPr>
            <a:r>
              <a:rPr sz="1400"/>
              <a:t>Provides comprehensive guides and references to support users in understanding features and functionalities.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00823BA-58DE-4891-8320-22537511931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35187" r="1" b="8716"/>
          <a:stretch>
            <a:fillRect/>
          </a:stretch>
        </p:blipFill>
        <p:spPr>
          <a:xfrm>
            <a:off x="4648200" y="1200150"/>
            <a:ext cx="4038600" cy="3394075"/>
          </a:xfrm>
        </p:spPr>
      </p:pic>
    </p:spTree>
    <p:extLst>
      <p:ext uri="{BB962C8B-B14F-4D97-AF65-F5344CB8AC3E}">
        <p14:creationId xmlns:p14="http://schemas.microsoft.com/office/powerpoint/2010/main" val="3124552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15002-BFEA-48D7-BF2A-06CF2B6D0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&amp; Consistency</a:t>
            </a:r>
          </a:p>
        </p:txBody>
      </p:sp>
      <p:sp>
        <p:nvSpPr>
          <p:cNvPr id="3" name="Overview subtitle"/>
          <p:cNvSpPr txBox="1"/>
          <p:nvPr/>
        </p:nvSpPr>
        <p:spPr>
          <a:xfrm>
            <a:off x="585216" y="1097280"/>
            <a:ext cx="797356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>
                <a:solidFill>
                  <a:srgbClr val="697079"/>
                </a:solidFill>
                <a:latin typeface="Aptos"/>
              </a:rPr>
              <a:t>Four </a:t>
            </a:r>
            <a:r>
              <a:rPr sz="1800" b="0">
                <a:solidFill>
                  <a:srgbClr val="697079"/>
                </a:solidFill>
                <a:latin typeface="Aptos"/>
              </a:rPr>
              <a:t>moves turn </a:t>
            </a:r>
            <a:r>
              <a:rPr lang="en-US" sz="1800" b="0">
                <a:solidFill>
                  <a:srgbClr val="697079"/>
                </a:solidFill>
                <a:latin typeface="Aptos"/>
              </a:rPr>
              <a:t>consistent </a:t>
            </a:r>
            <a:r>
              <a:rPr sz="1800" b="0">
                <a:solidFill>
                  <a:srgbClr val="697079"/>
                </a:solidFill>
                <a:latin typeface="Aptos"/>
              </a:rPr>
              <a:t>code into a </a:t>
            </a:r>
            <a:r>
              <a:rPr lang="en-US" sz="1800" b="0">
                <a:solidFill>
                  <a:srgbClr val="697079"/>
                </a:solidFill>
                <a:latin typeface="Aptos"/>
              </a:rPr>
              <a:t>publishable module</a:t>
            </a:r>
            <a:r>
              <a:rPr sz="1800" b="0">
                <a:solidFill>
                  <a:srgbClr val="697079"/>
                </a:solidFill>
                <a:latin typeface="Aptos"/>
              </a:rPr>
              <a:t>.</a:t>
            </a:r>
          </a:p>
        </p:txBody>
      </p:sp>
      <p:sp>
        <p:nvSpPr>
          <p:cNvPr id="4" name="Stage 01 number"/>
          <p:cNvSpPr txBox="1"/>
          <p:nvPr/>
        </p:nvSpPr>
        <p:spPr>
          <a:xfrm>
            <a:off x="594360" y="1517904"/>
            <a:ext cx="658368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>
                <a:solidFill>
                  <a:srgbClr val="D9DEE4"/>
                </a:solidFill>
                <a:latin typeface="Aptos"/>
              </a:rPr>
              <a:t>01</a:t>
            </a:r>
          </a:p>
        </p:txBody>
      </p:sp>
      <p:sp>
        <p:nvSpPr>
          <p:cNvPr id="5" name="Stage 01 kicker"/>
          <p:cNvSpPr txBox="1"/>
          <p:nvPr/>
        </p:nvSpPr>
        <p:spPr>
          <a:xfrm>
            <a:off x="1289304" y="1627632"/>
            <a:ext cx="950976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>
                <a:solidFill>
                  <a:srgbClr val="35A5C9"/>
                </a:solidFill>
                <a:latin typeface="Aptos"/>
              </a:rPr>
              <a:t>CODE</a:t>
            </a:r>
          </a:p>
        </p:txBody>
      </p:sp>
      <p:sp>
        <p:nvSpPr>
          <p:cNvPr id="6" name="Stage 01 accent"/>
          <p:cNvSpPr/>
          <p:nvPr/>
        </p:nvSpPr>
        <p:spPr>
          <a:xfrm>
            <a:off x="594360" y="2084831"/>
            <a:ext cx="475488" cy="50292"/>
          </a:xfrm>
          <a:prstGeom prst="rect">
            <a:avLst/>
          </a:prstGeom>
          <a:solidFill>
            <a:srgbClr val="35A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Stage 01 title"/>
          <p:cNvSpPr txBox="1"/>
          <p:nvPr/>
        </p:nvSpPr>
        <p:spPr>
          <a:xfrm>
            <a:off x="594360" y="2267712"/>
            <a:ext cx="1719072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>
                <a:solidFill>
                  <a:srgbClr val="171A1F"/>
                </a:solidFill>
                <a:latin typeface="Aptos"/>
              </a:rPr>
              <a:t>Coding style</a:t>
            </a:r>
          </a:p>
        </p:txBody>
      </p:sp>
      <p:sp>
        <p:nvSpPr>
          <p:cNvPr id="8" name="Stage 01 details"/>
          <p:cNvSpPr txBox="1"/>
          <p:nvPr/>
        </p:nvSpPr>
        <p:spPr>
          <a:xfrm>
            <a:off x="594360" y="2980944"/>
            <a:ext cx="1719072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>
                <a:solidFill>
                  <a:srgbClr val="2E3238"/>
                </a:solidFill>
                <a:latin typeface="Aptos"/>
              </a:rPr>
              <a:t>Naming &amp; quoting</a:t>
            </a:r>
            <a:br/>
            <a:r>
              <a:rPr lang="en-US" sz="1500" b="0">
                <a:solidFill>
                  <a:srgbClr val="2E3238"/>
                </a:solidFill>
                <a:latin typeface="Aptos"/>
              </a:rPr>
              <a:t>Readable formatting</a:t>
            </a:r>
          </a:p>
        </p:txBody>
      </p:sp>
      <p:sp>
        <p:nvSpPr>
          <p:cNvPr id="9" name="Stage 01 separator"/>
          <p:cNvSpPr/>
          <p:nvPr/>
        </p:nvSpPr>
        <p:spPr>
          <a:xfrm>
            <a:off x="2450591" y="1572768"/>
            <a:ext cx="13716" cy="2340864"/>
          </a:xfrm>
          <a:prstGeom prst="rect">
            <a:avLst/>
          </a:prstGeom>
          <a:solidFill>
            <a:srgbClr val="D9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Stage 02 number"/>
          <p:cNvSpPr txBox="1"/>
          <p:nvPr/>
        </p:nvSpPr>
        <p:spPr>
          <a:xfrm>
            <a:off x="2670048" y="1517904"/>
            <a:ext cx="658368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>
                <a:solidFill>
                  <a:srgbClr val="D9DEE4"/>
                </a:solidFill>
                <a:latin typeface="Aptos"/>
              </a:rPr>
              <a:t>02</a:t>
            </a:r>
          </a:p>
        </p:txBody>
      </p:sp>
      <p:sp>
        <p:nvSpPr>
          <p:cNvPr id="11" name="Stage 02 kicker"/>
          <p:cNvSpPr txBox="1"/>
          <p:nvPr/>
        </p:nvSpPr>
        <p:spPr>
          <a:xfrm>
            <a:off x="3364991" y="1627632"/>
            <a:ext cx="950976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dirty="0">
                <a:solidFill>
                  <a:srgbClr val="35A5C9"/>
                </a:solidFill>
                <a:latin typeface="Aptos"/>
              </a:rPr>
              <a:t>STRUCTURE</a:t>
            </a:r>
          </a:p>
        </p:txBody>
      </p:sp>
      <p:sp>
        <p:nvSpPr>
          <p:cNvPr id="12" name="Stage 02 accent"/>
          <p:cNvSpPr/>
          <p:nvPr/>
        </p:nvSpPr>
        <p:spPr>
          <a:xfrm>
            <a:off x="2670048" y="2084831"/>
            <a:ext cx="475488" cy="50292"/>
          </a:xfrm>
          <a:prstGeom prst="rect">
            <a:avLst/>
          </a:prstGeom>
          <a:solidFill>
            <a:srgbClr val="35A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tage 02 title"/>
          <p:cNvSpPr txBox="1"/>
          <p:nvPr/>
        </p:nvSpPr>
        <p:spPr>
          <a:xfrm>
            <a:off x="2670048" y="2267712"/>
            <a:ext cx="1719072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>
                <a:solidFill>
                  <a:srgbClr val="171A1F"/>
                </a:solidFill>
                <a:latin typeface="Aptos"/>
              </a:rPr>
              <a:t>Module design</a:t>
            </a:r>
          </a:p>
        </p:txBody>
      </p:sp>
      <p:sp>
        <p:nvSpPr>
          <p:cNvPr id="14" name="Stage 02 details"/>
          <p:cNvSpPr txBox="1"/>
          <p:nvPr/>
        </p:nvSpPr>
        <p:spPr>
          <a:xfrm>
            <a:off x="2670048" y="2980944"/>
            <a:ext cx="171907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>
                <a:solidFill>
                  <a:srgbClr val="2E3238"/>
                </a:solidFill>
                <a:latin typeface="Aptos"/>
              </a:rPr>
              <a:t>Structure &amp; access</a:t>
            </a:r>
            <a:br/>
            <a:r>
              <a:rPr lang="en-US" sz="1500" b="0">
                <a:solidFill>
                  <a:srgbClr val="2E3238"/>
                </a:solidFill>
                <a:latin typeface="Aptos"/>
              </a:rPr>
              <a:t>Supporting resources</a:t>
            </a:r>
          </a:p>
        </p:txBody>
      </p:sp>
      <p:sp>
        <p:nvSpPr>
          <p:cNvPr id="15" name="Stage 02 separator"/>
          <p:cNvSpPr/>
          <p:nvPr/>
        </p:nvSpPr>
        <p:spPr>
          <a:xfrm>
            <a:off x="4526279" y="1572768"/>
            <a:ext cx="13716" cy="2340864"/>
          </a:xfrm>
          <a:prstGeom prst="rect">
            <a:avLst/>
          </a:prstGeom>
          <a:solidFill>
            <a:srgbClr val="D9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Stage 03 number"/>
          <p:cNvSpPr txBox="1"/>
          <p:nvPr/>
        </p:nvSpPr>
        <p:spPr>
          <a:xfrm>
            <a:off x="4745736" y="1517904"/>
            <a:ext cx="658368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>
                <a:solidFill>
                  <a:srgbClr val="D9DEE4"/>
                </a:solidFill>
                <a:latin typeface="Aptos"/>
              </a:rPr>
              <a:t>03</a:t>
            </a:r>
          </a:p>
        </p:txBody>
      </p:sp>
      <p:sp>
        <p:nvSpPr>
          <p:cNvPr id="17" name="Stage 03 kicker"/>
          <p:cNvSpPr txBox="1"/>
          <p:nvPr/>
        </p:nvSpPr>
        <p:spPr>
          <a:xfrm>
            <a:off x="5440680" y="1627632"/>
            <a:ext cx="950976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dirty="0">
                <a:solidFill>
                  <a:srgbClr val="35A5C9"/>
                </a:solidFill>
                <a:latin typeface="Aptos"/>
              </a:rPr>
              <a:t>BUILD</a:t>
            </a:r>
          </a:p>
        </p:txBody>
      </p:sp>
      <p:sp>
        <p:nvSpPr>
          <p:cNvPr id="18" name="Stage 03 accent"/>
          <p:cNvSpPr/>
          <p:nvPr/>
        </p:nvSpPr>
        <p:spPr>
          <a:xfrm>
            <a:off x="4745736" y="2084831"/>
            <a:ext cx="475488" cy="50292"/>
          </a:xfrm>
          <a:prstGeom prst="rect">
            <a:avLst/>
          </a:prstGeom>
          <a:solidFill>
            <a:srgbClr val="35A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Stage 03 title"/>
          <p:cNvSpPr txBox="1"/>
          <p:nvPr/>
        </p:nvSpPr>
        <p:spPr>
          <a:xfrm>
            <a:off x="4745736" y="2267712"/>
            <a:ext cx="1719072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>
                <a:solidFill>
                  <a:srgbClr val="171A1F"/>
                </a:solidFill>
                <a:latin typeface="Aptos"/>
              </a:rPr>
              <a:t>Templating tools</a:t>
            </a:r>
          </a:p>
        </p:txBody>
      </p:sp>
      <p:sp>
        <p:nvSpPr>
          <p:cNvPr id="20" name="Stage 03 details"/>
          <p:cNvSpPr txBox="1"/>
          <p:nvPr/>
        </p:nvSpPr>
        <p:spPr>
          <a:xfrm>
            <a:off x="4745736" y="2980944"/>
            <a:ext cx="1719072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dirty="0">
                <a:solidFill>
                  <a:srgbClr val="2E3238"/>
                </a:solidFill>
                <a:latin typeface="Aptos"/>
              </a:rPr>
              <a:t>Automated structure</a:t>
            </a:r>
            <a:br>
              <a:rPr lang="en-US" dirty="0"/>
            </a:br>
            <a:r>
              <a:rPr lang="en-US" sz="1500" b="0" dirty="0">
                <a:solidFill>
                  <a:srgbClr val="2E3238"/>
                </a:solidFill>
                <a:latin typeface="Aptos"/>
              </a:rPr>
              <a:t>Consistent output</a:t>
            </a:r>
          </a:p>
        </p:txBody>
      </p:sp>
      <p:sp>
        <p:nvSpPr>
          <p:cNvPr id="21" name="Stage 03 separator"/>
          <p:cNvSpPr/>
          <p:nvPr/>
        </p:nvSpPr>
        <p:spPr>
          <a:xfrm>
            <a:off x="6601968" y="1572768"/>
            <a:ext cx="13716" cy="2340864"/>
          </a:xfrm>
          <a:prstGeom prst="rect">
            <a:avLst/>
          </a:prstGeom>
          <a:solidFill>
            <a:srgbClr val="D9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Stage 04 number"/>
          <p:cNvSpPr txBox="1">
            <a:spLocks/>
          </p:cNvSpPr>
          <p:nvPr/>
        </p:nvSpPr>
        <p:spPr>
          <a:xfrm>
            <a:off x="6821424" y="1517904"/>
            <a:ext cx="658368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>
                <a:solidFill>
                  <a:srgbClr val="D9DEE4"/>
                </a:solidFill>
                <a:latin typeface="Aptos"/>
              </a:rPr>
              <a:t>04</a:t>
            </a:r>
          </a:p>
        </p:txBody>
      </p:sp>
      <p:sp>
        <p:nvSpPr>
          <p:cNvPr id="23" name="Stage 04 kicker"/>
          <p:cNvSpPr txBox="1">
            <a:spLocks/>
          </p:cNvSpPr>
          <p:nvPr/>
        </p:nvSpPr>
        <p:spPr>
          <a:xfrm>
            <a:off x="7516368" y="1627632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>
                <a:solidFill>
                  <a:srgbClr val="ED1C5E"/>
                </a:solidFill>
                <a:latin typeface="Aptos"/>
              </a:rPr>
              <a:t>SHARE</a:t>
            </a:r>
          </a:p>
        </p:txBody>
      </p:sp>
      <p:sp>
        <p:nvSpPr>
          <p:cNvPr id="24" name="Stage 04 accent"/>
          <p:cNvSpPr>
            <a:spLocks/>
          </p:cNvSpPr>
          <p:nvPr/>
        </p:nvSpPr>
        <p:spPr>
          <a:xfrm>
            <a:off x="6821424" y="2084831"/>
            <a:ext cx="475488" cy="50292"/>
          </a:xfrm>
          <a:prstGeom prst="rect">
            <a:avLst/>
          </a:prstGeom>
          <a:solidFill>
            <a:srgbClr val="ED1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Stage 04 title"/>
          <p:cNvSpPr txBox="1"/>
          <p:nvPr/>
        </p:nvSpPr>
        <p:spPr>
          <a:xfrm>
            <a:off x="6821424" y="2267712"/>
            <a:ext cx="1719072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>
                <a:solidFill>
                  <a:srgbClr val="171A1F"/>
                </a:solidFill>
                <a:latin typeface="Aptos"/>
              </a:rPr>
              <a:t>Publishing modules</a:t>
            </a:r>
          </a:p>
        </p:txBody>
      </p:sp>
      <p:sp>
        <p:nvSpPr>
          <p:cNvPr id="26" name="Stage 04 details"/>
          <p:cNvSpPr txBox="1"/>
          <p:nvPr/>
        </p:nvSpPr>
        <p:spPr>
          <a:xfrm>
            <a:off x="6821424" y="2980944"/>
            <a:ext cx="171907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E3238"/>
                </a:solidFill>
                <a:latin typeface="Aptos"/>
              </a:rPr>
              <a:t>Repository choice</a:t>
            </a:r>
            <a:br/>
            <a:r>
              <a:rPr sz="1500" b="0">
                <a:solidFill>
                  <a:srgbClr val="2E3238"/>
                </a:solidFill>
                <a:latin typeface="Aptos"/>
              </a:rPr>
              <a:t>Repeatable publishing</a:t>
            </a:r>
          </a:p>
        </p:txBody>
      </p:sp>
      <p:sp>
        <p:nvSpPr>
          <p:cNvPr id="27" name="Progress baseline"/>
          <p:cNvSpPr/>
          <p:nvPr/>
        </p:nvSpPr>
        <p:spPr>
          <a:xfrm>
            <a:off x="594360" y="4160520"/>
            <a:ext cx="7955279" cy="32004"/>
          </a:xfrm>
          <a:prstGeom prst="rect">
            <a:avLst/>
          </a:prstGeom>
          <a:solidFill>
            <a:srgbClr val="D9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Progress cyan segment"/>
          <p:cNvSpPr/>
          <p:nvPr/>
        </p:nvSpPr>
        <p:spPr>
          <a:xfrm>
            <a:off x="594360" y="4160520"/>
            <a:ext cx="5980176" cy="32004"/>
          </a:xfrm>
          <a:prstGeom prst="rect">
            <a:avLst/>
          </a:prstGeom>
          <a:solidFill>
            <a:srgbClr val="35A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Progress magenta finish"/>
          <p:cNvSpPr/>
          <p:nvPr/>
        </p:nvSpPr>
        <p:spPr>
          <a:xfrm>
            <a:off x="6574536" y="4160520"/>
            <a:ext cx="1975104" cy="32004"/>
          </a:xfrm>
          <a:prstGeom prst="rect">
            <a:avLst/>
          </a:prstGeom>
          <a:solidFill>
            <a:srgbClr val="ED1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Progress takeaway"/>
          <p:cNvSpPr txBox="1"/>
          <p:nvPr/>
        </p:nvSpPr>
        <p:spPr>
          <a:xfrm>
            <a:off x="594360" y="4288536"/>
            <a:ext cx="795527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171A1F"/>
                </a:solidFill>
                <a:latin typeface="Aptos"/>
              </a:rPr>
              <a:t>READABLE  →  STRUCTURED  →  REPEATABLE  →  SHAREABLE</a:t>
            </a:r>
          </a:p>
        </p:txBody>
      </p:sp>
    </p:spTree>
    <p:extLst>
      <p:ext uri="{BB962C8B-B14F-4D97-AF65-F5344CB8AC3E}">
        <p14:creationId xmlns:p14="http://schemas.microsoft.com/office/powerpoint/2010/main" val="2593979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1E63EC-27CE-5F91-2AFC-FDFE069A6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Coding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3BF2B9-F5C9-B458-1E29-1D07E6313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0"/>
            <a:ext cx="4038630" cy="3394069"/>
          </a:xfrm>
        </p:spPr>
        <p:txBody>
          <a:bodyPr wrap="square" lIns="18288" tIns="18288" rIns="109728" bIns="18288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 dirty="0">
                <a:latin typeface="Aptos"/>
              </a:rPr>
              <a:t>VARIABLE NAMES</a:t>
            </a:r>
          </a:p>
          <a:p>
            <a:pPr marL="230188" indent="-230188">
              <a:spcBef>
                <a:spcPts val="0"/>
              </a:spcBef>
              <a:spcAft>
                <a:spcPts val="100"/>
              </a:spcAft>
            </a:pPr>
            <a:r>
              <a:rPr lang="en-US" sz="1600" b="0" dirty="0" err="1">
                <a:latin typeface="Aptos"/>
              </a:rPr>
              <a:t>PascalCase</a:t>
            </a:r>
            <a:r>
              <a:rPr lang="en-US" sz="1600" b="0" dirty="0">
                <a:latin typeface="Aptos"/>
              </a:rPr>
              <a:t> for parameters</a:t>
            </a:r>
          </a:p>
          <a:p>
            <a:pPr marL="230188" indent="-230188">
              <a:spcBef>
                <a:spcPts val="0"/>
              </a:spcBef>
              <a:spcAft>
                <a:spcPts val="100"/>
              </a:spcAft>
            </a:pPr>
            <a:r>
              <a:rPr lang="en-US" sz="1600" b="0" dirty="0">
                <a:latin typeface="Aptos"/>
              </a:rPr>
              <a:t>camelCase inside the function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1400" b="1" dirty="0">
                <a:latin typeface="Aptos"/>
              </a:rPr>
              <a:t>QUOTING</a:t>
            </a:r>
          </a:p>
          <a:p>
            <a:pPr marL="230188" indent="-230188">
              <a:spcBef>
                <a:spcPts val="0"/>
              </a:spcBef>
              <a:spcAft>
                <a:spcPts val="100"/>
              </a:spcAft>
            </a:pPr>
            <a:r>
              <a:rPr lang="en-US" sz="1600" b="0" dirty="0">
                <a:latin typeface="Aptos"/>
              </a:rPr>
              <a:t>Single quotes for literal text</a:t>
            </a:r>
          </a:p>
          <a:p>
            <a:pPr marL="230188" indent="-230188">
              <a:spcBef>
                <a:spcPts val="0"/>
              </a:spcBef>
              <a:spcAft>
                <a:spcPts val="100"/>
              </a:spcAft>
            </a:pPr>
            <a:r>
              <a:rPr lang="en-US" sz="1600" b="0" dirty="0">
                <a:latin typeface="Aptos"/>
              </a:rPr>
              <a:t>Double quotes when expanding variables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1400" b="1" dirty="0">
                <a:latin typeface="Aptos"/>
              </a:rPr>
              <a:t>READABILITY</a:t>
            </a:r>
          </a:p>
          <a:p>
            <a:pPr marL="230188" indent="-230188">
              <a:spcBef>
                <a:spcPts val="0"/>
              </a:spcBef>
              <a:spcAft>
                <a:spcPts val="100"/>
              </a:spcAft>
            </a:pPr>
            <a:r>
              <a:rPr lang="en-US" sz="1600" b="0" dirty="0">
                <a:solidFill>
                  <a:srgbClr val="202020"/>
                </a:solidFill>
                <a:latin typeface="Aptos"/>
              </a:rPr>
              <a:t>Keep lines under 120 characters</a:t>
            </a:r>
          </a:p>
          <a:p>
            <a:pPr marL="230188" indent="-230188">
              <a:spcBef>
                <a:spcPts val="0"/>
              </a:spcBef>
              <a:spcAft>
                <a:spcPts val="100"/>
              </a:spcAft>
            </a:pPr>
            <a:r>
              <a:rPr lang="en-US" sz="1600" b="0" dirty="0">
                <a:solidFill>
                  <a:srgbClr val="202020"/>
                </a:solidFill>
                <a:latin typeface="Aptos"/>
              </a:rPr>
              <a:t>Use natural breaks, splatting, and -join</a:t>
            </a:r>
          </a:p>
          <a:p>
            <a:pPr marL="230188" indent="-230188">
              <a:spcBef>
                <a:spcPts val="0"/>
              </a:spcBef>
              <a:spcAft>
                <a:spcPts val="100"/>
              </a:spcAft>
            </a:pPr>
            <a:r>
              <a:rPr lang="en-US" sz="1600" b="0" dirty="0">
                <a:solidFill>
                  <a:srgbClr val="202020"/>
                </a:solidFill>
                <a:latin typeface="Aptos"/>
              </a:rPr>
              <a:t>Prefer switch over complex if / elseif / else</a:t>
            </a:r>
          </a:p>
          <a:p>
            <a:pPr marL="230188" indent="-230188">
              <a:spcBef>
                <a:spcPts val="0"/>
              </a:spcBef>
              <a:spcAft>
                <a:spcPts val="100"/>
              </a:spcAft>
            </a:pPr>
            <a:r>
              <a:rPr lang="en-US" sz="1600" dirty="0">
                <a:solidFill>
                  <a:srgbClr val="202020"/>
                </a:solidFill>
                <a:latin typeface="Aptos"/>
              </a:rPr>
              <a:t>Use OBTS with cuddled else</a:t>
            </a:r>
            <a:endParaRPr lang="en-US" sz="1600" b="0" dirty="0">
              <a:solidFill>
                <a:srgbClr val="202020"/>
              </a:solidFill>
              <a:latin typeface="Aptos"/>
            </a:endParaRPr>
          </a:p>
          <a:p>
            <a:pPr marL="0" indent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ED1C5E"/>
                </a:solidFill>
                <a:latin typeface="Aptos"/>
                <a:hlinkClick r:id="rId2"/>
              </a:rPr>
              <a:t>PowerShell Best Practices &amp; Style Guide  →</a:t>
            </a:r>
          </a:p>
        </p:txBody>
      </p:sp>
      <p:sp>
        <p:nvSpPr>
          <p:cNvPr id="5" name="Coding style graphic background"/>
          <p:cNvSpPr/>
          <p:nvPr/>
        </p:nvSpPr>
        <p:spPr>
          <a:xfrm>
            <a:off x="4648169" y="1200150"/>
            <a:ext cx="4038630" cy="3273552"/>
          </a:xfrm>
          <a:prstGeom prst="rect">
            <a:avLst/>
          </a:prstGeom>
          <a:solidFill>
            <a:srgbClr val="17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oding style graphic accent"/>
          <p:cNvSpPr/>
          <p:nvPr/>
        </p:nvSpPr>
        <p:spPr>
          <a:xfrm>
            <a:off x="4648169" y="1200150"/>
            <a:ext cx="64008" cy="3273552"/>
          </a:xfrm>
          <a:prstGeom prst="rect">
            <a:avLst/>
          </a:prstGeom>
          <a:solidFill>
            <a:srgbClr val="35A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oding style graphic label"/>
          <p:cNvSpPr txBox="1"/>
          <p:nvPr/>
        </p:nvSpPr>
        <p:spPr>
          <a:xfrm>
            <a:off x="4956048" y="1389888"/>
            <a:ext cx="260604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35A5C9"/>
                </a:solidFill>
                <a:latin typeface="Aptos"/>
              </a:rPr>
              <a:t>CONSISTENT </a:t>
            </a:r>
            <a:r>
              <a:rPr lang="en-US" sz="1400" b="1">
                <a:solidFill>
                  <a:srgbClr val="35A5C9"/>
                </a:solidFill>
                <a:latin typeface="Aptos"/>
              </a:rPr>
              <a:t>BY DESIGN</a:t>
            </a:r>
            <a:endParaRPr sz="1400" b="1">
              <a:solidFill>
                <a:srgbClr val="35A5C9"/>
              </a:solidFill>
              <a:latin typeface="Aptos"/>
            </a:endParaRPr>
          </a:p>
        </p:txBody>
      </p:sp>
      <p:sp>
        <p:nvSpPr>
          <p:cNvPr id="8" name="Coding style line length marker"/>
          <p:cNvSpPr txBox="1"/>
          <p:nvPr/>
        </p:nvSpPr>
        <p:spPr>
          <a:xfrm>
            <a:off x="7818120" y="1389888"/>
            <a:ext cx="56692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>
                <a:solidFill>
                  <a:srgbClr val="ED1C5E"/>
                </a:solidFill>
                <a:latin typeface="Aptos"/>
              </a:rPr>
              <a:t>≤ 120</a:t>
            </a:r>
          </a:p>
        </p:txBody>
      </p:sp>
      <p:sp>
        <p:nvSpPr>
          <p:cNvPr id="9" name="Coding style PowerShell example"/>
          <p:cNvSpPr txBox="1"/>
          <p:nvPr/>
        </p:nvSpPr>
        <p:spPr>
          <a:xfrm>
            <a:off x="4956048" y="1792224"/>
            <a:ext cx="3577903" cy="17837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5A5C9"/>
                </a:solidFill>
                <a:latin typeface="Consolas"/>
              </a:rPr>
              <a:t>param</a:t>
            </a:r>
            <a:r>
              <a:rPr sz="1400" b="0">
                <a:solidFill>
                  <a:srgbClr val="A9B0BA"/>
                </a:solidFill>
                <a:latin typeface="Consolas"/>
              </a:rPr>
              <a:t>([string] </a:t>
            </a:r>
            <a:r>
              <a:rPr sz="1400" b="0">
                <a:solidFill>
                  <a:srgbClr val="FFFFFF"/>
                </a:solidFill>
                <a:latin typeface="Consolas"/>
              </a:rPr>
              <a:t>$ProfilePath</a:t>
            </a:r>
            <a:r>
              <a:rPr sz="1400" b="0">
                <a:solidFill>
                  <a:srgbClr val="A9B0BA"/>
                </a:solidFill>
                <a:latin typeface="Consolas"/>
              </a:rPr>
              <a:t>)</a:t>
            </a:r>
            <a:endParaRPr lang="en-US" sz="1400" b="0">
              <a:solidFill>
                <a:srgbClr val="A9B0BA"/>
              </a:solidFill>
              <a:latin typeface="Consolas"/>
            </a:endParaRP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$</a:t>
            </a:r>
            <a:r>
              <a:rPr lang="en-US" sz="1400" b="0">
                <a:solidFill>
                  <a:srgbClr val="FFFFFF"/>
                </a:solidFill>
                <a:latin typeface="Consolas"/>
              </a:rPr>
              <a:t>options</a:t>
            </a:r>
            <a:r>
              <a:rPr lang="en-US" sz="1400" b="0">
                <a:solidFill>
                  <a:srgbClr val="A9B0BA"/>
                </a:solidFill>
                <a:latin typeface="Consolas"/>
              </a:rPr>
              <a:t> </a:t>
            </a:r>
            <a:r>
              <a:rPr sz="1400" b="0">
                <a:solidFill>
                  <a:srgbClr val="A9B0BA"/>
                </a:solidFill>
                <a:latin typeface="Consolas"/>
              </a:rPr>
              <a:t>= @{</a:t>
            </a:r>
            <a:endParaRPr lang="en-US" sz="1400" b="0">
              <a:solidFill>
                <a:srgbClr val="A9B0BA"/>
              </a:solidFill>
              <a:latin typeface="Consolas"/>
            </a:endParaRP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5A5C9"/>
                </a:solidFill>
                <a:latin typeface="Consolas"/>
              </a:rPr>
              <a:t>  Path</a:t>
            </a:r>
            <a:r>
              <a:rPr sz="1400" b="0">
                <a:solidFill>
                  <a:srgbClr val="A9B0BA"/>
                </a:solidFill>
                <a:latin typeface="Consolas"/>
              </a:rPr>
              <a:t> = </a:t>
            </a:r>
            <a:r>
              <a:rPr sz="1400" b="0">
                <a:solidFill>
                  <a:srgbClr val="FFFFFF"/>
                </a:solidFill>
                <a:latin typeface="Consolas"/>
              </a:rPr>
              <a:t>$ProfilePath</a:t>
            </a:r>
            <a:endParaRPr lang="en-US" sz="1400" b="0">
              <a:solidFill>
                <a:srgbClr val="FFFFFF"/>
              </a:solidFill>
              <a:latin typeface="Consolas"/>
            </a:endParaRP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5A5C9"/>
                </a:solidFill>
                <a:latin typeface="Consolas"/>
              </a:rPr>
              <a:t>  ErrorAction</a:t>
            </a:r>
            <a:r>
              <a:rPr sz="1400" b="0">
                <a:solidFill>
                  <a:srgbClr val="A9B0BA"/>
                </a:solidFill>
                <a:latin typeface="Consolas"/>
              </a:rPr>
              <a:t> = </a:t>
            </a:r>
            <a:r>
              <a:rPr sz="1400" b="0">
                <a:solidFill>
                  <a:srgbClr val="ED1C5E"/>
                </a:solidFill>
                <a:latin typeface="Consolas"/>
              </a:rPr>
              <a:t>'Stop'</a:t>
            </a:r>
            <a:endParaRPr lang="en-US" sz="1400" b="0">
              <a:solidFill>
                <a:srgbClr val="ED1C5E"/>
              </a:solidFill>
              <a:latin typeface="Consolas"/>
            </a:endParaRP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9B0BA"/>
                </a:solidFill>
                <a:latin typeface="Consolas"/>
              </a:rPr>
              <a:t>}</a:t>
            </a:r>
            <a:endParaRPr lang="en-US" sz="1400" b="0">
              <a:solidFill>
                <a:srgbClr val="A9B0BA"/>
              </a:solidFill>
              <a:latin typeface="Consolas"/>
            </a:endParaRP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5A5C9"/>
                </a:solidFill>
                <a:latin typeface="Consolas"/>
              </a:rPr>
              <a:t>switch</a:t>
            </a:r>
            <a:r>
              <a:rPr sz="1400" b="0">
                <a:solidFill>
                  <a:srgbClr val="A9B0BA"/>
                </a:solidFill>
                <a:latin typeface="Consolas"/>
              </a:rPr>
              <a:t> (Test-Path </a:t>
            </a:r>
            <a:r>
              <a:rPr sz="1400" b="0">
                <a:solidFill>
                  <a:srgbClr val="FFFFFF"/>
                </a:solidFill>
                <a:latin typeface="Consolas"/>
              </a:rPr>
              <a:t>@</a:t>
            </a:r>
            <a:r>
              <a:rPr lang="en-US" sz="1400" b="0">
                <a:solidFill>
                  <a:srgbClr val="FFFFFF"/>
                </a:solidFill>
                <a:latin typeface="Consolas"/>
              </a:rPr>
              <a:t>options</a:t>
            </a:r>
            <a:r>
              <a:rPr sz="1400" b="0">
                <a:solidFill>
                  <a:srgbClr val="A9B0BA"/>
                </a:solidFill>
                <a:latin typeface="Consolas"/>
              </a:rPr>
              <a:t>) {</a:t>
            </a:r>
            <a:endParaRPr lang="en-US" sz="1400" b="0">
              <a:solidFill>
                <a:srgbClr val="A9B0BA"/>
              </a:solidFill>
              <a:latin typeface="Consolas"/>
            </a:endParaRP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  $true</a:t>
            </a:r>
            <a:r>
              <a:rPr sz="1400" b="0">
                <a:solidFill>
                  <a:srgbClr val="A9B0BA"/>
                </a:solidFill>
                <a:latin typeface="Consolas"/>
              </a:rPr>
              <a:t>  { </a:t>
            </a:r>
            <a:r>
              <a:rPr sz="1400" b="0">
                <a:solidFill>
                  <a:srgbClr val="ED1C5E"/>
                </a:solidFill>
                <a:latin typeface="Consolas"/>
              </a:rPr>
              <a:t>"Profile: $ProfilePath"</a:t>
            </a:r>
            <a:r>
              <a:rPr sz="1400" b="0">
                <a:solidFill>
                  <a:srgbClr val="A9B0BA"/>
                </a:solidFill>
                <a:latin typeface="Consolas"/>
              </a:rPr>
              <a:t> }</a:t>
            </a:r>
            <a:endParaRPr lang="en-US" sz="1400" b="0">
              <a:solidFill>
                <a:srgbClr val="A9B0BA"/>
              </a:solidFill>
              <a:latin typeface="Consolas"/>
            </a:endParaRP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  $false</a:t>
            </a:r>
            <a:r>
              <a:rPr sz="1400" b="0">
                <a:solidFill>
                  <a:srgbClr val="A9B0BA"/>
                </a:solidFill>
                <a:latin typeface="Consolas"/>
              </a:rPr>
              <a:t> { </a:t>
            </a:r>
            <a:r>
              <a:rPr lang="en-US" sz="1400" b="0">
                <a:solidFill>
                  <a:srgbClr val="ED1C5E"/>
                </a:solidFill>
                <a:latin typeface="Consolas"/>
              </a:rPr>
              <a:t>'Not</a:t>
            </a:r>
            <a:r>
              <a:rPr sz="1400" b="0">
                <a:solidFill>
                  <a:srgbClr val="ED1C5E"/>
                </a:solidFill>
                <a:latin typeface="Consolas"/>
              </a:rPr>
              <a:t> found'</a:t>
            </a:r>
            <a:r>
              <a:rPr sz="1400" b="0">
                <a:solidFill>
                  <a:srgbClr val="A9B0BA"/>
                </a:solidFill>
                <a:latin typeface="Consolas"/>
              </a:rPr>
              <a:t> }</a:t>
            </a:r>
            <a:endParaRPr lang="en-US" sz="1400" b="0">
              <a:solidFill>
                <a:srgbClr val="A9B0BA"/>
              </a:solidFill>
              <a:latin typeface="Consolas"/>
            </a:endParaRP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9B0BA"/>
                </a:solidFill>
                <a:latin typeface="Consolas"/>
              </a:rPr>
              <a:t>}</a:t>
            </a:r>
            <a:endParaRPr lang="en-US" sz="1400" b="0">
              <a:solidFill>
                <a:srgbClr val="A9B0BA"/>
              </a:solidFill>
              <a:latin typeface="Consolas"/>
            </a:endParaRPr>
          </a:p>
        </p:txBody>
      </p:sp>
      <p:sp>
        <p:nvSpPr>
          <p:cNvPr id="10" name="Coding style graphic rule"/>
          <p:cNvSpPr/>
          <p:nvPr/>
        </p:nvSpPr>
        <p:spPr>
          <a:xfrm>
            <a:off x="4956048" y="4142232"/>
            <a:ext cx="502920" cy="32004"/>
          </a:xfrm>
          <a:prstGeom prst="rect">
            <a:avLst/>
          </a:prstGeom>
          <a:solidFill>
            <a:srgbClr val="ED1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oding style graphic takeaway"/>
          <p:cNvSpPr txBox="1"/>
          <p:nvPr/>
        </p:nvSpPr>
        <p:spPr>
          <a:xfrm>
            <a:off x="5596128" y="4041648"/>
            <a:ext cx="272491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ptos"/>
              </a:rPr>
              <a:t>Same rules. Every function.</a:t>
            </a:r>
          </a:p>
        </p:txBody>
      </p:sp>
    </p:spTree>
    <p:extLst>
      <p:ext uri="{BB962C8B-B14F-4D97-AF65-F5344CB8AC3E}">
        <p14:creationId xmlns:p14="http://schemas.microsoft.com/office/powerpoint/2010/main" val="1795981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48F2A-2DCB-C25B-0F1A-E8D6A8FEE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Module design</a:t>
            </a:r>
          </a:p>
        </p:txBody>
      </p:sp>
      <p:sp>
        <p:nvSpPr>
          <p:cNvPr id="3" name="Core structure accent"/>
          <p:cNvSpPr/>
          <p:nvPr/>
        </p:nvSpPr>
        <p:spPr>
          <a:xfrm>
            <a:off x="457200" y="1197864"/>
            <a:ext cx="64008" cy="3273552"/>
          </a:xfrm>
          <a:prstGeom prst="rect">
            <a:avLst/>
          </a:prstGeom>
          <a:solidFill>
            <a:srgbClr val="35A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Core structure heading"/>
          <p:cNvSpPr txBox="1"/>
          <p:nvPr/>
        </p:nvSpPr>
        <p:spPr>
          <a:xfrm>
            <a:off x="704088" y="1325880"/>
            <a:ext cx="3611880" cy="40233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5A5C9"/>
                </a:solidFill>
                <a:latin typeface="Aptos"/>
              </a:rPr>
              <a:t>CORE STRUCTURE</a:t>
            </a:r>
          </a:p>
        </p:txBody>
      </p:sp>
      <p:sp>
        <p:nvSpPr>
          <p:cNvPr id="5" name="Core structure 01"/>
          <p:cNvSpPr txBox="1"/>
          <p:nvPr/>
        </p:nvSpPr>
        <p:spPr>
          <a:xfrm>
            <a:off x="704088" y="18470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D1C5E"/>
                </a:solidFill>
                <a:latin typeface="Aptos"/>
              </a:rPr>
              <a:t>01</a:t>
            </a:r>
          </a:p>
        </p:txBody>
      </p:sp>
      <p:sp>
        <p:nvSpPr>
          <p:cNvPr id="6" name="Core structure item 01"/>
          <p:cNvSpPr txBox="1"/>
          <p:nvPr/>
        </p:nvSpPr>
        <p:spPr>
          <a:xfrm>
            <a:off x="1307592" y="1810512"/>
            <a:ext cx="2971800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0272C"/>
                </a:solidFill>
                <a:latin typeface="Aptos"/>
              </a:rPr>
              <a:t>Module manifest</a:t>
            </a:r>
          </a:p>
        </p:txBody>
      </p:sp>
      <p:sp>
        <p:nvSpPr>
          <p:cNvPr id="7" name="Core structure divider 01"/>
          <p:cNvSpPr/>
          <p:nvPr/>
        </p:nvSpPr>
        <p:spPr>
          <a:xfrm>
            <a:off x="704088" y="2368296"/>
            <a:ext cx="3547872" cy="10160"/>
          </a:xfrm>
          <a:prstGeom prst="rect">
            <a:avLst/>
          </a:prstGeom>
          <a:solidFill>
            <a:srgbClr val="D7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Core structure 02"/>
          <p:cNvSpPr txBox="1"/>
          <p:nvPr/>
        </p:nvSpPr>
        <p:spPr>
          <a:xfrm>
            <a:off x="704088" y="26243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D1C5E"/>
                </a:solidFill>
                <a:latin typeface="Aptos"/>
              </a:rPr>
              <a:t>02</a:t>
            </a:r>
          </a:p>
        </p:txBody>
      </p:sp>
      <p:sp>
        <p:nvSpPr>
          <p:cNvPr id="9" name="Core structure item 02"/>
          <p:cNvSpPr txBox="1"/>
          <p:nvPr/>
        </p:nvSpPr>
        <p:spPr>
          <a:xfrm>
            <a:off x="1307592" y="2587752"/>
            <a:ext cx="2971800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0272C"/>
                </a:solidFill>
                <a:latin typeface="Aptos"/>
              </a:rPr>
              <a:t>Public vs private functions</a:t>
            </a:r>
          </a:p>
        </p:txBody>
      </p:sp>
      <p:sp>
        <p:nvSpPr>
          <p:cNvPr id="10" name="Core structure divider 02"/>
          <p:cNvSpPr/>
          <p:nvPr/>
        </p:nvSpPr>
        <p:spPr>
          <a:xfrm>
            <a:off x="704088" y="3145536"/>
            <a:ext cx="3547872" cy="10160"/>
          </a:xfrm>
          <a:prstGeom prst="rect">
            <a:avLst/>
          </a:prstGeom>
          <a:solidFill>
            <a:srgbClr val="D7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Core structure 03"/>
          <p:cNvSpPr txBox="1"/>
          <p:nvPr/>
        </p:nvSpPr>
        <p:spPr>
          <a:xfrm>
            <a:off x="704088" y="340156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D1C5E"/>
                </a:solidFill>
                <a:latin typeface="Aptos"/>
              </a:rPr>
              <a:t>03</a:t>
            </a:r>
          </a:p>
        </p:txBody>
      </p:sp>
      <p:sp>
        <p:nvSpPr>
          <p:cNvPr id="12" name="Core structure item 03"/>
          <p:cNvSpPr txBox="1"/>
          <p:nvPr/>
        </p:nvSpPr>
        <p:spPr>
          <a:xfrm>
            <a:off x="1307592" y="3364992"/>
            <a:ext cx="2971800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0272C"/>
                </a:solidFill>
                <a:latin typeface="Aptos"/>
              </a:rPr>
              <a:t>Monolithic vs multiple files</a:t>
            </a:r>
          </a:p>
        </p:txBody>
      </p:sp>
      <p:sp>
        <p:nvSpPr>
          <p:cNvPr id="13" name="Supporting resources background"/>
          <p:cNvSpPr/>
          <p:nvPr/>
        </p:nvSpPr>
        <p:spPr>
          <a:xfrm>
            <a:off x="4645152" y="1197864"/>
            <a:ext cx="4041648" cy="32735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Supporting resources accent"/>
          <p:cNvSpPr/>
          <p:nvPr/>
        </p:nvSpPr>
        <p:spPr>
          <a:xfrm>
            <a:off x="4645152" y="1197864"/>
            <a:ext cx="64008" cy="3273552"/>
          </a:xfrm>
          <a:prstGeom prst="rect">
            <a:avLst/>
          </a:prstGeom>
          <a:solidFill>
            <a:srgbClr val="35A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Supporting resources heading"/>
          <p:cNvSpPr txBox="1"/>
          <p:nvPr/>
        </p:nvSpPr>
        <p:spPr>
          <a:xfrm>
            <a:off x="4956048" y="1353312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35A5C9"/>
                </a:solidFill>
                <a:latin typeface="Aptos"/>
              </a:rPr>
              <a:t>SUPPORTING RESOURCES</a:t>
            </a:r>
          </a:p>
        </p:txBody>
      </p:sp>
      <p:sp>
        <p:nvSpPr>
          <p:cNvPr id="16" name="Resource marker 1"/>
          <p:cNvSpPr/>
          <p:nvPr/>
        </p:nvSpPr>
        <p:spPr>
          <a:xfrm>
            <a:off x="4956048" y="2002536"/>
            <a:ext cx="274320" cy="25400"/>
          </a:xfrm>
          <a:prstGeom prst="rect">
            <a:avLst/>
          </a:prstGeom>
          <a:solidFill>
            <a:srgbClr val="ED1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source item 1"/>
          <p:cNvSpPr txBox="1"/>
          <p:nvPr/>
        </p:nvSpPr>
        <p:spPr>
          <a:xfrm>
            <a:off x="5394960" y="184708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 dirty="0">
                <a:latin typeface="Aptos"/>
              </a:rPr>
              <a:t>Help file</a:t>
            </a:r>
            <a:r>
              <a:rPr lang="en-US" sz="1750" b="1" i="0" dirty="0">
                <a:latin typeface="Aptos"/>
              </a:rPr>
              <a:t>s</a:t>
            </a:r>
            <a:endParaRPr sz="1750" b="1" i="0" dirty="0">
              <a:latin typeface="Aptos"/>
            </a:endParaRPr>
          </a:p>
        </p:txBody>
      </p:sp>
      <p:sp>
        <p:nvSpPr>
          <p:cNvPr id="18" name="Resource divider 1"/>
          <p:cNvSpPr/>
          <p:nvPr/>
        </p:nvSpPr>
        <p:spPr>
          <a:xfrm>
            <a:off x="5394960" y="2295144"/>
            <a:ext cx="2926080" cy="8890"/>
          </a:xfrm>
          <a:prstGeom prst="rect">
            <a:avLst/>
          </a:prstGeom>
          <a:solidFill>
            <a:srgbClr val="3C4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source marker 2"/>
          <p:cNvSpPr/>
          <p:nvPr/>
        </p:nvSpPr>
        <p:spPr>
          <a:xfrm>
            <a:off x="4956048" y="2587752"/>
            <a:ext cx="274320" cy="25400"/>
          </a:xfrm>
          <a:prstGeom prst="rect">
            <a:avLst/>
          </a:prstGeom>
          <a:solidFill>
            <a:srgbClr val="ED1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source item 2"/>
          <p:cNvSpPr txBox="1"/>
          <p:nvPr/>
        </p:nvSpPr>
        <p:spPr>
          <a:xfrm>
            <a:off x="5394960" y="2432304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latin typeface="Aptos"/>
              </a:rPr>
              <a:t>Format files</a:t>
            </a:r>
            <a:r>
              <a:rPr sz="1400" b="0" i="1">
                <a:latin typeface="Aptos"/>
              </a:rPr>
              <a:t>  (intermediate)</a:t>
            </a:r>
          </a:p>
        </p:txBody>
      </p:sp>
      <p:sp>
        <p:nvSpPr>
          <p:cNvPr id="21" name="Resource divider 2"/>
          <p:cNvSpPr/>
          <p:nvPr/>
        </p:nvSpPr>
        <p:spPr>
          <a:xfrm>
            <a:off x="5394960" y="2880360"/>
            <a:ext cx="2926080" cy="8890"/>
          </a:xfrm>
          <a:prstGeom prst="rect">
            <a:avLst/>
          </a:prstGeom>
          <a:solidFill>
            <a:srgbClr val="3C4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source marker 3"/>
          <p:cNvSpPr/>
          <p:nvPr/>
        </p:nvSpPr>
        <p:spPr>
          <a:xfrm>
            <a:off x="4956048" y="3172968"/>
            <a:ext cx="274320" cy="25400"/>
          </a:xfrm>
          <a:prstGeom prst="rect">
            <a:avLst/>
          </a:prstGeom>
          <a:solidFill>
            <a:srgbClr val="ED1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source item 3"/>
          <p:cNvSpPr txBox="1"/>
          <p:nvPr/>
        </p:nvSpPr>
        <p:spPr>
          <a:xfrm>
            <a:off x="5394960" y="30175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latin typeface="Aptos"/>
              </a:rPr>
              <a:t>Type files</a:t>
            </a:r>
            <a:r>
              <a:rPr sz="1400" b="0" i="1">
                <a:latin typeface="Aptos"/>
              </a:rPr>
              <a:t>  (advanced)</a:t>
            </a:r>
          </a:p>
        </p:txBody>
      </p:sp>
      <p:sp>
        <p:nvSpPr>
          <p:cNvPr id="24" name="Resource divider 3"/>
          <p:cNvSpPr/>
          <p:nvPr/>
        </p:nvSpPr>
        <p:spPr>
          <a:xfrm>
            <a:off x="5394960" y="3465576"/>
            <a:ext cx="2926080" cy="8890"/>
          </a:xfrm>
          <a:prstGeom prst="rect">
            <a:avLst/>
          </a:prstGeom>
          <a:solidFill>
            <a:srgbClr val="3C4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source marker 4"/>
          <p:cNvSpPr/>
          <p:nvPr/>
        </p:nvSpPr>
        <p:spPr>
          <a:xfrm>
            <a:off x="4956048" y="3758184"/>
            <a:ext cx="274320" cy="25400"/>
          </a:xfrm>
          <a:prstGeom prst="rect">
            <a:avLst/>
          </a:prstGeom>
          <a:solidFill>
            <a:srgbClr val="ED1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source item 4"/>
          <p:cNvSpPr txBox="1"/>
          <p:nvPr/>
        </p:nvSpPr>
        <p:spPr>
          <a:xfrm>
            <a:off x="5394960" y="3602736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latin typeface="Aptos"/>
              </a:rPr>
              <a:t>Other data files</a:t>
            </a:r>
            <a:r>
              <a:rPr sz="1400" b="0" i="1">
                <a:latin typeface="Aptos"/>
              </a:rPr>
              <a:t>  (as needed)</a:t>
            </a:r>
          </a:p>
        </p:txBody>
      </p:sp>
    </p:spTree>
    <p:extLst>
      <p:ext uri="{BB962C8B-B14F-4D97-AF65-F5344CB8AC3E}">
        <p14:creationId xmlns:p14="http://schemas.microsoft.com/office/powerpoint/2010/main" val="2526391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A9612-B1BA-7940-7217-DF6EBE8C3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Templating tools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A04D542-B25C-C79E-7BBD-C229DC85013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44685411"/>
              </p:ext>
            </p:extLst>
          </p:nvPr>
        </p:nvGraphicFramePr>
        <p:xfrm>
          <a:off x="457200" y="1200150"/>
          <a:ext cx="4038600" cy="3394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53D3059-DE10-16DF-3D99-52180A72724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88569147"/>
              </p:ext>
            </p:extLst>
          </p:nvPr>
        </p:nvGraphicFramePr>
        <p:xfrm>
          <a:off x="4648200" y="1200150"/>
          <a:ext cx="4038600" cy="3394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8512371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5AE15E-92D5-F5FD-E86F-4C935D5C7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Publishing modules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4B6B58A-8B25-0D9B-6983-8C1F58DA8C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6828740"/>
              </p:ext>
            </p:extLst>
          </p:nvPr>
        </p:nvGraphicFramePr>
        <p:xfrm>
          <a:off x="457200" y="1200150"/>
          <a:ext cx="8229600" cy="3394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81281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DB64C-31DA-0879-46BF-A47F406CE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topics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5D3F060-CB4A-457C-97EB-0E4ACDCD87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3373710"/>
              </p:ext>
            </p:extLst>
          </p:nvPr>
        </p:nvGraphicFramePr>
        <p:xfrm>
          <a:off x="457200" y="1200150"/>
          <a:ext cx="8229600" cy="3394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797571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206C5-0C79-FD0B-8F71-6FE774172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A968E-3943-5956-B534-395D3F788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Your feedback is very important to us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5F165-193C-C5B6-5A53-78C0D9F94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0"/>
            <a:ext cx="6078071" cy="33940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 the QR code or search for “Converge360 Events” in your app store</a:t>
            </a:r>
          </a:p>
          <a:p>
            <a:r>
              <a:rPr lang="en-US" dirty="0"/>
              <a:t>Find this session on the Agenda tab in the App</a:t>
            </a:r>
          </a:p>
          <a:p>
            <a:r>
              <a:rPr lang="en-US" dirty="0"/>
              <a:t>Click “Session Evaluation”</a:t>
            </a:r>
          </a:p>
          <a:p>
            <a:r>
              <a:rPr lang="en-US" dirty="0"/>
              <a:t>Thank you!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50D705-827D-2A00-CEFD-BDFB7C454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68353" y="1200150"/>
            <a:ext cx="1918447" cy="192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09497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245</TotalTime>
  <Words>832</Words>
  <Application>Microsoft Office PowerPoint</Application>
  <PresentationFormat>On-screen Show (16:9)</PresentationFormat>
  <Paragraphs>199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Arial</vt:lpstr>
      <vt:lpstr>Calibri</vt:lpstr>
      <vt:lpstr>Consolas</vt:lpstr>
      <vt:lpstr>Montserrat</vt:lpstr>
      <vt:lpstr>Montserrat SemiBold</vt:lpstr>
      <vt:lpstr>Custom Design</vt:lpstr>
      <vt:lpstr>PowerPoint Presentation</vt:lpstr>
      <vt:lpstr>Your feedback is very important to us</vt:lpstr>
      <vt:lpstr>Sean Wheeler</vt:lpstr>
      <vt:lpstr>Steven Judd</vt:lpstr>
      <vt:lpstr>Lab materials</vt:lpstr>
      <vt:lpstr>Agenda</vt:lpstr>
      <vt:lpstr>PowerShell fundamentals</vt:lpstr>
      <vt:lpstr>Scopes</vt:lpstr>
      <vt:lpstr>Advanced functions</vt:lpstr>
      <vt:lpstr>Command design</vt:lpstr>
      <vt:lpstr>Enhancing Usability</vt:lpstr>
      <vt:lpstr>Structure &amp; Consistency</vt:lpstr>
      <vt:lpstr>Coding style</vt:lpstr>
      <vt:lpstr>Module design</vt:lpstr>
      <vt:lpstr>Templating tools</vt:lpstr>
      <vt:lpstr>Publishing modules</vt:lpstr>
      <vt:lpstr>Advanced topics</vt:lpstr>
      <vt:lpstr>Your feedback is very important to us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>Sean Wheeler</cp:lastModifiedBy>
  <cp:revision>7</cp:revision>
  <dcterms:created xsi:type="dcterms:W3CDTF">2015-02-16T21:29:58Z</dcterms:created>
  <dcterms:modified xsi:type="dcterms:W3CDTF">2026-07-30T00:02:52Z</dcterms:modified>
</cp:coreProperties>
</file>