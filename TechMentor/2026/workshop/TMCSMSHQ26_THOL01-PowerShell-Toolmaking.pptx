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notesMasterIdLst>
    <p:notesMasterId r:id="rId20"/>
  </p:notesMasterIdLst>
  <p:handoutMasterIdLst>
    <p:handoutMasterId r:id="rId21"/>
  </p:handoutMasterIdLst>
  <p:sldIdLst>
    <p:sldId id="258" r:id="rId2"/>
    <p:sldId id="259" r:id="rId3"/>
    <p:sldId id="263" r:id="rId4"/>
    <p:sldId id="264" r:id="rId5"/>
    <p:sldId id="265" r:id="rId6"/>
    <p:sldId id="289" r:id="rId7"/>
    <p:sldId id="296" r:id="rId8"/>
    <p:sldId id="290" r:id="rId9"/>
    <p:sldId id="298" r:id="rId10"/>
    <p:sldId id="299" r:id="rId11"/>
    <p:sldId id="300" r:id="rId12"/>
    <p:sldId id="297" r:id="rId13"/>
    <p:sldId id="291" r:id="rId14"/>
    <p:sldId id="292" r:id="rId15"/>
    <p:sldId id="293" r:id="rId16"/>
    <p:sldId id="294" r:id="rId17"/>
    <p:sldId id="262" r:id="rId18"/>
    <p:sldId id="261" r:id="rId1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>
          <p15:clr>
            <a:srgbClr val="A4A3A4"/>
          </p15:clr>
        </p15:guide>
        <p15:guide id="2" orient="horz" pos="2820">
          <p15:clr>
            <a:srgbClr val="A4A3A4"/>
          </p15:clr>
        </p15:guide>
        <p15:guide id="3" pos="2880">
          <p15:clr>
            <a:srgbClr val="A4A3A4"/>
          </p15:clr>
        </p15:guide>
        <p15:guide id="4" pos="56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CC33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CDDC"/>
    <a:srgbClr val="35A5C9"/>
    <a:srgbClr val="ED1C5E"/>
    <a:srgbClr val="23B0E6"/>
    <a:srgbClr val="8064A2"/>
    <a:srgbClr val="6179A8"/>
    <a:srgbClr val="5EAFA6"/>
    <a:srgbClr val="5CB565"/>
    <a:srgbClr val="F774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663AC9-0BBF-4B90-847F-7A67AF8BB8D9}" v="58" dt="2026-07-11T14:56:00.2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59" autoAdjust="0"/>
    <p:restoredTop sz="87600" autoAdjust="0"/>
  </p:normalViewPr>
  <p:slideViewPr>
    <p:cSldViewPr>
      <p:cViewPr varScale="1">
        <p:scale>
          <a:sx n="46" d="100"/>
          <a:sy n="46" d="100"/>
        </p:scale>
        <p:origin x="40" y="400"/>
      </p:cViewPr>
      <p:guideLst>
        <p:guide orient="horz" pos="708"/>
        <p:guide orient="horz" pos="2820"/>
        <p:guide pos="2880"/>
        <p:guide pos="56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155" y="8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n Wheeler" userId="3e7f51299f225c99" providerId="LiveId" clId="{731068E6-5077-4FB3-869C-4E68B251A54E}"/>
    <pc:docChg chg="undo custSel addSld delSld modSld sldOrd">
      <pc:chgData name="Sean Wheeler" userId="3e7f51299f225c99" providerId="LiveId" clId="{731068E6-5077-4FB3-869C-4E68B251A54E}" dt="2026-07-11T15:04:19.070" v="413" actId="20577"/>
      <pc:docMkLst>
        <pc:docMk/>
      </pc:docMkLst>
      <pc:sldChg chg="add del">
        <pc:chgData name="Sean Wheeler" userId="3e7f51299f225c99" providerId="LiveId" clId="{731068E6-5077-4FB3-869C-4E68B251A54E}" dt="2026-07-11T14:23:55.487" v="6"/>
        <pc:sldMkLst>
          <pc:docMk/>
          <pc:sldMk cId="0" sldId="256"/>
        </pc:sldMkLst>
      </pc:sldChg>
      <pc:sldChg chg="addSp modSp mod">
        <pc:chgData name="Sean Wheeler" userId="3e7f51299f225c99" providerId="LiveId" clId="{731068E6-5077-4FB3-869C-4E68B251A54E}" dt="2026-07-11T14:41:03.974" v="171" actId="207"/>
        <pc:sldMkLst>
          <pc:docMk/>
          <pc:sldMk cId="405188728" sldId="258"/>
        </pc:sldMkLst>
        <pc:spChg chg="add mod">
          <ac:chgData name="Sean Wheeler" userId="3e7f51299f225c99" providerId="LiveId" clId="{731068E6-5077-4FB3-869C-4E68B251A54E}" dt="2026-07-11T14:32:02.696" v="53" actId="6549"/>
          <ac:spMkLst>
            <pc:docMk/>
            <pc:sldMk cId="405188728" sldId="258"/>
            <ac:spMk id="3" creationId="{F0EAB9F5-3016-1666-E043-C4A2324720C8}"/>
          </ac:spMkLst>
        </pc:spChg>
        <pc:spChg chg="add mod">
          <ac:chgData name="Sean Wheeler" userId="3e7f51299f225c99" providerId="LiveId" clId="{731068E6-5077-4FB3-869C-4E68B251A54E}" dt="2026-07-11T14:41:03.974" v="171" actId="207"/>
          <ac:spMkLst>
            <pc:docMk/>
            <pc:sldMk cId="405188728" sldId="258"/>
            <ac:spMk id="5" creationId="{7458DB5E-DF8A-A42F-ABCD-23FC941977BC}"/>
          </ac:spMkLst>
        </pc:spChg>
        <pc:spChg chg="mod">
          <ac:chgData name="Sean Wheeler" userId="3e7f51299f225c99" providerId="LiveId" clId="{731068E6-5077-4FB3-869C-4E68B251A54E}" dt="2026-07-11T14:41:03.974" v="171" actId="207"/>
          <ac:spMkLst>
            <pc:docMk/>
            <pc:sldMk cId="405188728" sldId="258"/>
            <ac:spMk id="6" creationId="{00000000-0000-0000-0000-000000000000}"/>
          </ac:spMkLst>
        </pc:spChg>
        <pc:spChg chg="mod">
          <ac:chgData name="Sean Wheeler" userId="3e7f51299f225c99" providerId="LiveId" clId="{731068E6-5077-4FB3-869C-4E68B251A54E}" dt="2026-07-11T14:38:10.678" v="155" actId="122"/>
          <ac:spMkLst>
            <pc:docMk/>
            <pc:sldMk cId="405188728" sldId="258"/>
            <ac:spMk id="7" creationId="{00000000-0000-0000-0000-000000000000}"/>
          </ac:spMkLst>
        </pc:spChg>
        <pc:spChg chg="mod">
          <ac:chgData name="Sean Wheeler" userId="3e7f51299f225c99" providerId="LiveId" clId="{731068E6-5077-4FB3-869C-4E68B251A54E}" dt="2026-07-11T14:31:18.823" v="42" actId="1035"/>
          <ac:spMkLst>
            <pc:docMk/>
            <pc:sldMk cId="405188728" sldId="258"/>
            <ac:spMk id="8" creationId="{00000000-0000-0000-0000-000000000000}"/>
          </ac:spMkLst>
        </pc:spChg>
      </pc:sldChg>
      <pc:sldChg chg="ord">
        <pc:chgData name="Sean Wheeler" userId="3e7f51299f225c99" providerId="LiveId" clId="{731068E6-5077-4FB3-869C-4E68B251A54E}" dt="2026-07-11T14:49:36.672" v="282"/>
        <pc:sldMkLst>
          <pc:docMk/>
          <pc:sldMk cId="1281067068" sldId="262"/>
        </pc:sldMkLst>
      </pc:sldChg>
      <pc:sldChg chg="add del">
        <pc:chgData name="Sean Wheeler" userId="3e7f51299f225c99" providerId="LiveId" clId="{731068E6-5077-4FB3-869C-4E68B251A54E}" dt="2026-07-11T14:23:55.487" v="6"/>
        <pc:sldMkLst>
          <pc:docMk/>
          <pc:sldMk cId="0" sldId="263"/>
        </pc:sldMkLst>
      </pc:sldChg>
      <pc:sldChg chg="addSp delSp modSp new mod">
        <pc:chgData name="Sean Wheeler" userId="3e7f51299f225c99" providerId="LiveId" clId="{731068E6-5077-4FB3-869C-4E68B251A54E}" dt="2026-07-11T14:45:30.840" v="197" actId="404"/>
        <pc:sldMkLst>
          <pc:docMk/>
          <pc:sldMk cId="4291677510" sldId="263"/>
        </pc:sldMkLst>
        <pc:spChg chg="del">
          <ac:chgData name="Sean Wheeler" userId="3e7f51299f225c99" providerId="LiveId" clId="{731068E6-5077-4FB3-869C-4E68B251A54E}" dt="2026-07-11T14:42:29.226" v="177" actId="478"/>
          <ac:spMkLst>
            <pc:docMk/>
            <pc:sldMk cId="4291677510" sldId="263"/>
            <ac:spMk id="2" creationId="{2EB21295-5D9F-A62C-7BFC-4269F3B7CC72}"/>
          </ac:spMkLst>
        </pc:spChg>
        <pc:spChg chg="del">
          <ac:chgData name="Sean Wheeler" userId="3e7f51299f225c99" providerId="LiveId" clId="{731068E6-5077-4FB3-869C-4E68B251A54E}" dt="2026-07-11T14:42:29.226" v="177" actId="478"/>
          <ac:spMkLst>
            <pc:docMk/>
            <pc:sldMk cId="4291677510" sldId="263"/>
            <ac:spMk id="3" creationId="{7C864EF0-1ABD-6BA6-C2AB-B187D9C15614}"/>
          </ac:spMkLst>
        </pc:spChg>
        <pc:spChg chg="add mod">
          <ac:chgData name="Sean Wheeler" userId="3e7f51299f225c99" providerId="LiveId" clId="{731068E6-5077-4FB3-869C-4E68B251A54E}" dt="2026-07-11T14:42:17.567" v="176"/>
          <ac:spMkLst>
            <pc:docMk/>
            <pc:sldMk cId="4291677510" sldId="263"/>
            <ac:spMk id="5" creationId="{DBAD4817-A423-F32F-5468-83E09E2FACFF}"/>
          </ac:spMkLst>
        </pc:spChg>
        <pc:spChg chg="add mod">
          <ac:chgData name="Sean Wheeler" userId="3e7f51299f225c99" providerId="LiveId" clId="{731068E6-5077-4FB3-869C-4E68B251A54E}" dt="2026-07-11T14:42:17.567" v="176"/>
          <ac:spMkLst>
            <pc:docMk/>
            <pc:sldMk cId="4291677510" sldId="263"/>
            <ac:spMk id="6" creationId="{2F66FF6A-D463-8F9D-F2F9-93CD19A59538}"/>
          </ac:spMkLst>
        </pc:spChg>
        <pc:spChg chg="add mod">
          <ac:chgData name="Sean Wheeler" userId="3e7f51299f225c99" providerId="LiveId" clId="{731068E6-5077-4FB3-869C-4E68B251A54E}" dt="2026-07-11T14:42:06.509" v="173"/>
          <ac:spMkLst>
            <pc:docMk/>
            <pc:sldMk cId="4291677510" sldId="263"/>
            <ac:spMk id="7" creationId="{22F5008D-69E9-32C6-9A7F-6755D7F68871}"/>
          </ac:spMkLst>
        </pc:spChg>
        <pc:spChg chg="add mod">
          <ac:chgData name="Sean Wheeler" userId="3e7f51299f225c99" providerId="LiveId" clId="{731068E6-5077-4FB3-869C-4E68B251A54E}" dt="2026-07-11T14:42:06.509" v="173"/>
          <ac:spMkLst>
            <pc:docMk/>
            <pc:sldMk cId="4291677510" sldId="263"/>
            <ac:spMk id="8" creationId="{926293A9-7457-324D-5F14-57201E1D58BB}"/>
          </ac:spMkLst>
        </pc:spChg>
        <pc:spChg chg="add mod">
          <ac:chgData name="Sean Wheeler" userId="3e7f51299f225c99" providerId="LiveId" clId="{731068E6-5077-4FB3-869C-4E68B251A54E}" dt="2026-07-11T14:44:18.866" v="188" actId="14100"/>
          <ac:spMkLst>
            <pc:docMk/>
            <pc:sldMk cId="4291677510" sldId="263"/>
            <ac:spMk id="11" creationId="{646CD89D-9AD0-61F3-B8F4-6A69B0655D4B}"/>
          </ac:spMkLst>
        </pc:spChg>
        <pc:spChg chg="add mod">
          <ac:chgData name="Sean Wheeler" userId="3e7f51299f225c99" providerId="LiveId" clId="{731068E6-5077-4FB3-869C-4E68B251A54E}" dt="2026-07-11T14:44:30.099" v="190" actId="14100"/>
          <ac:spMkLst>
            <pc:docMk/>
            <pc:sldMk cId="4291677510" sldId="263"/>
            <ac:spMk id="12" creationId="{68A7E6BB-9B69-B487-789A-C283499CCA1C}"/>
          </ac:spMkLst>
        </pc:spChg>
        <pc:spChg chg="add mod ord">
          <ac:chgData name="Sean Wheeler" userId="3e7f51299f225c99" providerId="LiveId" clId="{731068E6-5077-4FB3-869C-4E68B251A54E}" dt="2026-07-11T14:44:02.007" v="186" actId="1076"/>
          <ac:spMkLst>
            <pc:docMk/>
            <pc:sldMk cId="4291677510" sldId="263"/>
            <ac:spMk id="13" creationId="{AF689226-2C93-E0FB-48C8-895A1B6B43C1}"/>
          </ac:spMkLst>
        </pc:spChg>
        <pc:spChg chg="add mod">
          <ac:chgData name="Sean Wheeler" userId="3e7f51299f225c99" providerId="LiveId" clId="{731068E6-5077-4FB3-869C-4E68B251A54E}" dt="2026-07-11T14:45:30.840" v="197" actId="404"/>
          <ac:spMkLst>
            <pc:docMk/>
            <pc:sldMk cId="4291677510" sldId="263"/>
            <ac:spMk id="14" creationId="{5AAEE904-6470-F578-4894-15DD97786DCA}"/>
          </ac:spMkLst>
        </pc:spChg>
        <pc:picChg chg="add mod">
          <ac:chgData name="Sean Wheeler" userId="3e7f51299f225c99" providerId="LiveId" clId="{731068E6-5077-4FB3-869C-4E68B251A54E}" dt="2026-07-11T14:42:17.567" v="176"/>
          <ac:picMkLst>
            <pc:docMk/>
            <pc:sldMk cId="4291677510" sldId="263"/>
            <ac:picMk id="4" creationId="{A4B6380B-3076-34F0-0B15-86A4DF747F97}"/>
          </ac:picMkLst>
        </pc:picChg>
        <pc:picChg chg="add mod">
          <ac:chgData name="Sean Wheeler" userId="3e7f51299f225c99" providerId="LiveId" clId="{731068E6-5077-4FB3-869C-4E68B251A54E}" dt="2026-07-11T14:42:06.509" v="173"/>
          <ac:picMkLst>
            <pc:docMk/>
            <pc:sldMk cId="4291677510" sldId="263"/>
            <ac:picMk id="9" creationId="{D40573B7-A702-6FFF-213D-7D4ACE2FCC5E}"/>
          </ac:picMkLst>
        </pc:picChg>
        <pc:picChg chg="add mod">
          <ac:chgData name="Sean Wheeler" userId="3e7f51299f225c99" providerId="LiveId" clId="{731068E6-5077-4FB3-869C-4E68B251A54E}" dt="2026-07-11T14:44:02.007" v="186" actId="1076"/>
          <ac:picMkLst>
            <pc:docMk/>
            <pc:sldMk cId="4291677510" sldId="263"/>
            <ac:picMk id="10" creationId="{3C06FDFB-EA1B-3DA8-1577-8BECAF4A7CDA}"/>
          </ac:picMkLst>
        </pc:picChg>
        <pc:picChg chg="add mod">
          <ac:chgData name="Sean Wheeler" userId="3e7f51299f225c99" providerId="LiveId" clId="{731068E6-5077-4FB3-869C-4E68B251A54E}" dt="2026-07-11T14:44:48.557" v="191" actId="1076"/>
          <ac:picMkLst>
            <pc:docMk/>
            <pc:sldMk cId="4291677510" sldId="263"/>
            <ac:picMk id="15" creationId="{5FC7EE1F-0D11-AF34-6EE2-0BFC3D99E37C}"/>
          </ac:picMkLst>
        </pc:picChg>
      </pc:sldChg>
      <pc:sldChg chg="add del">
        <pc:chgData name="Sean Wheeler" userId="3e7f51299f225c99" providerId="LiveId" clId="{731068E6-5077-4FB3-869C-4E68B251A54E}" dt="2026-07-11T14:23:55.487" v="6"/>
        <pc:sldMkLst>
          <pc:docMk/>
          <pc:sldMk cId="0" sldId="264"/>
        </pc:sldMkLst>
      </pc:sldChg>
      <pc:sldChg chg="addSp delSp modSp add mod">
        <pc:chgData name="Sean Wheeler" userId="3e7f51299f225c99" providerId="LiveId" clId="{731068E6-5077-4FB3-869C-4E68B251A54E}" dt="2026-07-11T15:03:06.853" v="353" actId="20577"/>
        <pc:sldMkLst>
          <pc:docMk/>
          <pc:sldMk cId="1771943382" sldId="264"/>
        </pc:sldMkLst>
        <pc:spChg chg="mod">
          <ac:chgData name="Sean Wheeler" userId="3e7f51299f225c99" providerId="LiveId" clId="{731068E6-5077-4FB3-869C-4E68B251A54E}" dt="2026-07-11T15:03:06.853" v="353" actId="20577"/>
          <ac:spMkLst>
            <pc:docMk/>
            <pc:sldMk cId="1771943382" sldId="264"/>
            <ac:spMk id="11" creationId="{45A1B96C-2AFE-3EE1-33C0-95147BC98FA7}"/>
          </ac:spMkLst>
        </pc:spChg>
        <pc:spChg chg="mod">
          <ac:chgData name="Sean Wheeler" userId="3e7f51299f225c99" providerId="LiveId" clId="{731068E6-5077-4FB3-869C-4E68B251A54E}" dt="2026-07-11T14:47:05.385" v="243" actId="20577"/>
          <ac:spMkLst>
            <pc:docMk/>
            <pc:sldMk cId="1771943382" sldId="264"/>
            <ac:spMk id="12" creationId="{98716470-F9B0-5D22-0364-7BA7DAF2CD5C}"/>
          </ac:spMkLst>
        </pc:spChg>
        <pc:spChg chg="mod">
          <ac:chgData name="Sean Wheeler" userId="3e7f51299f225c99" providerId="LiveId" clId="{731068E6-5077-4FB3-869C-4E68B251A54E}" dt="2026-07-11T14:47:34.617" v="250" actId="404"/>
          <ac:spMkLst>
            <pc:docMk/>
            <pc:sldMk cId="1771943382" sldId="264"/>
            <ac:spMk id="14" creationId="{4586781D-AAF5-4F26-0A47-02D3CA92B8EF}"/>
          </ac:spMkLst>
        </pc:spChg>
        <pc:picChg chg="add mod">
          <ac:chgData name="Sean Wheeler" userId="3e7f51299f225c99" providerId="LiveId" clId="{731068E6-5077-4FB3-869C-4E68B251A54E}" dt="2026-07-11T14:59:16.960" v="342" actId="1076"/>
          <ac:picMkLst>
            <pc:docMk/>
            <pc:sldMk cId="1771943382" sldId="264"/>
            <ac:picMk id="2" creationId="{B1E567D5-B87D-5030-A73D-A129DF21C122}"/>
          </ac:picMkLst>
        </pc:picChg>
        <pc:picChg chg="add mod">
          <ac:chgData name="Sean Wheeler" userId="3e7f51299f225c99" providerId="LiveId" clId="{731068E6-5077-4FB3-869C-4E68B251A54E}" dt="2026-07-11T14:47:55.251" v="253" actId="1076"/>
          <ac:picMkLst>
            <pc:docMk/>
            <pc:sldMk cId="1771943382" sldId="264"/>
            <ac:picMk id="4" creationId="{5A9EAF4E-C07D-28EC-23B5-BEF4B5415705}"/>
          </ac:picMkLst>
        </pc:picChg>
        <pc:picChg chg="del">
          <ac:chgData name="Sean Wheeler" userId="3e7f51299f225c99" providerId="LiveId" clId="{731068E6-5077-4FB3-869C-4E68B251A54E}" dt="2026-07-11T14:46:29.299" v="199" actId="478"/>
          <ac:picMkLst>
            <pc:docMk/>
            <pc:sldMk cId="1771943382" sldId="264"/>
            <ac:picMk id="10" creationId="{30772486-1A71-33DE-85AB-74D7E78A44D8}"/>
          </ac:picMkLst>
        </pc:picChg>
        <pc:picChg chg="del">
          <ac:chgData name="Sean Wheeler" userId="3e7f51299f225c99" providerId="LiveId" clId="{731068E6-5077-4FB3-869C-4E68B251A54E}" dt="2026-07-11T14:47:40.947" v="251" actId="478"/>
          <ac:picMkLst>
            <pc:docMk/>
            <pc:sldMk cId="1771943382" sldId="264"/>
            <ac:picMk id="15" creationId="{E3D89C40-8E37-47C2-2D2E-2EDDB6CBBE58}"/>
          </ac:picMkLst>
        </pc:picChg>
      </pc:sldChg>
      <pc:sldChg chg="addSp delSp modSp add mod">
        <pc:chgData name="Sean Wheeler" userId="3e7f51299f225c99" providerId="LiveId" clId="{731068E6-5077-4FB3-869C-4E68B251A54E}" dt="2026-07-11T14:49:21.866" v="280"/>
        <pc:sldMkLst>
          <pc:docMk/>
          <pc:sldMk cId="1331626352" sldId="265"/>
        </pc:sldMkLst>
        <pc:spChg chg="mod">
          <ac:chgData name="Sean Wheeler" userId="3e7f51299f225c99" providerId="LiveId" clId="{731068E6-5077-4FB3-869C-4E68B251A54E}" dt="2026-07-11T14:48:44.027" v="274" actId="20577"/>
          <ac:spMkLst>
            <pc:docMk/>
            <pc:sldMk cId="1331626352" sldId="265"/>
            <ac:spMk id="2" creationId="{2CFBAFE7-2526-CA86-894C-93A451EFE0C5}"/>
          </ac:spMkLst>
        </pc:spChg>
        <pc:spChg chg="del">
          <ac:chgData name="Sean Wheeler" userId="3e7f51299f225c99" providerId="LiveId" clId="{731068E6-5077-4FB3-869C-4E68B251A54E}" dt="2026-07-11T14:49:05.466" v="275" actId="478"/>
          <ac:spMkLst>
            <pc:docMk/>
            <pc:sldMk cId="1331626352" sldId="265"/>
            <ac:spMk id="3" creationId="{27DA597D-2137-E79F-6B25-1AA6FF797BF1}"/>
          </ac:spMkLst>
        </pc:spChg>
        <pc:spChg chg="add mod">
          <ac:chgData name="Sean Wheeler" userId="3e7f51299f225c99" providerId="LiveId" clId="{731068E6-5077-4FB3-869C-4E68B251A54E}" dt="2026-07-11T14:49:21.852" v="279"/>
          <ac:spMkLst>
            <pc:docMk/>
            <pc:sldMk cId="1331626352" sldId="265"/>
            <ac:spMk id="4" creationId="{F5656D0E-95B6-1404-B4CB-4C80173A8C33}"/>
          </ac:spMkLst>
        </pc:spChg>
        <pc:spChg chg="add mod">
          <ac:chgData name="Sean Wheeler" userId="3e7f51299f225c99" providerId="LiveId" clId="{731068E6-5077-4FB3-869C-4E68B251A54E}" dt="2026-07-11T14:49:21.852" v="279"/>
          <ac:spMkLst>
            <pc:docMk/>
            <pc:sldMk cId="1331626352" sldId="265"/>
            <ac:spMk id="5" creationId="{27A99693-99E6-E39D-748F-8B59E36E1FE2}"/>
          </ac:spMkLst>
        </pc:spChg>
        <pc:spChg chg="add mod">
          <ac:chgData name="Sean Wheeler" userId="3e7f51299f225c99" providerId="LiveId" clId="{731068E6-5077-4FB3-869C-4E68B251A54E}" dt="2026-07-11T14:49:21.866" v="280"/>
          <ac:spMkLst>
            <pc:docMk/>
            <pc:sldMk cId="1331626352" sldId="265"/>
            <ac:spMk id="6" creationId="{991A1954-36E0-2C4C-6677-0AE5624E1BB2}"/>
          </ac:spMkLst>
        </pc:spChg>
        <pc:spChg chg="add mod">
          <ac:chgData name="Sean Wheeler" userId="3e7f51299f225c99" providerId="LiveId" clId="{731068E6-5077-4FB3-869C-4E68B251A54E}" dt="2026-07-11T14:49:21.866" v="280"/>
          <ac:spMkLst>
            <pc:docMk/>
            <pc:sldMk cId="1331626352" sldId="265"/>
            <ac:spMk id="7" creationId="{F13751D4-6769-93ED-79C4-40C3BBA5C5F4}"/>
          </ac:spMkLst>
        </pc:spChg>
      </pc:sldChg>
      <pc:sldChg chg="add del">
        <pc:chgData name="Sean Wheeler" userId="3e7f51299f225c99" providerId="LiveId" clId="{731068E6-5077-4FB3-869C-4E68B251A54E}" dt="2026-07-11T14:23:55.487" v="6"/>
        <pc:sldMkLst>
          <pc:docMk/>
          <pc:sldMk cId="2557261021" sldId="288"/>
        </pc:sldMkLst>
      </pc:sldChg>
      <pc:sldChg chg="modSp add del mod modClrScheme chgLayout">
        <pc:chgData name="Sean Wheeler" userId="3e7f51299f225c99" providerId="LiveId" clId="{731068E6-5077-4FB3-869C-4E68B251A54E}" dt="2026-07-11T14:50:43.092" v="289" actId="27636"/>
        <pc:sldMkLst>
          <pc:docMk/>
          <pc:sldMk cId="951770230" sldId="289"/>
        </pc:sldMkLst>
        <pc:spChg chg="mod ord">
          <ac:chgData name="Sean Wheeler" userId="3e7f51299f225c99" providerId="LiveId" clId="{731068E6-5077-4FB3-869C-4E68B251A54E}" dt="2026-07-11T14:50:43.092" v="289" actId="27636"/>
          <ac:spMkLst>
            <pc:docMk/>
            <pc:sldMk cId="951770230" sldId="289"/>
            <ac:spMk id="2" creationId="{12E00FBD-9F34-9F3C-D088-0209DB488539}"/>
          </ac:spMkLst>
        </pc:spChg>
        <pc:spChg chg="mod ord">
          <ac:chgData name="Sean Wheeler" userId="3e7f51299f225c99" providerId="LiveId" clId="{731068E6-5077-4FB3-869C-4E68B251A54E}" dt="2026-07-11T14:50:43.090" v="287" actId="27636"/>
          <ac:spMkLst>
            <pc:docMk/>
            <pc:sldMk cId="951770230" sldId="289"/>
            <ac:spMk id="3" creationId="{F2F50E00-7506-F0CE-3022-D15D491CCB1E}"/>
          </ac:spMkLst>
        </pc:spChg>
        <pc:spChg chg="mod ord">
          <ac:chgData name="Sean Wheeler" userId="3e7f51299f225c99" providerId="LiveId" clId="{731068E6-5077-4FB3-869C-4E68B251A54E}" dt="2026-07-11T14:50:43.091" v="288" actId="27636"/>
          <ac:spMkLst>
            <pc:docMk/>
            <pc:sldMk cId="951770230" sldId="289"/>
            <ac:spMk id="4" creationId="{BC8CBC26-C8D0-1473-A87B-52513F84F44A}"/>
          </ac:spMkLst>
        </pc:spChg>
      </pc:sldChg>
      <pc:sldChg chg="delSp modSp add del mod modClrScheme chgLayout">
        <pc:chgData name="Sean Wheeler" userId="3e7f51299f225c99" providerId="LiveId" clId="{731068E6-5077-4FB3-869C-4E68B251A54E}" dt="2026-07-11T14:53:29.522" v="313" actId="27636"/>
        <pc:sldMkLst>
          <pc:docMk/>
          <pc:sldMk cId="3218458389" sldId="290"/>
        </pc:sldMkLst>
        <pc:spChg chg="del mod ord">
          <ac:chgData name="Sean Wheeler" userId="3e7f51299f225c99" providerId="LiveId" clId="{731068E6-5077-4FB3-869C-4E68B251A54E}" dt="2026-07-11T14:53:29.496" v="311" actId="700"/>
          <ac:spMkLst>
            <pc:docMk/>
            <pc:sldMk cId="3218458389" sldId="290"/>
            <ac:spMk id="2" creationId="{D5E1470A-5A9F-A12B-8311-05D439007368}"/>
          </ac:spMkLst>
        </pc:spChg>
        <pc:spChg chg="mod ord">
          <ac:chgData name="Sean Wheeler" userId="3e7f51299f225c99" providerId="LiveId" clId="{731068E6-5077-4FB3-869C-4E68B251A54E}" dt="2026-07-11T14:53:29.517" v="312" actId="27636"/>
          <ac:spMkLst>
            <pc:docMk/>
            <pc:sldMk cId="3218458389" sldId="290"/>
            <ac:spMk id="3" creationId="{7F2E6596-01AD-A2A3-2584-D3AC9117F47C}"/>
          </ac:spMkLst>
        </pc:spChg>
        <pc:spChg chg="mod ord">
          <ac:chgData name="Sean Wheeler" userId="3e7f51299f225c99" providerId="LiveId" clId="{731068E6-5077-4FB3-869C-4E68B251A54E}" dt="2026-07-11T14:53:29.522" v="313" actId="27636"/>
          <ac:spMkLst>
            <pc:docMk/>
            <pc:sldMk cId="3218458389" sldId="290"/>
            <ac:spMk id="4" creationId="{2B1258DD-15A4-DC46-8D83-EA9DCF8AD3A1}"/>
          </ac:spMkLst>
        </pc:spChg>
      </pc:sldChg>
      <pc:sldChg chg="addSp delSp modSp add del mod modClrScheme chgLayout">
        <pc:chgData name="Sean Wheeler" userId="3e7f51299f225c99" providerId="LiveId" clId="{731068E6-5077-4FB3-869C-4E68B251A54E}" dt="2026-07-11T14:54:36.530" v="323" actId="27636"/>
        <pc:sldMkLst>
          <pc:docMk/>
          <pc:sldMk cId="168701441" sldId="291"/>
        </pc:sldMkLst>
        <pc:spChg chg="mod ord">
          <ac:chgData name="Sean Wheeler" userId="3e7f51299f225c99" providerId="LiveId" clId="{731068E6-5077-4FB3-869C-4E68B251A54E}" dt="2026-07-11T14:54:36.525" v="321" actId="27636"/>
          <ac:spMkLst>
            <pc:docMk/>
            <pc:sldMk cId="168701441" sldId="291"/>
            <ac:spMk id="2" creationId="{8EA7E036-0A25-625B-EE1C-B6156EE55222}"/>
          </ac:spMkLst>
        </pc:spChg>
        <pc:spChg chg="mod ord">
          <ac:chgData name="Sean Wheeler" userId="3e7f51299f225c99" providerId="LiveId" clId="{731068E6-5077-4FB3-869C-4E68B251A54E}" dt="2026-07-11T14:54:36.530" v="323" actId="27636"/>
          <ac:spMkLst>
            <pc:docMk/>
            <pc:sldMk cId="168701441" sldId="291"/>
            <ac:spMk id="3" creationId="{3A2935AF-2030-30C7-6B03-DA712D534E0F}"/>
          </ac:spMkLst>
        </pc:spChg>
        <pc:spChg chg="del mod ord">
          <ac:chgData name="Sean Wheeler" userId="3e7f51299f225c99" providerId="LiveId" clId="{731068E6-5077-4FB3-869C-4E68B251A54E}" dt="2026-07-11T14:54:36.500" v="320" actId="700"/>
          <ac:spMkLst>
            <pc:docMk/>
            <pc:sldMk cId="168701441" sldId="291"/>
            <ac:spMk id="4" creationId="{6D3A9585-AE23-5BBD-FA97-6E891F455480}"/>
          </ac:spMkLst>
        </pc:spChg>
        <pc:spChg chg="add mod ord">
          <ac:chgData name="Sean Wheeler" userId="3e7f51299f225c99" providerId="LiveId" clId="{731068E6-5077-4FB3-869C-4E68B251A54E}" dt="2026-07-11T14:54:36.529" v="322" actId="27636"/>
          <ac:spMkLst>
            <pc:docMk/>
            <pc:sldMk cId="168701441" sldId="291"/>
            <ac:spMk id="5" creationId="{4EC486C5-71A1-A0B0-E5BE-73181230C969}"/>
          </ac:spMkLst>
        </pc:spChg>
      </pc:sldChg>
      <pc:sldChg chg="modSp add del mod modClrScheme chgLayout">
        <pc:chgData name="Sean Wheeler" userId="3e7f51299f225c99" providerId="LiveId" clId="{731068E6-5077-4FB3-869C-4E68B251A54E}" dt="2026-07-11T14:54:59.690" v="330" actId="27636"/>
        <pc:sldMkLst>
          <pc:docMk/>
          <pc:sldMk cId="2526391941" sldId="292"/>
        </pc:sldMkLst>
        <pc:spChg chg="mod ord">
          <ac:chgData name="Sean Wheeler" userId="3e7f51299f225c99" providerId="LiveId" clId="{731068E6-5077-4FB3-869C-4E68B251A54E}" dt="2026-07-11T14:54:59.682" v="328" actId="27636"/>
          <ac:spMkLst>
            <pc:docMk/>
            <pc:sldMk cId="2526391941" sldId="292"/>
            <ac:spMk id="2" creationId="{05348F2A-2DCB-C25B-0F1A-E8D6A8FEEAFE}"/>
          </ac:spMkLst>
        </pc:spChg>
        <pc:spChg chg="mod ord">
          <ac:chgData name="Sean Wheeler" userId="3e7f51299f225c99" providerId="LiveId" clId="{731068E6-5077-4FB3-869C-4E68B251A54E}" dt="2026-07-11T14:54:59.690" v="330" actId="27636"/>
          <ac:spMkLst>
            <pc:docMk/>
            <pc:sldMk cId="2526391941" sldId="292"/>
            <ac:spMk id="3" creationId="{4D3036A8-9D29-34A2-C562-9A628570D533}"/>
          </ac:spMkLst>
        </pc:spChg>
        <pc:spChg chg="mod ord">
          <ac:chgData name="Sean Wheeler" userId="3e7f51299f225c99" providerId="LiveId" clId="{731068E6-5077-4FB3-869C-4E68B251A54E}" dt="2026-07-11T14:54:59.689" v="329" actId="27636"/>
          <ac:spMkLst>
            <pc:docMk/>
            <pc:sldMk cId="2526391941" sldId="292"/>
            <ac:spMk id="4" creationId="{2F8E1A49-0A0C-5E12-85D1-5B8B04C9F545}"/>
          </ac:spMkLst>
        </pc:spChg>
      </pc:sldChg>
      <pc:sldChg chg="addSp delSp modSp add del mod modClrScheme chgLayout">
        <pc:chgData name="Sean Wheeler" userId="3e7f51299f225c99" providerId="LiveId" clId="{731068E6-5077-4FB3-869C-4E68B251A54E}" dt="2026-07-11T14:55:44.795" v="337" actId="27636"/>
        <pc:sldMkLst>
          <pc:docMk/>
          <pc:sldMk cId="2064032818" sldId="293"/>
        </pc:sldMkLst>
        <pc:spChg chg="del mod">
          <ac:chgData name="Sean Wheeler" userId="3e7f51299f225c99" providerId="LiveId" clId="{731068E6-5077-4FB3-869C-4E68B251A54E}" dt="2026-07-11T14:55:31.126" v="334" actId="6264"/>
          <ac:spMkLst>
            <pc:docMk/>
            <pc:sldMk cId="2064032818" sldId="293"/>
            <ac:spMk id="2" creationId="{7CD7C718-ECF3-5322-8D29-DBB70D2C0E5C}"/>
          </ac:spMkLst>
        </pc:spChg>
        <pc:spChg chg="mod ord">
          <ac:chgData name="Sean Wheeler" userId="3e7f51299f225c99" providerId="LiveId" clId="{731068E6-5077-4FB3-869C-4E68B251A54E}" dt="2026-07-11T14:55:44.795" v="337" actId="27636"/>
          <ac:spMkLst>
            <pc:docMk/>
            <pc:sldMk cId="2064032818" sldId="293"/>
            <ac:spMk id="3" creationId="{827D85AB-BAA7-B2F8-421E-E51B3F6C9A8F}"/>
          </ac:spMkLst>
        </pc:spChg>
        <pc:spChg chg="mod ord">
          <ac:chgData name="Sean Wheeler" userId="3e7f51299f225c99" providerId="LiveId" clId="{731068E6-5077-4FB3-869C-4E68B251A54E}" dt="2026-07-11T14:55:44.795" v="336" actId="27636"/>
          <ac:spMkLst>
            <pc:docMk/>
            <pc:sldMk cId="2064032818" sldId="293"/>
            <ac:spMk id="4" creationId="{92BF9543-A2FA-1358-5947-E324E44DB71F}"/>
          </ac:spMkLst>
        </pc:spChg>
        <pc:spChg chg="add del mod">
          <ac:chgData name="Sean Wheeler" userId="3e7f51299f225c99" providerId="LiveId" clId="{731068E6-5077-4FB3-869C-4E68B251A54E}" dt="2026-07-11T14:55:31.126" v="334" actId="6264"/>
          <ac:spMkLst>
            <pc:docMk/>
            <pc:sldMk cId="2064032818" sldId="293"/>
            <ac:spMk id="5" creationId="{75ACBDA4-A91E-C18E-E552-14FAC06DA683}"/>
          </ac:spMkLst>
        </pc:spChg>
        <pc:spChg chg="add del mod">
          <ac:chgData name="Sean Wheeler" userId="3e7f51299f225c99" providerId="LiveId" clId="{731068E6-5077-4FB3-869C-4E68B251A54E}" dt="2026-07-11T14:55:31.126" v="334" actId="6264"/>
          <ac:spMkLst>
            <pc:docMk/>
            <pc:sldMk cId="2064032818" sldId="293"/>
            <ac:spMk id="6" creationId="{6EAC1579-69F8-4570-AED6-FCB3AC54907A}"/>
          </ac:spMkLst>
        </pc:spChg>
        <pc:spChg chg="add del mod ord">
          <ac:chgData name="Sean Wheeler" userId="3e7f51299f225c99" providerId="LiveId" clId="{731068E6-5077-4FB3-869C-4E68B251A54E}" dt="2026-07-11T14:55:44.771" v="335" actId="700"/>
          <ac:spMkLst>
            <pc:docMk/>
            <pc:sldMk cId="2064032818" sldId="293"/>
            <ac:spMk id="7" creationId="{F720764C-6FED-52EE-04D2-B17595DA7782}"/>
          </ac:spMkLst>
        </pc:spChg>
      </pc:sldChg>
      <pc:sldChg chg="delSp modSp add del mod modClrScheme chgLayout">
        <pc:chgData name="Sean Wheeler" userId="3e7f51299f225c99" providerId="LiveId" clId="{731068E6-5077-4FB3-869C-4E68B251A54E}" dt="2026-07-11T14:56:12.175" v="341" actId="27636"/>
        <pc:sldMkLst>
          <pc:docMk/>
          <pc:sldMk cId="2578128128" sldId="294"/>
        </pc:sldMkLst>
        <pc:spChg chg="del mod ord">
          <ac:chgData name="Sean Wheeler" userId="3e7f51299f225c99" providerId="LiveId" clId="{731068E6-5077-4FB3-869C-4E68B251A54E}" dt="2026-07-11T14:56:12.148" v="340" actId="700"/>
          <ac:spMkLst>
            <pc:docMk/>
            <pc:sldMk cId="2578128128" sldId="294"/>
            <ac:spMk id="2" creationId="{2F250F58-E66F-1045-C408-FB0997AA20B4}"/>
          </ac:spMkLst>
        </pc:spChg>
        <pc:spChg chg="mod ord">
          <ac:chgData name="Sean Wheeler" userId="3e7f51299f225c99" providerId="LiveId" clId="{731068E6-5077-4FB3-869C-4E68B251A54E}" dt="2026-07-11T14:56:12.175" v="341" actId="27636"/>
          <ac:spMkLst>
            <pc:docMk/>
            <pc:sldMk cId="2578128128" sldId="294"/>
            <ac:spMk id="3" creationId="{455AE15E-92D5-F5FD-E86F-4C935D5C727F}"/>
          </ac:spMkLst>
        </pc:spChg>
        <pc:spChg chg="mod ord">
          <ac:chgData name="Sean Wheeler" userId="3e7f51299f225c99" providerId="LiveId" clId="{731068E6-5077-4FB3-869C-4E68B251A54E}" dt="2026-07-11T14:56:12.148" v="340" actId="700"/>
          <ac:spMkLst>
            <pc:docMk/>
            <pc:sldMk cId="2578128128" sldId="294"/>
            <ac:spMk id="4" creationId="{CD84ABA0-2AA9-CBFF-B8B7-65713B0C716D}"/>
          </ac:spMkLst>
        </pc:spChg>
      </pc:sldChg>
      <pc:sldChg chg="add del">
        <pc:chgData name="Sean Wheeler" userId="3e7f51299f225c99" providerId="LiveId" clId="{731068E6-5077-4FB3-869C-4E68B251A54E}" dt="2026-07-11T14:23:55.487" v="6"/>
        <pc:sldMkLst>
          <pc:docMk/>
          <pc:sldMk cId="2877456111" sldId="295"/>
        </pc:sldMkLst>
      </pc:sldChg>
      <pc:sldChg chg="modSp add del mod modClrScheme chgLayout">
        <pc:chgData name="Sean Wheeler" userId="3e7f51299f225c99" providerId="LiveId" clId="{731068E6-5077-4FB3-869C-4E68B251A54E}" dt="2026-07-11T14:52:50.431" v="307" actId="1076"/>
        <pc:sldMkLst>
          <pc:docMk/>
          <pc:sldMk cId="3551304508" sldId="296"/>
        </pc:sldMkLst>
        <pc:spChg chg="mod ord">
          <ac:chgData name="Sean Wheeler" userId="3e7f51299f225c99" providerId="LiveId" clId="{731068E6-5077-4FB3-869C-4E68B251A54E}" dt="2026-07-11T14:51:14.448" v="292" actId="27636"/>
          <ac:spMkLst>
            <pc:docMk/>
            <pc:sldMk cId="3551304508" sldId="296"/>
            <ac:spMk id="2" creationId="{0740EB0F-6ED0-FD81-8FAF-50A4F1C3ABE9}"/>
          </ac:spMkLst>
        </pc:spChg>
        <pc:grpChg chg="mod">
          <ac:chgData name="Sean Wheeler" userId="3e7f51299f225c99" providerId="LiveId" clId="{731068E6-5077-4FB3-869C-4E68B251A54E}" dt="2026-07-11T14:52:50.431" v="307" actId="1076"/>
          <ac:grpSpMkLst>
            <pc:docMk/>
            <pc:sldMk cId="3551304508" sldId="296"/>
            <ac:grpSpMk id="10" creationId="{F66F15F3-7569-F155-4BE2-C00B4EF7D82D}"/>
          </ac:grpSpMkLst>
        </pc:grpChg>
        <pc:grpChg chg="mod">
          <ac:chgData name="Sean Wheeler" userId="3e7f51299f225c99" providerId="LiveId" clId="{731068E6-5077-4FB3-869C-4E68B251A54E}" dt="2026-07-11T14:52:50.431" v="307" actId="1076"/>
          <ac:grpSpMkLst>
            <pc:docMk/>
            <pc:sldMk cId="3551304508" sldId="296"/>
            <ac:grpSpMk id="13" creationId="{7B099809-4AD1-EC30-32FE-23C6988A0BD6}"/>
          </ac:grpSpMkLst>
        </pc:grpChg>
        <pc:grpChg chg="mod">
          <ac:chgData name="Sean Wheeler" userId="3e7f51299f225c99" providerId="LiveId" clId="{731068E6-5077-4FB3-869C-4E68B251A54E}" dt="2026-07-11T14:52:50.431" v="307" actId="1076"/>
          <ac:grpSpMkLst>
            <pc:docMk/>
            <pc:sldMk cId="3551304508" sldId="296"/>
            <ac:grpSpMk id="16" creationId="{93D1BEC9-9C28-BB9E-64D9-2D5D76358822}"/>
          </ac:grpSpMkLst>
        </pc:grpChg>
        <pc:grpChg chg="mod">
          <ac:chgData name="Sean Wheeler" userId="3e7f51299f225c99" providerId="LiveId" clId="{731068E6-5077-4FB3-869C-4E68B251A54E}" dt="2026-07-11T14:52:42" v="306" actId="1076"/>
          <ac:grpSpMkLst>
            <pc:docMk/>
            <pc:sldMk cId="3551304508" sldId="296"/>
            <ac:grpSpMk id="23" creationId="{F9DB71A4-668A-95AA-1839-3C0B8BC17744}"/>
          </ac:grpSpMkLst>
        </pc:grpChg>
        <pc:graphicFrameChg chg="mod">
          <ac:chgData name="Sean Wheeler" userId="3e7f51299f225c99" providerId="LiveId" clId="{731068E6-5077-4FB3-869C-4E68B251A54E}" dt="2026-07-11T14:52:22.553" v="305" actId="1076"/>
          <ac:graphicFrameMkLst>
            <pc:docMk/>
            <pc:sldMk cId="3551304508" sldId="296"/>
            <ac:graphicFrameMk id="6" creationId="{BF1509E1-B943-888F-37A6-B06088403EA2}"/>
          </ac:graphicFrameMkLst>
        </pc:graphicFrameChg>
      </pc:sldChg>
      <pc:sldChg chg="delSp modSp add del mod modClrScheme chgLayout">
        <pc:chgData name="Sean Wheeler" userId="3e7f51299f225c99" providerId="LiveId" clId="{731068E6-5077-4FB3-869C-4E68B251A54E}" dt="2026-07-11T14:54:11.974" v="317" actId="27636"/>
        <pc:sldMkLst>
          <pc:docMk/>
          <pc:sldMk cId="1795981972" sldId="297"/>
        </pc:sldMkLst>
        <pc:spChg chg="del mod ord">
          <ac:chgData name="Sean Wheeler" userId="3e7f51299f225c99" providerId="LiveId" clId="{731068E6-5077-4FB3-869C-4E68B251A54E}" dt="2026-07-11T14:54:11.949" v="316" actId="700"/>
          <ac:spMkLst>
            <pc:docMk/>
            <pc:sldMk cId="1795981972" sldId="297"/>
            <ac:spMk id="2" creationId="{68AE5537-DA7D-7EA6-A7B2-4C41988CDA4E}"/>
          </ac:spMkLst>
        </pc:spChg>
        <pc:spChg chg="mod ord">
          <ac:chgData name="Sean Wheeler" userId="3e7f51299f225c99" providerId="LiveId" clId="{731068E6-5077-4FB3-869C-4E68B251A54E}" dt="2026-07-11T14:54:11.974" v="317" actId="27636"/>
          <ac:spMkLst>
            <pc:docMk/>
            <pc:sldMk cId="1795981972" sldId="297"/>
            <ac:spMk id="3" creationId="{4B1E63EC-27CE-5F91-2AFC-FDFE069A695F}"/>
          </ac:spMkLst>
        </pc:spChg>
        <pc:spChg chg="mod ord">
          <ac:chgData name="Sean Wheeler" userId="3e7f51299f225c99" providerId="LiveId" clId="{731068E6-5077-4FB3-869C-4E68B251A54E}" dt="2026-07-11T14:54:11.949" v="316" actId="700"/>
          <ac:spMkLst>
            <pc:docMk/>
            <pc:sldMk cId="1795981972" sldId="297"/>
            <ac:spMk id="4" creationId="{603BF2B9-F5C9-B458-1E29-1D07E6313825}"/>
          </ac:spMkLst>
        </pc:spChg>
      </pc:sldChg>
      <pc:sldChg chg="add del">
        <pc:chgData name="Sean Wheeler" userId="3e7f51299f225c99" providerId="LiveId" clId="{731068E6-5077-4FB3-869C-4E68B251A54E}" dt="2026-07-11T14:23:55.487" v="6"/>
        <pc:sldMkLst>
          <pc:docMk/>
          <pc:sldMk cId="1633834369" sldId="298"/>
        </pc:sldMkLst>
      </pc:sldChg>
      <pc:sldChg chg="modSp new mod">
        <pc:chgData name="Sean Wheeler" userId="3e7f51299f225c99" providerId="LiveId" clId="{731068E6-5077-4FB3-869C-4E68B251A54E}" dt="2026-07-11T15:03:45.217" v="368" actId="20577"/>
        <pc:sldMkLst>
          <pc:docMk/>
          <pc:sldMk cId="4000931838" sldId="298"/>
        </pc:sldMkLst>
        <pc:spChg chg="mod">
          <ac:chgData name="Sean Wheeler" userId="3e7f51299f225c99" providerId="LiveId" clId="{731068E6-5077-4FB3-869C-4E68B251A54E}" dt="2026-07-11T15:03:45.217" v="368" actId="20577"/>
          <ac:spMkLst>
            <pc:docMk/>
            <pc:sldMk cId="4000931838" sldId="298"/>
            <ac:spMk id="2" creationId="{F9E9EE6F-0EDF-7FB2-29E2-88BE7227DA95}"/>
          </ac:spMkLst>
        </pc:spChg>
      </pc:sldChg>
      <pc:sldChg chg="modSp new mod">
        <pc:chgData name="Sean Wheeler" userId="3e7f51299f225c99" providerId="LiveId" clId="{731068E6-5077-4FB3-869C-4E68B251A54E}" dt="2026-07-11T15:04:08.674" v="393" actId="20577"/>
        <pc:sldMkLst>
          <pc:docMk/>
          <pc:sldMk cId="1497520819" sldId="299"/>
        </pc:sldMkLst>
        <pc:spChg chg="mod">
          <ac:chgData name="Sean Wheeler" userId="3e7f51299f225c99" providerId="LiveId" clId="{731068E6-5077-4FB3-869C-4E68B251A54E}" dt="2026-07-11T15:04:08.674" v="393" actId="20577"/>
          <ac:spMkLst>
            <pc:docMk/>
            <pc:sldMk cId="1497520819" sldId="299"/>
            <ac:spMk id="2" creationId="{B53E042C-9C01-11B7-FADC-AF3C17430252}"/>
          </ac:spMkLst>
        </pc:spChg>
      </pc:sldChg>
      <pc:sldChg chg="modSp new mod">
        <pc:chgData name="Sean Wheeler" userId="3e7f51299f225c99" providerId="LiveId" clId="{731068E6-5077-4FB3-869C-4E68B251A54E}" dt="2026-07-11T15:04:19.070" v="413" actId="20577"/>
        <pc:sldMkLst>
          <pc:docMk/>
          <pc:sldMk cId="3124552943" sldId="300"/>
        </pc:sldMkLst>
        <pc:spChg chg="mod">
          <ac:chgData name="Sean Wheeler" userId="3e7f51299f225c99" providerId="LiveId" clId="{731068E6-5077-4FB3-869C-4E68B251A54E}" dt="2026-07-11T15:04:19.070" v="413" actId="20577"/>
          <ac:spMkLst>
            <pc:docMk/>
            <pc:sldMk cId="3124552943" sldId="300"/>
            <ac:spMk id="2" creationId="{89F27091-968A-19B8-442D-5D0E10C7EF7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E84108-E354-4163-AC1C-DDE71E96D50A}" type="doc">
      <dgm:prSet loTypeId="urn:microsoft.com/office/officeart/2005/8/layout/target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9CDD5A-D6FB-47D3-8710-BB1363925ACA}">
      <dgm:prSet custT="1"/>
      <dgm:spPr>
        <a:solidFill>
          <a:srgbClr val="299EBF"/>
        </a:solidFill>
      </dgm:spPr>
      <dgm:t>
        <a:bodyPr/>
        <a:lstStyle/>
        <a:p>
          <a:pPr algn="ctr"/>
          <a:r>
            <a:rPr lang="en-US" sz="3600" b="0" i="0" dirty="0"/>
            <a:t>Global scope</a:t>
          </a:r>
          <a:endParaRPr lang="en-US" sz="3600" dirty="0"/>
        </a:p>
      </dgm:t>
    </dgm:pt>
    <dgm:pt modelId="{A5400AA3-B2B8-4A62-9069-42470EB7D1B2}" type="parTrans" cxnId="{22E63BAD-D4ED-4721-BECA-CFE81B6D5A7F}">
      <dgm:prSet/>
      <dgm:spPr/>
      <dgm:t>
        <a:bodyPr/>
        <a:lstStyle/>
        <a:p>
          <a:endParaRPr lang="en-US"/>
        </a:p>
      </dgm:t>
    </dgm:pt>
    <dgm:pt modelId="{4D574EAB-4440-45A4-AC66-0706B22FB0AC}" type="sibTrans" cxnId="{22E63BAD-D4ED-4721-BECA-CFE81B6D5A7F}">
      <dgm:prSet/>
      <dgm:spPr/>
      <dgm:t>
        <a:bodyPr/>
        <a:lstStyle/>
        <a:p>
          <a:endParaRPr lang="en-US"/>
        </a:p>
      </dgm:t>
    </dgm:pt>
    <dgm:pt modelId="{E74204A7-8B52-4696-9BD4-072013DB1D87}">
      <dgm:prSet custT="1"/>
      <dgm:spPr>
        <a:solidFill>
          <a:srgbClr val="F48C52"/>
        </a:solidFill>
        <a:ln>
          <a:noFill/>
        </a:ln>
      </dgm:spPr>
      <dgm:t>
        <a:bodyPr anchor="t" anchorCtr="0"/>
        <a:lstStyle/>
        <a:p>
          <a:pPr algn="ctr"/>
          <a:r>
            <a:rPr lang="en-US" sz="3600" b="0" i="0" dirty="0"/>
            <a:t>Script scope 1</a:t>
          </a:r>
          <a:endParaRPr lang="en-US" sz="3600" dirty="0"/>
        </a:p>
      </dgm:t>
    </dgm:pt>
    <dgm:pt modelId="{86539428-AE62-48D0-AC78-A83B344B464A}" type="parTrans" cxnId="{E47B9C5F-1994-421E-9CF5-356B00820D74}">
      <dgm:prSet/>
      <dgm:spPr/>
      <dgm:t>
        <a:bodyPr/>
        <a:lstStyle/>
        <a:p>
          <a:endParaRPr lang="en-US"/>
        </a:p>
      </dgm:t>
    </dgm:pt>
    <dgm:pt modelId="{3142A4DC-8F75-4617-BDEB-BDE5821028AA}" type="sibTrans" cxnId="{E47B9C5F-1994-421E-9CF5-356B00820D74}">
      <dgm:prSet/>
      <dgm:spPr/>
      <dgm:t>
        <a:bodyPr/>
        <a:lstStyle/>
        <a:p>
          <a:endParaRPr lang="en-US"/>
        </a:p>
      </dgm:t>
    </dgm:pt>
    <dgm:pt modelId="{A9B7F8B0-5C3E-472C-94B6-FA6B7E5A72F7}">
      <dgm:prSet custT="1"/>
      <dgm:spPr>
        <a:solidFill>
          <a:srgbClr val="F48C52"/>
        </a:solidFill>
        <a:ln>
          <a:noFill/>
        </a:ln>
      </dgm:spPr>
      <dgm:t>
        <a:bodyPr anchor="t" anchorCtr="0"/>
        <a:lstStyle/>
        <a:p>
          <a:r>
            <a:rPr lang="en-US" sz="3600" b="0" i="0" dirty="0"/>
            <a:t>Script scope 2</a:t>
          </a:r>
          <a:endParaRPr lang="en-US" sz="3600" dirty="0"/>
        </a:p>
      </dgm:t>
    </dgm:pt>
    <dgm:pt modelId="{02D35F5F-7ACD-436A-A8D0-4920D255DC4B}" type="sibTrans" cxnId="{062DCC35-8DC8-41FD-A1E5-87596A1AB895}">
      <dgm:prSet/>
      <dgm:spPr/>
      <dgm:t>
        <a:bodyPr/>
        <a:lstStyle/>
        <a:p>
          <a:endParaRPr lang="en-US"/>
        </a:p>
      </dgm:t>
    </dgm:pt>
    <dgm:pt modelId="{0BE551A8-02A7-463E-8517-4BDACFD690C1}" type="parTrans" cxnId="{062DCC35-8DC8-41FD-A1E5-87596A1AB895}">
      <dgm:prSet/>
      <dgm:spPr/>
      <dgm:t>
        <a:bodyPr/>
        <a:lstStyle/>
        <a:p>
          <a:endParaRPr lang="en-US"/>
        </a:p>
      </dgm:t>
    </dgm:pt>
    <dgm:pt modelId="{D33DEC12-1958-4381-A7E3-FF824C7BD65B}" type="pres">
      <dgm:prSet presAssocID="{2AE84108-E354-4163-AC1C-DDE71E96D50A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47A87E8E-C5EA-4E7A-A33A-2D2E2E0C4A9F}" type="pres">
      <dgm:prSet presAssocID="{2AE84108-E354-4163-AC1C-DDE71E96D50A}" presName="outerBox" presStyleCnt="0"/>
      <dgm:spPr/>
    </dgm:pt>
    <dgm:pt modelId="{E3F3CC70-80DD-4468-B69A-53748BDB54F4}" type="pres">
      <dgm:prSet presAssocID="{2AE84108-E354-4163-AC1C-DDE71E96D50A}" presName="outerBoxParent" presStyleLbl="node1" presStyleIdx="0" presStyleCnt="1" custLinFactNeighborX="8019" custLinFactNeighborY="-976"/>
      <dgm:spPr/>
    </dgm:pt>
    <dgm:pt modelId="{F9C00DDE-524B-4B4E-BE8F-99DF091DD75A}" type="pres">
      <dgm:prSet presAssocID="{2AE84108-E354-4163-AC1C-DDE71E96D50A}" presName="outerBoxChildren" presStyleCnt="0"/>
      <dgm:spPr/>
    </dgm:pt>
    <dgm:pt modelId="{CD251FD6-2489-4BC9-A81C-DCA80BE84820}" type="pres">
      <dgm:prSet presAssocID="{E74204A7-8B52-4696-9BD4-072013DB1D87}" presName="oChild" presStyleLbl="fgAcc1" presStyleIdx="0" presStyleCnt="2" custScaleY="149487" custLinFactNeighborX="57530" custLinFactNeighborY="-11250">
        <dgm:presLayoutVars>
          <dgm:bulletEnabled val="1"/>
        </dgm:presLayoutVars>
      </dgm:prSet>
      <dgm:spPr/>
    </dgm:pt>
    <dgm:pt modelId="{A5DE5004-A70A-42D7-8230-0768AB3EA757}" type="pres">
      <dgm:prSet presAssocID="{3142A4DC-8F75-4617-BDEB-BDE5821028AA}" presName="outerSibTrans" presStyleCnt="0"/>
      <dgm:spPr/>
    </dgm:pt>
    <dgm:pt modelId="{306CDEB2-AE9A-4228-9CAC-AC949B733007}" type="pres">
      <dgm:prSet presAssocID="{A9B7F8B0-5C3E-472C-94B6-FA6B7E5A72F7}" presName="oChild" presStyleLbl="fgAcc1" presStyleIdx="1" presStyleCnt="2" custScaleY="149027" custLinFactX="1248" custLinFactNeighborX="100000" custLinFactNeighborY="-9719">
        <dgm:presLayoutVars>
          <dgm:bulletEnabled val="1"/>
        </dgm:presLayoutVars>
      </dgm:prSet>
      <dgm:spPr/>
    </dgm:pt>
  </dgm:ptLst>
  <dgm:cxnLst>
    <dgm:cxn modelId="{D8056203-697C-421C-BBE7-E998BE93D9A5}" type="presOf" srcId="{8D9CDD5A-D6FB-47D3-8710-BB1363925ACA}" destId="{E3F3CC70-80DD-4468-B69A-53748BDB54F4}" srcOrd="0" destOrd="0" presId="urn:microsoft.com/office/officeart/2005/8/layout/target2"/>
    <dgm:cxn modelId="{A44E1F0A-53C7-4DB6-81A4-86F69B10B03C}" type="presOf" srcId="{2AE84108-E354-4163-AC1C-DDE71E96D50A}" destId="{D33DEC12-1958-4381-A7E3-FF824C7BD65B}" srcOrd="0" destOrd="0" presId="urn:microsoft.com/office/officeart/2005/8/layout/target2"/>
    <dgm:cxn modelId="{F130B81F-8240-4E4F-AD68-DF1BBC377BAF}" type="presOf" srcId="{A9B7F8B0-5C3E-472C-94B6-FA6B7E5A72F7}" destId="{306CDEB2-AE9A-4228-9CAC-AC949B733007}" srcOrd="0" destOrd="0" presId="urn:microsoft.com/office/officeart/2005/8/layout/target2"/>
    <dgm:cxn modelId="{062DCC35-8DC8-41FD-A1E5-87596A1AB895}" srcId="{8D9CDD5A-D6FB-47D3-8710-BB1363925ACA}" destId="{A9B7F8B0-5C3E-472C-94B6-FA6B7E5A72F7}" srcOrd="1" destOrd="0" parTransId="{0BE551A8-02A7-463E-8517-4BDACFD690C1}" sibTransId="{02D35F5F-7ACD-436A-A8D0-4920D255DC4B}"/>
    <dgm:cxn modelId="{7A76603C-D4BE-4706-B2FB-C7FC4E2022CD}" type="presOf" srcId="{E74204A7-8B52-4696-9BD4-072013DB1D87}" destId="{CD251FD6-2489-4BC9-A81C-DCA80BE84820}" srcOrd="0" destOrd="0" presId="urn:microsoft.com/office/officeart/2005/8/layout/target2"/>
    <dgm:cxn modelId="{E47B9C5F-1994-421E-9CF5-356B00820D74}" srcId="{8D9CDD5A-D6FB-47D3-8710-BB1363925ACA}" destId="{E74204A7-8B52-4696-9BD4-072013DB1D87}" srcOrd="0" destOrd="0" parTransId="{86539428-AE62-48D0-AC78-A83B344B464A}" sibTransId="{3142A4DC-8F75-4617-BDEB-BDE5821028AA}"/>
    <dgm:cxn modelId="{22E63BAD-D4ED-4721-BECA-CFE81B6D5A7F}" srcId="{2AE84108-E354-4163-AC1C-DDE71E96D50A}" destId="{8D9CDD5A-D6FB-47D3-8710-BB1363925ACA}" srcOrd="0" destOrd="0" parTransId="{A5400AA3-B2B8-4A62-9069-42470EB7D1B2}" sibTransId="{4D574EAB-4440-45A4-AC66-0706B22FB0AC}"/>
    <dgm:cxn modelId="{9905BACA-83FC-41DB-BB24-054C028035C7}" type="presParOf" srcId="{D33DEC12-1958-4381-A7E3-FF824C7BD65B}" destId="{47A87E8E-C5EA-4E7A-A33A-2D2E2E0C4A9F}" srcOrd="0" destOrd="0" presId="urn:microsoft.com/office/officeart/2005/8/layout/target2"/>
    <dgm:cxn modelId="{F45958C9-C613-4B8E-95B0-BE2BF83763CC}" type="presParOf" srcId="{47A87E8E-C5EA-4E7A-A33A-2D2E2E0C4A9F}" destId="{E3F3CC70-80DD-4468-B69A-53748BDB54F4}" srcOrd="0" destOrd="0" presId="urn:microsoft.com/office/officeart/2005/8/layout/target2"/>
    <dgm:cxn modelId="{6A9AD568-6A3F-4448-B264-888FFA1576BC}" type="presParOf" srcId="{47A87E8E-C5EA-4E7A-A33A-2D2E2E0C4A9F}" destId="{F9C00DDE-524B-4B4E-BE8F-99DF091DD75A}" srcOrd="1" destOrd="0" presId="urn:microsoft.com/office/officeart/2005/8/layout/target2"/>
    <dgm:cxn modelId="{9D30F4BC-72B1-4960-934C-669C93BF628F}" type="presParOf" srcId="{F9C00DDE-524B-4B4E-BE8F-99DF091DD75A}" destId="{CD251FD6-2489-4BC9-A81C-DCA80BE84820}" srcOrd="0" destOrd="0" presId="urn:microsoft.com/office/officeart/2005/8/layout/target2"/>
    <dgm:cxn modelId="{F878CF39-440F-4A75-B5A8-60AC80F9B465}" type="presParOf" srcId="{F9C00DDE-524B-4B4E-BE8F-99DF091DD75A}" destId="{A5DE5004-A70A-42D7-8230-0768AB3EA757}" srcOrd="1" destOrd="0" presId="urn:microsoft.com/office/officeart/2005/8/layout/target2"/>
    <dgm:cxn modelId="{6991235D-6E8F-4E9C-BBB9-0728A89AD9A6}" type="presParOf" srcId="{F9C00DDE-524B-4B4E-BE8F-99DF091DD75A}" destId="{306CDEB2-AE9A-4228-9CAC-AC949B733007}" srcOrd="2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F3CC70-80DD-4468-B69A-53748BDB54F4}">
      <dsp:nvSpPr>
        <dsp:cNvPr id="0" name=""/>
        <dsp:cNvSpPr/>
      </dsp:nvSpPr>
      <dsp:spPr>
        <a:xfrm>
          <a:off x="0" y="0"/>
          <a:ext cx="7164386" cy="3311579"/>
        </a:xfrm>
        <a:prstGeom prst="roundRect">
          <a:avLst>
            <a:gd name="adj" fmla="val 8500"/>
          </a:avLst>
        </a:prstGeom>
        <a:solidFill>
          <a:srgbClr val="299EB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204444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dirty="0"/>
            <a:t>Global scope</a:t>
          </a:r>
          <a:endParaRPr lang="en-US" sz="3600" kern="1200" dirty="0"/>
        </a:p>
      </dsp:txBody>
      <dsp:txXfrm>
        <a:off x="82444" y="82444"/>
        <a:ext cx="6999498" cy="3146691"/>
      </dsp:txXfrm>
    </dsp:sp>
    <dsp:sp modelId="{CD251FD6-2489-4BC9-A81C-DCA80BE84820}">
      <dsp:nvSpPr>
        <dsp:cNvPr id="0" name=""/>
        <dsp:cNvSpPr/>
      </dsp:nvSpPr>
      <dsp:spPr>
        <a:xfrm>
          <a:off x="209750" y="953831"/>
          <a:ext cx="3373173" cy="2227671"/>
        </a:xfrm>
        <a:prstGeom prst="roundRect">
          <a:avLst>
            <a:gd name="adj" fmla="val 10500"/>
          </a:avLst>
        </a:prstGeom>
        <a:solidFill>
          <a:srgbClr val="F48C5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dirty="0"/>
            <a:t>Script scope 1</a:t>
          </a:r>
          <a:endParaRPr lang="en-US" sz="3600" kern="1200" dirty="0"/>
        </a:p>
      </dsp:txBody>
      <dsp:txXfrm>
        <a:off x="278259" y="1022340"/>
        <a:ext cx="3236155" cy="2090653"/>
      </dsp:txXfrm>
    </dsp:sp>
    <dsp:sp modelId="{306CDEB2-AE9A-4228-9CAC-AC949B733007}">
      <dsp:nvSpPr>
        <dsp:cNvPr id="0" name=""/>
        <dsp:cNvSpPr/>
      </dsp:nvSpPr>
      <dsp:spPr>
        <a:xfrm>
          <a:off x="3700901" y="980074"/>
          <a:ext cx="3373173" cy="2220816"/>
        </a:xfrm>
        <a:prstGeom prst="roundRect">
          <a:avLst>
            <a:gd name="adj" fmla="val 10500"/>
          </a:avLst>
        </a:prstGeom>
        <a:solidFill>
          <a:srgbClr val="F48C5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dirty="0"/>
            <a:t>Script scope 2</a:t>
          </a:r>
          <a:endParaRPr lang="en-US" sz="3600" kern="1200" dirty="0"/>
        </a:p>
      </dsp:txBody>
      <dsp:txXfrm>
        <a:off x="3769199" y="1048372"/>
        <a:ext cx="3236577" cy="2084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57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z="1300" b="1" dirty="0">
                <a:latin typeface="Arial" pitchFamily="34" charset="0"/>
                <a:cs typeface="Arial" pitchFamily="34" charset="0"/>
              </a:rPr>
              <a:t>TechMentor Microsoft HQ 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5626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443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2ECFD-0169-4599-A79A-8C44AB4A932C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326DE0-BACA-4EA0-B73F-CC7DC1D7F4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38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95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37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3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8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7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10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5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6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48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45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63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1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8F999-7A4E-6B4F-9FED-EF75B73AD04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38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eanonit.org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hortcutyour.life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oshCode/PowerShellPracticeAndStyle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9600" y="2489764"/>
            <a:ext cx="4294172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923" tIns="42962" rIns="85923" bIns="42962"/>
          <a:lstStyle/>
          <a:p>
            <a:pPr eaLnBrk="1" hangingPunct="1">
              <a:defRPr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Arial" charset="0"/>
                <a:cs typeface="+mn-cs"/>
              </a:rPr>
              <a:t>Sean Wheeler</a:t>
            </a:r>
          </a:p>
          <a:p>
            <a:pPr>
              <a:defRPr/>
            </a:pP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Principal Content Developer</a:t>
            </a:r>
          </a:p>
          <a:p>
            <a:pPr>
              <a:defRPr/>
            </a:pP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Microsoft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081338" y="3971248"/>
            <a:ext cx="29813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9pPr>
          </a:lstStyle>
          <a:p>
            <a:pPr algn="ctr"/>
            <a:r>
              <a:rPr lang="en-US" sz="2000" dirty="0">
                <a:solidFill>
                  <a:srgbClr val="ED1C5E"/>
                </a:solidFill>
                <a:latin typeface="Arial" charset="0"/>
              </a:rPr>
              <a:t>Level: Intermediate</a:t>
            </a:r>
          </a:p>
          <a:p>
            <a:pPr algn="r"/>
            <a:endParaRPr lang="en-US" b="1" dirty="0">
              <a:solidFill>
                <a:schemeClr val="accent1"/>
              </a:solidFill>
              <a:latin typeface="Arial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057400" y="819150"/>
            <a:ext cx="69342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92100"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0379" tIns="44448" rIns="90379" bIns="44448" numCol="1" anchor="ctr" anchorCtr="0" compatLnSpc="1">
            <a:prstTxWarp prst="textNoShape">
              <a:avLst/>
            </a:prstTxWarp>
          </a:bodyPr>
          <a:lstStyle>
            <a:lvl1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2pPr>
            <a:lvl3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3pPr>
            <a:lvl4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4pPr>
            <a:lvl5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5pPr>
            <a:lvl6pPr marL="4572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6pPr>
            <a:lvl7pPr marL="9144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7pPr>
            <a:lvl8pPr marL="13716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8pPr>
            <a:lvl9pPr marL="18288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4400" b="1" dirty="0">
                <a:solidFill>
                  <a:srgbClr val="35A5C9"/>
                </a:solidFill>
                <a:effectLst/>
              </a:rPr>
              <a:t>PowerShell Toolmaking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EAB9F5-3016-1666-E043-C4A2324720C8}"/>
              </a:ext>
            </a:extLst>
          </p:cNvPr>
          <p:cNvSpPr txBox="1"/>
          <p:nvPr/>
        </p:nvSpPr>
        <p:spPr>
          <a:xfrm>
            <a:off x="2286000" y="165735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2">
                    <a:lumMod val="20000"/>
                    <a:lumOff val="80000"/>
                  </a:schemeClr>
                </a:solidFill>
                <a:latin typeface="Montserrat SemiBold" panose="00000700000000000000" pitchFamily="2" charset="0"/>
              </a:rPr>
              <a:t>Create shareable tools that other people want to use.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58DB5E-DF8A-A42F-ABCD-23FC94197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2489764"/>
            <a:ext cx="3987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923" tIns="42962" rIns="85923" bIns="42962"/>
          <a:lstStyle/>
          <a:p>
            <a:pPr eaLnBrk="1" hangingPunct="1">
              <a:defRPr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Arial" charset="0"/>
                <a:cs typeface="+mn-cs"/>
              </a:rPr>
              <a:t>Steven Judd, MVP</a:t>
            </a:r>
            <a:endParaRPr lang="en-US" sz="2800" b="1" dirty="0">
              <a:solidFill>
                <a:schemeClr val="bg1">
                  <a:lumMod val="95000"/>
                </a:schemeClr>
              </a:solidFill>
              <a:latin typeface="Arial" charset="0"/>
              <a:cs typeface="+mn-cs"/>
            </a:endParaRPr>
          </a:p>
          <a:p>
            <a:pPr>
              <a:defRPr/>
            </a:pP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Sr Principal Consultant</a:t>
            </a:r>
          </a:p>
          <a:p>
            <a:pPr>
              <a:defRPr/>
            </a:pP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Novus Consulting</a:t>
            </a:r>
          </a:p>
        </p:txBody>
      </p:sp>
    </p:spTree>
    <p:extLst>
      <p:ext uri="{BB962C8B-B14F-4D97-AF65-F5344CB8AC3E}">
        <p14:creationId xmlns:p14="http://schemas.microsoft.com/office/powerpoint/2010/main" val="405188728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Session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Your feedback is very important to us</a:t>
            </a:r>
          </a:p>
          <a:p>
            <a:r>
              <a:rPr lang="en-US" dirty="0"/>
              <a:t>Please take a moment to complete the session survey found in the mobile app</a:t>
            </a:r>
          </a:p>
          <a:p>
            <a:r>
              <a:rPr lang="en-US" dirty="0"/>
              <a:t>Use the QR code or search for “Converge360 Events” in your app store</a:t>
            </a:r>
          </a:p>
          <a:p>
            <a:r>
              <a:rPr lang="en-US" dirty="0"/>
              <a:t>Find this session on the Agenda tab</a:t>
            </a:r>
          </a:p>
          <a:p>
            <a:r>
              <a:rPr lang="en-US" dirty="0"/>
              <a:t>Click “Session Evaluation”</a:t>
            </a:r>
          </a:p>
          <a:p>
            <a:r>
              <a:rPr lang="en-US" dirty="0"/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F6ADC5-FFDB-8E80-E733-F5A772E05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5337" y="2952750"/>
            <a:ext cx="1427276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17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16;p29">
            <a:extLst>
              <a:ext uri="{FF2B5EF4-FFF2-40B4-BE49-F238E27FC236}">
                <a16:creationId xmlns:a16="http://schemas.microsoft.com/office/drawing/2014/main" id="{AF689226-2C93-E0FB-48C8-895A1B6B43C1}"/>
              </a:ext>
            </a:extLst>
          </p:cNvPr>
          <p:cNvSpPr/>
          <p:nvPr/>
        </p:nvSpPr>
        <p:spPr>
          <a:xfrm>
            <a:off x="5899311" y="1087007"/>
            <a:ext cx="2926200" cy="2926200"/>
          </a:xfrm>
          <a:prstGeom prst="rect">
            <a:avLst/>
          </a:prstGeom>
          <a:solidFill>
            <a:srgbClr val="00B0F0"/>
          </a:solidFill>
          <a:ln>
            <a:solidFill>
              <a:srgbClr val="70CDDC"/>
            </a:solidFill>
          </a:ln>
        </p:spPr>
        <p:txBody>
          <a:bodyPr spcFirstLastPara="1" wrap="square" lIns="82600" tIns="82600" rIns="82600" bIns="8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4"/>
          </a:p>
        </p:txBody>
      </p:sp>
      <p:pic>
        <p:nvPicPr>
          <p:cNvPr id="10" name="Picture Placeholder 2" descr="A person with a beard wearing a headset&#10;&#10;AI-generated content may be incorrect.">
            <a:extLst>
              <a:ext uri="{FF2B5EF4-FFF2-40B4-BE49-F238E27FC236}">
                <a16:creationId xmlns:a16="http://schemas.microsoft.com/office/drawing/2014/main" id="{3C06FDFB-EA1B-3DA8-1577-8BECAF4A7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89" b="8889"/>
          <a:stretch>
            <a:fillRect/>
          </a:stretch>
        </p:blipFill>
        <p:spPr>
          <a:xfrm>
            <a:off x="5708289" y="915362"/>
            <a:ext cx="2925762" cy="292576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13;p29">
            <a:extLst>
              <a:ext uri="{FF2B5EF4-FFF2-40B4-BE49-F238E27FC236}">
                <a16:creationId xmlns:a16="http://schemas.microsoft.com/office/drawing/2014/main" id="{646CD89D-9AD0-61F3-B8F4-6A69B0655D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9949" y="189662"/>
            <a:ext cx="6747351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Sean Wheeler</a:t>
            </a:r>
            <a:endParaRPr sz="2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215;p29">
            <a:extLst>
              <a:ext uri="{FF2B5EF4-FFF2-40B4-BE49-F238E27FC236}">
                <a16:creationId xmlns:a16="http://schemas.microsoft.com/office/drawing/2014/main" id="{68A7E6BB-9B69-B487-789A-C283499CCA1C}"/>
              </a:ext>
            </a:extLst>
          </p:cNvPr>
          <p:cNvSpPr txBox="1">
            <a:spLocks/>
          </p:cNvSpPr>
          <p:nvPr/>
        </p:nvSpPr>
        <p:spPr>
          <a:xfrm>
            <a:off x="509949" y="634937"/>
            <a:ext cx="5951751" cy="567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dirty="0"/>
              <a:t>Principal Content Developer, Microsoft</a:t>
            </a:r>
          </a:p>
        </p:txBody>
      </p:sp>
      <p:sp>
        <p:nvSpPr>
          <p:cNvPr id="14" name="Google Shape;218;p29">
            <a:extLst>
              <a:ext uri="{FF2B5EF4-FFF2-40B4-BE49-F238E27FC236}">
                <a16:creationId xmlns:a16="http://schemas.microsoft.com/office/drawing/2014/main" id="{5AAEE904-6470-F578-4894-15DD97786DCA}"/>
              </a:ext>
            </a:extLst>
          </p:cNvPr>
          <p:cNvSpPr txBox="1"/>
          <p:nvPr/>
        </p:nvSpPr>
        <p:spPr>
          <a:xfrm>
            <a:off x="509949" y="994387"/>
            <a:ext cx="4900251" cy="3112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As the lead Content Developer for PowerShell, I create and maintain the core PowerShell documentation, developer guides, and command reference.</a:t>
            </a:r>
          </a:p>
          <a:p>
            <a:pPr lvl="0"/>
            <a:endParaRPr lang="en-US" sz="1200" dirty="0"/>
          </a:p>
          <a:p>
            <a:pPr lvl="0"/>
            <a:r>
              <a:rPr lang="en-US" dirty="0"/>
              <a:t>I’m an avid supporter of the PowerShell community. I am a frequent speaker at PowerShell user groups and conferences.</a:t>
            </a:r>
          </a:p>
          <a:p>
            <a:pPr lvl="0"/>
            <a:endParaRPr lang="en-US" sz="1200" dirty="0"/>
          </a:p>
          <a:p>
            <a:pPr lvl="0"/>
            <a:r>
              <a:rPr lang="en-US" dirty="0"/>
              <a:t>In my career, I’ve created and delivered numerous scripting, debugging, and troubleshooting workshops for internal and external customers.</a:t>
            </a:r>
            <a:endParaRPr sz="12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" name="Picture 14">
            <a:hlinkClick r:id="rId3"/>
            <a:extLst>
              <a:ext uri="{FF2B5EF4-FFF2-40B4-BE49-F238E27FC236}">
                <a16:creationId xmlns:a16="http://schemas.microsoft.com/office/drawing/2014/main" id="{5FC7EE1F-0D11-AF34-6EE2-0BFC3D99E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08563"/>
            <a:ext cx="1665585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677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17890-A5B0-C859-2D8D-612B7554C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16;p29">
            <a:extLst>
              <a:ext uri="{FF2B5EF4-FFF2-40B4-BE49-F238E27FC236}">
                <a16:creationId xmlns:a16="http://schemas.microsoft.com/office/drawing/2014/main" id="{9EB3D6F3-10E5-5FCD-EC8F-01B0273B6A3A}"/>
              </a:ext>
            </a:extLst>
          </p:cNvPr>
          <p:cNvSpPr/>
          <p:nvPr/>
        </p:nvSpPr>
        <p:spPr>
          <a:xfrm>
            <a:off x="5899311" y="1087007"/>
            <a:ext cx="2926200" cy="2926200"/>
          </a:xfrm>
          <a:prstGeom prst="rect">
            <a:avLst/>
          </a:prstGeom>
          <a:solidFill>
            <a:srgbClr val="00B0F0"/>
          </a:solidFill>
          <a:ln>
            <a:solidFill>
              <a:srgbClr val="70CDDC"/>
            </a:solidFill>
          </a:ln>
        </p:spPr>
        <p:txBody>
          <a:bodyPr spcFirstLastPara="1" wrap="square" lIns="82600" tIns="82600" rIns="82600" bIns="8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4"/>
          </a:p>
        </p:txBody>
      </p:sp>
      <p:sp>
        <p:nvSpPr>
          <p:cNvPr id="11" name="Google Shape;213;p29">
            <a:extLst>
              <a:ext uri="{FF2B5EF4-FFF2-40B4-BE49-F238E27FC236}">
                <a16:creationId xmlns:a16="http://schemas.microsoft.com/office/drawing/2014/main" id="{45A1B96C-2AFE-3EE1-33C0-95147BC98F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9949" y="189662"/>
            <a:ext cx="6747351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Steven Judd</a:t>
            </a:r>
            <a:endParaRPr sz="2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215;p29">
            <a:extLst>
              <a:ext uri="{FF2B5EF4-FFF2-40B4-BE49-F238E27FC236}">
                <a16:creationId xmlns:a16="http://schemas.microsoft.com/office/drawing/2014/main" id="{98716470-F9B0-5D22-0364-7BA7DAF2CD5C}"/>
              </a:ext>
            </a:extLst>
          </p:cNvPr>
          <p:cNvSpPr txBox="1">
            <a:spLocks/>
          </p:cNvSpPr>
          <p:nvPr/>
        </p:nvSpPr>
        <p:spPr>
          <a:xfrm>
            <a:off x="509949" y="634937"/>
            <a:ext cx="5951751" cy="567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dirty="0"/>
              <a:t>Sr. Principal Consultant, Novus Consulting</a:t>
            </a:r>
          </a:p>
        </p:txBody>
      </p:sp>
      <p:sp>
        <p:nvSpPr>
          <p:cNvPr id="14" name="Google Shape;218;p29">
            <a:extLst>
              <a:ext uri="{FF2B5EF4-FFF2-40B4-BE49-F238E27FC236}">
                <a16:creationId xmlns:a16="http://schemas.microsoft.com/office/drawing/2014/main" id="{4586781D-AAF5-4F26-0A47-02D3CA92B8EF}"/>
              </a:ext>
            </a:extLst>
          </p:cNvPr>
          <p:cNvSpPr txBox="1"/>
          <p:nvPr/>
        </p:nvSpPr>
        <p:spPr>
          <a:xfrm>
            <a:off x="509949" y="994387"/>
            <a:ext cx="4900251" cy="3112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As a Microsoft MVP for PowerShell, I have a passion for automation using PowerShell and DevOps Agile principles. </a:t>
            </a:r>
          </a:p>
          <a:p>
            <a:pPr lvl="0"/>
            <a:endParaRPr lang="en-US" sz="1200" dirty="0"/>
          </a:p>
          <a:p>
            <a:pPr lvl="0"/>
            <a:r>
              <a:rPr lang="en-US" dirty="0"/>
              <a:t>I have been working with Developers as the "Ops" of DevOps for more than 30 years, before I even knew what DevOps was. I developed a PowerShell training program to help people learn automation and accelerate their career.</a:t>
            </a:r>
          </a:p>
          <a:p>
            <a:pPr lvl="0"/>
            <a:endParaRPr lang="en-US" sz="1200" dirty="0"/>
          </a:p>
          <a:p>
            <a:pPr lvl="0"/>
            <a:r>
              <a:rPr lang="en-US" dirty="0"/>
              <a:t>I spend my free time learning more about PowerShell and other technologies and hanging out in the PowerShell Discord.</a:t>
            </a:r>
            <a:endParaRPr lang="en-US" sz="16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Placeholder 2" descr="A person wearing a hat and headphones&#10;&#10;AI-generated content may be incorrect.">
            <a:extLst>
              <a:ext uri="{FF2B5EF4-FFF2-40B4-BE49-F238E27FC236}">
                <a16:creationId xmlns:a16="http://schemas.microsoft.com/office/drawing/2014/main" id="{B1E567D5-B87D-5030-A73D-A129DF21C1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08289" y="914400"/>
            <a:ext cx="2925762" cy="2925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hlinkClick r:id="rId3"/>
            <a:extLst>
              <a:ext uri="{FF2B5EF4-FFF2-40B4-BE49-F238E27FC236}">
                <a16:creationId xmlns:a16="http://schemas.microsoft.com/office/drawing/2014/main" id="{5A9EAF4E-C07D-28EC-23B5-BEF4B5415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49" y="4549046"/>
            <a:ext cx="2143018" cy="40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43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1F487-E690-33C7-1D14-76CB8518C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BAFE7-2526-CA86-894C-93A451EFE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&amp; Expectations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91A1954-36E0-2C4C-6677-0AE5624E1BB2}"/>
              </a:ext>
            </a:extLst>
          </p:cNvPr>
          <p:cNvSpPr txBox="1">
            <a:spLocks/>
          </p:cNvSpPr>
          <p:nvPr/>
        </p:nvSpPr>
        <p:spPr>
          <a:xfrm>
            <a:off x="274638" y="1000125"/>
            <a:ext cx="3959225" cy="3371850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6075" indent="-231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8325" indent="-222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513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288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4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Goals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Quick review of the fundamentals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Turn one-liners and scripts into advanced functions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Anatomy of a function</a:t>
            </a:r>
          </a:p>
          <a:p>
            <a:pPr marL="568325" marR="0" lvl="1" indent="-222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Pipelining, validation, tab completion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Create user documentation using Comment-based help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Package functions into structured modules</a:t>
            </a:r>
          </a:p>
          <a:p>
            <a:pPr marL="568325" marR="0" lvl="1" indent="-222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vs. Private functions</a:t>
            </a:r>
          </a:p>
          <a:p>
            <a:pPr marL="568325" marR="0" lvl="1" indent="-222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Multi-file vs. monolithic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Command design principles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Publish modules to a shareable PSRepository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13751D4-6769-93ED-79C4-40C3BBA5C5F4}"/>
              </a:ext>
            </a:extLst>
          </p:cNvPr>
          <p:cNvSpPr txBox="1">
            <a:spLocks/>
          </p:cNvSpPr>
          <p:nvPr/>
        </p:nvSpPr>
        <p:spPr>
          <a:xfrm>
            <a:off x="4910138" y="1000125"/>
            <a:ext cx="3995737" cy="3371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6075" indent="-231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8325" indent="-222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8513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0288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4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Expectations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Some experience writing PowerShell scripts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VS Code with PowerShell extension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PowerShell 7 (or 5.1)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626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0FBD-9F34-9F3C-D088-0209DB488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PowerShell fundamentals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50E00-7506-F0CE-3022-D15D491CCB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Execution policy overview</a:t>
            </a:r>
          </a:p>
          <a:p>
            <a:pPr lvl="1"/>
            <a:r>
              <a:rPr lang="en-US" dirty="0"/>
              <a:t>Security feature – not a security boundary</a:t>
            </a:r>
          </a:p>
          <a:p>
            <a:pPr lvl="1"/>
            <a:r>
              <a:rPr lang="en-US" dirty="0"/>
              <a:t>Windows-only</a:t>
            </a:r>
          </a:p>
          <a:p>
            <a:r>
              <a:rPr lang="en-US" dirty="0"/>
              <a:t>Command types and their precedence</a:t>
            </a:r>
          </a:p>
          <a:p>
            <a:pPr lvl="1"/>
            <a:r>
              <a:rPr lang="en-US" dirty="0"/>
              <a:t>Alias</a:t>
            </a:r>
          </a:p>
          <a:p>
            <a:pPr lvl="1"/>
            <a:r>
              <a:rPr lang="en-US" dirty="0"/>
              <a:t>Function</a:t>
            </a:r>
          </a:p>
          <a:p>
            <a:pPr lvl="1"/>
            <a:r>
              <a:rPr lang="en-US" dirty="0"/>
              <a:t>Cmdlet</a:t>
            </a:r>
          </a:p>
          <a:p>
            <a:pPr lvl="1"/>
            <a:r>
              <a:rPr lang="en-US" dirty="0"/>
              <a:t>External executable files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CBC26-C8D0-1473-A87B-52513F84F4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Scripts &amp; functions</a:t>
            </a:r>
          </a:p>
          <a:p>
            <a:pPr lvl="1"/>
            <a:r>
              <a:rPr lang="en-US" dirty="0"/>
              <a:t>Purpose</a:t>
            </a:r>
          </a:p>
          <a:p>
            <a:pPr lvl="1"/>
            <a:r>
              <a:rPr lang="en-US" dirty="0"/>
              <a:t>Batch scripts vs. tools</a:t>
            </a:r>
          </a:p>
          <a:p>
            <a:pPr lvl="1"/>
            <a:r>
              <a:rPr lang="en-US" dirty="0" err="1"/>
              <a:t>Scriptblocks</a:t>
            </a:r>
            <a:endParaRPr lang="en-US" dirty="0"/>
          </a:p>
          <a:p>
            <a:pPr lvl="1"/>
            <a:r>
              <a:rPr lang="en-US" dirty="0"/>
              <a:t>Profiles and dot-sourcing</a:t>
            </a:r>
          </a:p>
          <a:p>
            <a:r>
              <a:rPr lang="en-US" dirty="0"/>
              <a:t>Variable scopes</a:t>
            </a:r>
          </a:p>
          <a:p>
            <a:pPr lvl="1"/>
            <a:r>
              <a:rPr lang="en-US" dirty="0"/>
              <a:t>Global</a:t>
            </a:r>
          </a:p>
          <a:p>
            <a:pPr lvl="1"/>
            <a:r>
              <a:rPr lang="en-US" dirty="0"/>
              <a:t>Local</a:t>
            </a:r>
          </a:p>
          <a:p>
            <a:pPr lvl="1"/>
            <a:r>
              <a:rPr lang="en-US" dirty="0"/>
              <a:t>Script</a:t>
            </a:r>
          </a:p>
          <a:p>
            <a:pPr lvl="1"/>
            <a:r>
              <a:rPr lang="en-US" dirty="0"/>
              <a:t>Private</a:t>
            </a:r>
          </a:p>
        </p:txBody>
      </p:sp>
    </p:spTree>
    <p:extLst>
      <p:ext uri="{BB962C8B-B14F-4D97-AF65-F5344CB8AC3E}">
        <p14:creationId xmlns:p14="http://schemas.microsoft.com/office/powerpoint/2010/main" val="951770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0EB0F-6ED0-FD81-8FAF-50A4F1C3A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Scopes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F1509E1-B943-888F-37A6-B06088403E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6699257"/>
              </p:ext>
            </p:extLst>
          </p:nvPr>
        </p:nvGraphicFramePr>
        <p:xfrm>
          <a:off x="849129" y="1102370"/>
          <a:ext cx="7164386" cy="33115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F66F15F3-7569-F155-4BE2-C00B4EF7D82D}"/>
              </a:ext>
            </a:extLst>
          </p:cNvPr>
          <p:cNvGrpSpPr/>
          <p:nvPr/>
        </p:nvGrpSpPr>
        <p:grpSpPr>
          <a:xfrm>
            <a:off x="1462223" y="3694331"/>
            <a:ext cx="2721703" cy="357291"/>
            <a:chOff x="98981" y="1490210"/>
            <a:chExt cx="1864121" cy="1490210"/>
          </a:xfrm>
          <a:solidFill>
            <a:srgbClr val="C7A6F0"/>
          </a:solidFill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72A71D5-53DB-8472-7F6F-F8096E726B80}"/>
                </a:ext>
              </a:extLst>
            </p:cNvPr>
            <p:cNvSpPr/>
            <p:nvPr/>
          </p:nvSpPr>
          <p:spPr>
            <a:xfrm>
              <a:off x="98981" y="1490210"/>
              <a:ext cx="1864121" cy="1490210"/>
            </a:xfrm>
            <a:prstGeom prst="roundRect">
              <a:avLst>
                <a:gd name="adj" fmla="val 1050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853B5F1F-F22F-05CA-1CAF-D5115521A5E9}"/>
                </a:ext>
              </a:extLst>
            </p:cNvPr>
            <p:cNvSpPr txBox="1"/>
            <p:nvPr/>
          </p:nvSpPr>
          <p:spPr>
            <a:xfrm>
              <a:off x="144809" y="1586498"/>
              <a:ext cx="1772463" cy="1107559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lvl="1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500" b="0" i="0" kern="1200" dirty="0"/>
                <a:t>Function scope </a:t>
              </a:r>
              <a:r>
                <a:rPr lang="en-US" sz="1500" kern="1200" dirty="0"/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099809-4AD1-EC30-32FE-23C6988A0BD6}"/>
              </a:ext>
            </a:extLst>
          </p:cNvPr>
          <p:cNvGrpSpPr/>
          <p:nvPr/>
        </p:nvGrpSpPr>
        <p:grpSpPr>
          <a:xfrm>
            <a:off x="1462224" y="3259083"/>
            <a:ext cx="2721703" cy="357291"/>
            <a:chOff x="98981" y="1490210"/>
            <a:chExt cx="1864121" cy="1490210"/>
          </a:xfrm>
          <a:solidFill>
            <a:srgbClr val="74BEB0"/>
          </a:solidFill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A9461B2-0638-D5EB-4C4B-59D83DB01D46}"/>
                </a:ext>
              </a:extLst>
            </p:cNvPr>
            <p:cNvSpPr/>
            <p:nvPr/>
          </p:nvSpPr>
          <p:spPr>
            <a:xfrm>
              <a:off x="98981" y="1490210"/>
              <a:ext cx="1864121" cy="1490210"/>
            </a:xfrm>
            <a:prstGeom prst="roundRect">
              <a:avLst>
                <a:gd name="adj" fmla="val 1050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358B00CF-6A3C-3694-B607-0F210B4D1337}"/>
                </a:ext>
              </a:extLst>
            </p:cNvPr>
            <p:cNvSpPr txBox="1"/>
            <p:nvPr/>
          </p:nvSpPr>
          <p:spPr>
            <a:xfrm>
              <a:off x="144808" y="1583562"/>
              <a:ext cx="1772463" cy="115725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lvl="1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500" b="0" i="0" kern="1200" dirty="0"/>
                <a:t>Function scope 2</a:t>
              </a:r>
              <a:endParaRPr lang="en-US" sz="1500" kern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1BEC9-9C28-BB9E-64D9-2D5D76358822}"/>
              </a:ext>
            </a:extLst>
          </p:cNvPr>
          <p:cNvGrpSpPr/>
          <p:nvPr/>
        </p:nvGrpSpPr>
        <p:grpSpPr>
          <a:xfrm>
            <a:off x="1462225" y="2823835"/>
            <a:ext cx="2721703" cy="357291"/>
            <a:chOff x="98981" y="1490210"/>
            <a:chExt cx="1864121" cy="1490210"/>
          </a:xfrm>
          <a:solidFill>
            <a:srgbClr val="FAD260"/>
          </a:solidFill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0E8FFC1-4784-9B4E-FAC1-0F6FC9879DD4}"/>
                </a:ext>
              </a:extLst>
            </p:cNvPr>
            <p:cNvSpPr/>
            <p:nvPr/>
          </p:nvSpPr>
          <p:spPr>
            <a:xfrm>
              <a:off x="98981" y="1490210"/>
              <a:ext cx="1864121" cy="1490210"/>
            </a:xfrm>
            <a:prstGeom prst="roundRect">
              <a:avLst>
                <a:gd name="adj" fmla="val 1050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: Rounded Corners 4">
              <a:extLst>
                <a:ext uri="{FF2B5EF4-FFF2-40B4-BE49-F238E27FC236}">
                  <a16:creationId xmlns:a16="http://schemas.microsoft.com/office/drawing/2014/main" id="{85FA570A-646D-4A26-37BE-5E86F52E315F}"/>
                </a:ext>
              </a:extLst>
            </p:cNvPr>
            <p:cNvSpPr txBox="1"/>
            <p:nvPr/>
          </p:nvSpPr>
          <p:spPr>
            <a:xfrm>
              <a:off x="144807" y="1649495"/>
              <a:ext cx="1772463" cy="1171632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lvl="1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500" b="0" i="0" kern="1200" dirty="0"/>
                <a:t>Function scope 1</a:t>
              </a:r>
              <a:endParaRPr lang="en-US" sz="1500" kern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9DB71A4-668A-95AA-1839-3C0B8BC17744}"/>
              </a:ext>
            </a:extLst>
          </p:cNvPr>
          <p:cNvGrpSpPr/>
          <p:nvPr/>
        </p:nvGrpSpPr>
        <p:grpSpPr>
          <a:xfrm>
            <a:off x="4800600" y="2931486"/>
            <a:ext cx="2881177" cy="941491"/>
            <a:chOff x="4224473" y="2834824"/>
            <a:chExt cx="2176660" cy="94149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812B3C-1F1B-DA83-140A-2A906A86C8DF}"/>
                </a:ext>
              </a:extLst>
            </p:cNvPr>
            <p:cNvGrpSpPr/>
            <p:nvPr/>
          </p:nvGrpSpPr>
          <p:grpSpPr>
            <a:xfrm>
              <a:off x="4224473" y="2834824"/>
              <a:ext cx="2176660" cy="941491"/>
              <a:chOff x="98981" y="1490210"/>
              <a:chExt cx="1864121" cy="1490210"/>
            </a:xfrm>
            <a:solidFill>
              <a:schemeClr val="bg1"/>
            </a:solidFill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7CFACC2F-8D3B-55CB-95F7-7B283DEFCD63}"/>
                  </a:ext>
                </a:extLst>
              </p:cNvPr>
              <p:cNvSpPr/>
              <p:nvPr/>
            </p:nvSpPr>
            <p:spPr>
              <a:xfrm>
                <a:off x="98981" y="1490210"/>
                <a:ext cx="1864121" cy="1490210"/>
              </a:xfrm>
              <a:prstGeom prst="roundRect">
                <a:avLst>
                  <a:gd name="adj" fmla="val 105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Rectangle: Rounded Corners 4">
                <a:extLst>
                  <a:ext uri="{FF2B5EF4-FFF2-40B4-BE49-F238E27FC236}">
                    <a16:creationId xmlns:a16="http://schemas.microsoft.com/office/drawing/2014/main" id="{9DCEFF5B-243F-0E33-98C1-707C0F10CFD5}"/>
                  </a:ext>
                </a:extLst>
              </p:cNvPr>
              <p:cNvSpPr txBox="1"/>
              <p:nvPr/>
            </p:nvSpPr>
            <p:spPr>
              <a:xfrm>
                <a:off x="144810" y="1536039"/>
                <a:ext cx="1772463" cy="13985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72390" tIns="72390" rIns="72390" bIns="72390" numCol="1" spcCol="1270" anchor="t" anchorCtr="0">
                <a:noAutofit/>
              </a:bodyPr>
              <a:lstStyle/>
              <a:p>
                <a:pPr lvl="1"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500" b="0" i="0" kern="1200" dirty="0"/>
                  <a:t>Function scope </a:t>
                </a:r>
                <a:r>
                  <a:rPr lang="en-US" sz="1500" kern="1200" dirty="0"/>
                  <a:t>4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050A60B-F074-8ED4-593F-70003D35D5BC}"/>
                </a:ext>
              </a:extLst>
            </p:cNvPr>
            <p:cNvGrpSpPr/>
            <p:nvPr/>
          </p:nvGrpSpPr>
          <p:grpSpPr>
            <a:xfrm>
              <a:off x="4380743" y="3305570"/>
              <a:ext cx="1864121" cy="357291"/>
              <a:chOff x="98981" y="1490210"/>
              <a:chExt cx="1864121" cy="1490210"/>
            </a:xfrm>
            <a:solidFill>
              <a:srgbClr val="90D9F8"/>
            </a:solidFill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BB3FC542-287D-0E95-BDA9-8B5834041F57}"/>
                  </a:ext>
                </a:extLst>
              </p:cNvPr>
              <p:cNvSpPr/>
              <p:nvPr/>
            </p:nvSpPr>
            <p:spPr>
              <a:xfrm>
                <a:off x="98981" y="1490210"/>
                <a:ext cx="1864121" cy="1490210"/>
              </a:xfrm>
              <a:prstGeom prst="roundRect">
                <a:avLst>
                  <a:gd name="adj" fmla="val 105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Rectangle: Rounded Corners 4">
                <a:extLst>
                  <a:ext uri="{FF2B5EF4-FFF2-40B4-BE49-F238E27FC236}">
                    <a16:creationId xmlns:a16="http://schemas.microsoft.com/office/drawing/2014/main" id="{CE8D73EA-30A4-6B47-0BA2-ADD05E96B5BA}"/>
                  </a:ext>
                </a:extLst>
              </p:cNvPr>
              <p:cNvSpPr txBox="1"/>
              <p:nvPr/>
            </p:nvSpPr>
            <p:spPr>
              <a:xfrm>
                <a:off x="144810" y="1536039"/>
                <a:ext cx="1772463" cy="13985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72390" tIns="72390" rIns="72390" bIns="72390" numCol="1" spcCol="1270" anchor="t" anchorCtr="0">
                <a:noAutofit/>
              </a:bodyPr>
              <a:lstStyle/>
              <a:p>
                <a:pPr lvl="1"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500" b="0" i="0" kern="1200" dirty="0"/>
                  <a:t>Function scope </a:t>
                </a:r>
                <a:r>
                  <a:rPr lang="en-US" sz="1500" kern="1200" dirty="0"/>
                  <a:t>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130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2E6596-01AD-A2A3-2584-D3AC9117F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Anatomy of a function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258DD-15A4-DC46-8D83-EA9DCF8AD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Scriptblocks</a:t>
            </a:r>
            <a:r>
              <a:rPr lang="en-US" dirty="0"/>
              <a:t> vs. functions vs. filters vs. scripts</a:t>
            </a:r>
          </a:p>
          <a:p>
            <a:r>
              <a:rPr lang="en-US" dirty="0" err="1"/>
              <a:t>Scriptblock</a:t>
            </a:r>
            <a:r>
              <a:rPr lang="en-US" dirty="0"/>
              <a:t> labels</a:t>
            </a:r>
          </a:p>
          <a:p>
            <a:pPr lvl="1"/>
            <a:r>
              <a:rPr lang="en-US" dirty="0"/>
              <a:t>begin, process, end, clean</a:t>
            </a:r>
          </a:p>
          <a:p>
            <a:pPr lvl="1"/>
            <a:r>
              <a:rPr lang="en-US" dirty="0"/>
              <a:t>Default is end</a:t>
            </a:r>
          </a:p>
          <a:p>
            <a:r>
              <a:rPr lang="en-US" dirty="0"/>
              <a:t>Advanced functions</a:t>
            </a:r>
          </a:p>
          <a:p>
            <a:pPr lvl="1"/>
            <a:r>
              <a:rPr lang="en-US" dirty="0"/>
              <a:t>[</a:t>
            </a:r>
            <a:r>
              <a:rPr lang="en-US" dirty="0" err="1"/>
              <a:t>CmdletBinding</a:t>
            </a:r>
            <a:r>
              <a:rPr lang="en-US" dirty="0"/>
              <a:t>()] and [Parameter()] attributes</a:t>
            </a:r>
          </a:p>
          <a:p>
            <a:pPr lvl="1"/>
            <a:r>
              <a:rPr lang="en-US" dirty="0"/>
              <a:t>Parameter validation</a:t>
            </a:r>
          </a:p>
          <a:p>
            <a:pPr lvl="1"/>
            <a:r>
              <a:rPr lang="en-US" dirty="0"/>
              <a:t>Pipeline input</a:t>
            </a:r>
          </a:p>
          <a:p>
            <a:pPr lvl="1"/>
            <a:r>
              <a:rPr lang="en-US" dirty="0"/>
              <a:t>Parameter sets</a:t>
            </a:r>
          </a:p>
          <a:p>
            <a:pPr lvl="1"/>
            <a:r>
              <a:rPr lang="en-US" dirty="0"/>
              <a:t>Argument completion</a:t>
            </a:r>
          </a:p>
        </p:txBody>
      </p:sp>
    </p:spTree>
    <p:extLst>
      <p:ext uri="{BB962C8B-B14F-4D97-AF65-F5344CB8AC3E}">
        <p14:creationId xmlns:p14="http://schemas.microsoft.com/office/powerpoint/2010/main" val="3218458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9EE6F-0EDF-7FB2-29E2-88BE7227D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CE545-D07C-6542-35AE-DA8342A56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31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042C-9C01-11B7-FADC-AF3C17430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CDA8F-6B9E-8584-7B06-5C2CF7BDF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20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7091-968A-19B8-442D-5D0E10C7E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 completion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C01E4-E4C8-0EB6-A595-B0AFE69CA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52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1E63EC-27CE-5F91-2AFC-FDFE069A6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Coding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BF2B9-F5C9-B458-1E29-1D07E6313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Variables</a:t>
            </a:r>
          </a:p>
          <a:p>
            <a:pPr lvl="1"/>
            <a:r>
              <a:rPr lang="en-US" dirty="0"/>
              <a:t>Use Pascal Case for variables defined as parameters</a:t>
            </a:r>
          </a:p>
          <a:p>
            <a:pPr lvl="1"/>
            <a:r>
              <a:rPr lang="en-US" dirty="0"/>
              <a:t>Use Camel Case for variables defined in the code</a:t>
            </a:r>
          </a:p>
          <a:p>
            <a:r>
              <a:rPr lang="en-US" dirty="0"/>
              <a:t>Use single quotes for non-expanding text and double quotes for expanding text</a:t>
            </a:r>
          </a:p>
          <a:p>
            <a:pPr lvl="1"/>
            <a:r>
              <a:rPr lang="en-US" dirty="0"/>
              <a:t>$var1 = 'this is some text'</a:t>
            </a:r>
          </a:p>
          <a:p>
            <a:pPr lvl="1"/>
            <a:r>
              <a:rPr lang="en-US" dirty="0"/>
              <a:t>$var2 = "Profile path: $PROFILE"</a:t>
            </a:r>
          </a:p>
          <a:p>
            <a:r>
              <a:rPr lang="en-US" dirty="0"/>
              <a:t>Keep your line length below 120 characters</a:t>
            </a:r>
          </a:p>
          <a:p>
            <a:pPr lvl="1"/>
            <a:r>
              <a:rPr lang="en-US" dirty="0"/>
              <a:t>Use the natural line continuation characters</a:t>
            </a:r>
          </a:p>
          <a:p>
            <a:pPr lvl="1"/>
            <a:r>
              <a:rPr lang="en-US" dirty="0"/>
              <a:t>Use splatting</a:t>
            </a:r>
          </a:p>
          <a:p>
            <a:pPr lvl="1"/>
            <a:r>
              <a:rPr lang="en-US" dirty="0"/>
              <a:t>Use the Join operator</a:t>
            </a:r>
          </a:p>
          <a:p>
            <a:r>
              <a:rPr lang="en-US" dirty="0"/>
              <a:t>Use switch statements rather than complex if/elseif/else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/>
              <a:t>See </a:t>
            </a:r>
            <a:r>
              <a:rPr lang="en-US">
                <a:hlinkClick r:id="rId2"/>
              </a:rPr>
              <a:t>The </a:t>
            </a:r>
            <a:r>
              <a:rPr lang="en-US" dirty="0">
                <a:hlinkClick r:id="rId2"/>
              </a:rPr>
              <a:t>Unofficial PowerShell Best Practices and Style Guide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981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7E036-0A25-625B-EE1C-B6156EE55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Comment-based help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935AF-2030-30C7-6B03-DA712D534E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Why?</a:t>
            </a:r>
          </a:p>
          <a:p>
            <a:r>
              <a:rPr lang="en-US" dirty="0"/>
              <a:t>Quick overview of Help system</a:t>
            </a:r>
          </a:p>
          <a:p>
            <a:r>
              <a:rPr lang="en-US" dirty="0"/>
              <a:t>Syntax and pitfalls</a:t>
            </a:r>
          </a:p>
          <a:p>
            <a:pPr lvl="1"/>
            <a:r>
              <a:rPr lang="en-US" dirty="0"/>
              <a:t>location in code</a:t>
            </a:r>
          </a:p>
          <a:p>
            <a:pPr lvl="1"/>
            <a:r>
              <a:rPr lang="en-US" dirty="0"/>
              <a:t>comment styling - `#` vs `&lt;# #&gt;`</a:t>
            </a:r>
          </a:p>
          <a:p>
            <a:pPr lvl="1"/>
            <a:r>
              <a:rPr lang="en-US" dirty="0"/>
              <a:t>markup and formatting</a:t>
            </a:r>
          </a:p>
          <a:p>
            <a:pPr lvl="1"/>
            <a:r>
              <a:rPr lang="en-US" dirty="0"/>
              <a:t>Singletons, multiline, single instance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C486C5-71A1-A0B0-E5BE-73181230C9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1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48F2A-2DCB-C25B-0F1A-E8D6A8FE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036A8-9D29-34A2-C562-9A628570D5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en-US" dirty="0"/>
              <a:t>Structure</a:t>
            </a:r>
          </a:p>
          <a:p>
            <a:r>
              <a:rPr lang="en-US" dirty="0"/>
              <a:t>Module manifest</a:t>
            </a:r>
          </a:p>
          <a:p>
            <a:r>
              <a:rPr lang="en-US" dirty="0"/>
              <a:t>Public vs private functions</a:t>
            </a:r>
          </a:p>
          <a:p>
            <a:r>
              <a:rPr lang="en-US" dirty="0"/>
              <a:t>Monolithic vs multiple files</a:t>
            </a:r>
          </a:p>
          <a:p>
            <a:r>
              <a:rPr lang="en-US" dirty="0"/>
              <a:t>Templating (Plaster or Stucco)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E1A49-0A0C-5E12-85D1-5B8B04C9F5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en-US" dirty="0"/>
              <a:t>Other resources</a:t>
            </a:r>
          </a:p>
          <a:p>
            <a:r>
              <a:rPr lang="en-US" dirty="0"/>
              <a:t>Help file</a:t>
            </a:r>
          </a:p>
          <a:p>
            <a:r>
              <a:rPr lang="en-US" dirty="0"/>
              <a:t>Format files (intermediate)</a:t>
            </a:r>
          </a:p>
          <a:p>
            <a:r>
              <a:rPr lang="en-US" dirty="0"/>
              <a:t>Type files (advanced)</a:t>
            </a:r>
          </a:p>
          <a:p>
            <a:r>
              <a:rPr lang="en-US" dirty="0"/>
              <a:t>Other data files (as needed)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391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7D85AB-BAA7-B2F8-421E-E51B3F6C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Command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F9543-A2FA-1358-5947-E324E44DB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Commands are single purpose</a:t>
            </a:r>
          </a:p>
          <a:p>
            <a:pPr lvl="1"/>
            <a:r>
              <a:rPr lang="en-US" dirty="0"/>
              <a:t>CRUD operations</a:t>
            </a:r>
          </a:p>
          <a:p>
            <a:r>
              <a:rPr lang="en-US" dirty="0"/>
              <a:t>Use approved verbs and consistent nouns</a:t>
            </a:r>
          </a:p>
          <a:p>
            <a:pPr lvl="1"/>
            <a:r>
              <a:rPr lang="en-US" dirty="0"/>
              <a:t>New/Get/Set/Update/Remove/Add</a:t>
            </a:r>
          </a:p>
          <a:p>
            <a:r>
              <a:rPr lang="en-US" dirty="0"/>
              <a:t>Parameter naming for the pipeline</a:t>
            </a:r>
          </a:p>
          <a:p>
            <a:r>
              <a:rPr lang="en-US" dirty="0"/>
              <a:t>Error handling</a:t>
            </a:r>
          </a:p>
          <a:p>
            <a:pPr lvl="1"/>
            <a:r>
              <a:rPr lang="en-US" dirty="0"/>
              <a:t>Write-Error vs throw</a:t>
            </a:r>
          </a:p>
          <a:p>
            <a:pPr lvl="1"/>
            <a:r>
              <a:rPr lang="en-US" dirty="0"/>
              <a:t>Try/catch/finally</a:t>
            </a:r>
          </a:p>
          <a:p>
            <a:pPr lvl="1"/>
            <a:r>
              <a:rPr lang="en-US" dirty="0"/>
              <a:t>$</a:t>
            </a:r>
            <a:r>
              <a:rPr lang="en-US" dirty="0" err="1"/>
              <a:t>ErrorActionPreference</a:t>
            </a:r>
            <a:endParaRPr lang="en-US" dirty="0"/>
          </a:p>
          <a:p>
            <a:pPr lvl="1"/>
            <a:r>
              <a:rPr lang="en-US" dirty="0" err="1"/>
              <a:t>ShouldProcess</a:t>
            </a:r>
            <a:r>
              <a:rPr lang="en-US" dirty="0"/>
              <a:t> - </a:t>
            </a:r>
            <a:r>
              <a:rPr lang="en-US" dirty="0" err="1"/>
              <a:t>WhatIf</a:t>
            </a:r>
            <a:r>
              <a:rPr lang="en-US" dirty="0"/>
              <a:t>/Confirm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032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5AE15E-92D5-F5FD-E86F-4C935D5C7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Publishing modules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4ABA0-2AA9-CBFF-B8B7-65713B0C7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PowerShellGet</a:t>
            </a:r>
            <a:r>
              <a:rPr lang="en-US" dirty="0"/>
              <a:t> vs. PSResourceGet module</a:t>
            </a:r>
          </a:p>
          <a:p>
            <a:r>
              <a:rPr lang="en-US" dirty="0"/>
              <a:t>Publishing to a repository</a:t>
            </a:r>
          </a:p>
          <a:p>
            <a:pPr lvl="1"/>
            <a:r>
              <a:rPr lang="en-US" dirty="0" err="1"/>
              <a:t>PowerShellGallery</a:t>
            </a:r>
            <a:endParaRPr lang="en-US" dirty="0"/>
          </a:p>
          <a:p>
            <a:pPr lvl="1"/>
            <a:r>
              <a:rPr lang="en-US" dirty="0"/>
              <a:t>Private repositories</a:t>
            </a:r>
          </a:p>
        </p:txBody>
      </p:sp>
    </p:spTree>
    <p:extLst>
      <p:ext uri="{BB962C8B-B14F-4D97-AF65-F5344CB8AC3E}">
        <p14:creationId xmlns:p14="http://schemas.microsoft.com/office/powerpoint/2010/main" val="2578128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77E6F-2E6A-C5B2-6813-DEEB02570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E1A7A-6B6C-E203-929B-715BCD484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67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Session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Your feedback is very important to us</a:t>
            </a:r>
          </a:p>
          <a:p>
            <a:r>
              <a:rPr lang="en-US" dirty="0"/>
              <a:t>Please take a moment to complete the session survey found in the mobile app</a:t>
            </a:r>
          </a:p>
          <a:p>
            <a:r>
              <a:rPr lang="en-US" dirty="0"/>
              <a:t>Use the QR code or search for “Converge360 Events” in your app store</a:t>
            </a:r>
          </a:p>
          <a:p>
            <a:r>
              <a:rPr lang="en-US" dirty="0"/>
              <a:t>Find this session on the Agenda tab</a:t>
            </a:r>
          </a:p>
          <a:p>
            <a:r>
              <a:rPr lang="en-US" dirty="0"/>
              <a:t>Click “Session Evaluation”</a:t>
            </a:r>
          </a:p>
          <a:p>
            <a:r>
              <a:rPr lang="en-US" dirty="0"/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F6ADC5-FFDB-8E80-E733-F5A772E05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5337" y="2952750"/>
            <a:ext cx="1427276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21439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714</Words>
  <Application>Microsoft Office PowerPoint</Application>
  <PresentationFormat>On-screen Show (16:9)</PresentationFormat>
  <Paragraphs>146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Courier New</vt:lpstr>
      <vt:lpstr>Montserrat</vt:lpstr>
      <vt:lpstr>Montserrat SemiBold</vt:lpstr>
      <vt:lpstr>Custom Design</vt:lpstr>
      <vt:lpstr>PowerPoint Presentation</vt:lpstr>
      <vt:lpstr>Session Survey</vt:lpstr>
      <vt:lpstr>Sean Wheeler</vt:lpstr>
      <vt:lpstr>Steven Judd</vt:lpstr>
      <vt:lpstr>Goals &amp; Expectations</vt:lpstr>
      <vt:lpstr>PowerShell fundamentals</vt:lpstr>
      <vt:lpstr>Scopes</vt:lpstr>
      <vt:lpstr>Anatomy of a function</vt:lpstr>
      <vt:lpstr>Pipeline input</vt:lpstr>
      <vt:lpstr>Parameter validation</vt:lpstr>
      <vt:lpstr>Argument completion</vt:lpstr>
      <vt:lpstr>Coding style</vt:lpstr>
      <vt:lpstr>Comment-based help</vt:lpstr>
      <vt:lpstr>Module design</vt:lpstr>
      <vt:lpstr>Command design</vt:lpstr>
      <vt:lpstr>Publishing modules</vt:lpstr>
      <vt:lpstr>PowerPoint Presentation</vt:lpstr>
      <vt:lpstr>Session Survey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Sean Wheeler</cp:lastModifiedBy>
  <cp:revision>1</cp:revision>
  <dcterms:created xsi:type="dcterms:W3CDTF">2015-02-16T21:29:58Z</dcterms:created>
  <dcterms:modified xsi:type="dcterms:W3CDTF">2026-07-11T15:07:30Z</dcterms:modified>
</cp:coreProperties>
</file>