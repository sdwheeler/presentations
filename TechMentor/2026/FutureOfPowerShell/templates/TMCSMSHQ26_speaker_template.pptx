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6"/>
  </p:notesMasterIdLst>
  <p:handoutMasterIdLst>
    <p:handoutMasterId r:id="rId7"/>
  </p:handoutMasterIdLst>
  <p:sldIdLst>
    <p:sldId id="258" r:id="rId2"/>
    <p:sldId id="259" r:id="rId3"/>
    <p:sldId id="262" r:id="rId4"/>
    <p:sldId id="261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orient="horz" pos="2820">
          <p15:clr>
            <a:srgbClr val="A4A3A4"/>
          </p15:clr>
        </p15:guide>
        <p15:guide id="3" pos="2880">
          <p15:clr>
            <a:srgbClr val="A4A3A4"/>
          </p15:clr>
        </p15:guide>
        <p15:guide id="4" pos="56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CC33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A5C9"/>
    <a:srgbClr val="70CDDC"/>
    <a:srgbClr val="ED1C5E"/>
    <a:srgbClr val="23B0E6"/>
    <a:srgbClr val="8064A2"/>
    <a:srgbClr val="6179A8"/>
    <a:srgbClr val="5EAFA6"/>
    <a:srgbClr val="5CB565"/>
    <a:srgbClr val="F774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15" autoAdjust="0"/>
    <p:restoredTop sz="87600" autoAdjust="0"/>
  </p:normalViewPr>
  <p:slideViewPr>
    <p:cSldViewPr>
      <p:cViewPr varScale="1">
        <p:scale>
          <a:sx n="117" d="100"/>
          <a:sy n="117" d="100"/>
        </p:scale>
        <p:origin x="86" y="230"/>
      </p:cViewPr>
      <p:guideLst>
        <p:guide orient="horz" pos="708"/>
        <p:guide orient="horz" pos="2820"/>
        <p:guide pos="2880"/>
        <p:guide pos="5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155" y="8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Potts" userId="1a23842b-a11a-42b9-b90f-4055cb1bcb4b" providerId="ADAL" clId="{DFFCC730-883C-498C-8CEA-1E069239877D}"/>
    <pc:docChg chg="mod modSld modMainMaster">
      <pc:chgData name="Danielle Potts" userId="1a23842b-a11a-42b9-b90f-4055cb1bcb4b" providerId="ADAL" clId="{DFFCC730-883C-498C-8CEA-1E069239877D}" dt="2026-04-03T19:38:29.214" v="25" actId="1076"/>
      <pc:docMkLst>
        <pc:docMk/>
      </pc:docMkLst>
      <pc:sldChg chg="modSp mod setBg">
        <pc:chgData name="Danielle Potts" userId="1a23842b-a11a-42b9-b90f-4055cb1bcb4b" providerId="ADAL" clId="{DFFCC730-883C-498C-8CEA-1E069239877D}" dt="2026-04-03T19:38:29.214" v="25" actId="1076"/>
        <pc:sldMkLst>
          <pc:docMk/>
          <pc:sldMk cId="405188728" sldId="258"/>
        </pc:sldMkLst>
        <pc:spChg chg="mod">
          <ac:chgData name="Danielle Potts" userId="1a23842b-a11a-42b9-b90f-4055cb1bcb4b" providerId="ADAL" clId="{DFFCC730-883C-498C-8CEA-1E069239877D}" dt="2026-04-03T19:38:19.835" v="23" actId="1076"/>
          <ac:spMkLst>
            <pc:docMk/>
            <pc:sldMk cId="405188728" sldId="258"/>
            <ac:spMk id="6" creationId="{00000000-0000-0000-0000-000000000000}"/>
          </ac:spMkLst>
        </pc:spChg>
        <pc:spChg chg="mod">
          <ac:chgData name="Danielle Potts" userId="1a23842b-a11a-42b9-b90f-4055cb1bcb4b" providerId="ADAL" clId="{DFFCC730-883C-498C-8CEA-1E069239877D}" dt="2026-04-03T19:38:23.451" v="24" actId="1076"/>
          <ac:spMkLst>
            <pc:docMk/>
            <pc:sldMk cId="405188728" sldId="258"/>
            <ac:spMk id="7" creationId="{00000000-0000-0000-0000-000000000000}"/>
          </ac:spMkLst>
        </pc:spChg>
        <pc:spChg chg="mod">
          <ac:chgData name="Danielle Potts" userId="1a23842b-a11a-42b9-b90f-4055cb1bcb4b" providerId="ADAL" clId="{DFFCC730-883C-498C-8CEA-1E069239877D}" dt="2026-04-03T19:38:29.214" v="25" actId="1076"/>
          <ac:spMkLst>
            <pc:docMk/>
            <pc:sldMk cId="405188728" sldId="258"/>
            <ac:spMk id="8" creationId="{00000000-0000-0000-0000-000000000000}"/>
          </ac:spMkLst>
        </pc:spChg>
      </pc:sldChg>
      <pc:sldMasterChg chg="setBg">
        <pc:chgData name="Danielle Potts" userId="1a23842b-a11a-42b9-b90f-4055cb1bcb4b" providerId="ADAL" clId="{DFFCC730-883C-498C-8CEA-1E069239877D}" dt="2026-04-03T19:32:27.921" v="2"/>
        <pc:sldMasterMkLst>
          <pc:docMk/>
          <pc:sldMasterMk cId="1580938178" sldId="2147483682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57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z="1300" b="1" dirty="0">
                <a:latin typeface="Arial" pitchFamily="34" charset="0"/>
                <a:cs typeface="Arial" pitchFamily="34" charset="0"/>
              </a:rPr>
              <a:t>TechMentor Microsoft HQ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5626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43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2ECFD-0169-4599-A79A-8C44AB4A932C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26DE0-BACA-4EA0-B73F-CC7DC1D7F4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38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95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7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1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4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4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6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1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09800" y="2495459"/>
            <a:ext cx="3987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923" tIns="42962" rIns="85923" bIns="42962"/>
          <a:lstStyle/>
          <a:p>
            <a:pPr eaLnBrk="1" hangingPunct="1">
              <a:defRPr/>
            </a:pPr>
            <a:r>
              <a:rPr lang="en-US" sz="3200" b="1" dirty="0">
                <a:solidFill>
                  <a:srgbClr val="ED1C5E"/>
                </a:solidFill>
                <a:latin typeface="Arial" charset="0"/>
                <a:cs typeface="+mn-cs"/>
              </a:rPr>
              <a:t>Speaker Name</a:t>
            </a:r>
            <a:endParaRPr lang="en-US" sz="2800" b="1" dirty="0">
              <a:solidFill>
                <a:srgbClr val="ED1C5E"/>
              </a:solidFill>
              <a:latin typeface="Arial" charset="0"/>
              <a:cs typeface="+mn-cs"/>
            </a:endParaRPr>
          </a:p>
          <a:p>
            <a:pPr>
              <a:defRPr/>
            </a:pPr>
            <a:r>
              <a:rPr lang="en-US" sz="2400" b="1" dirty="0">
                <a:solidFill>
                  <a:srgbClr val="ED1C5E"/>
                </a:solidFill>
                <a:latin typeface="Arial" charset="0"/>
              </a:rPr>
              <a:t>Title</a:t>
            </a:r>
          </a:p>
          <a:p>
            <a:pPr>
              <a:defRPr/>
            </a:pPr>
            <a:r>
              <a:rPr lang="en-US" sz="2400" b="1" dirty="0">
                <a:solidFill>
                  <a:srgbClr val="ED1C5E"/>
                </a:solidFill>
                <a:latin typeface="Arial" charset="0"/>
              </a:rPr>
              <a:t>Organization</a:t>
            </a:r>
          </a:p>
          <a:p>
            <a:pPr eaLnBrk="1" hangingPunct="1">
              <a:defRPr/>
            </a:pPr>
            <a:endParaRPr lang="en-US" b="1" dirty="0">
              <a:solidFill>
                <a:srgbClr val="1F497D"/>
              </a:solidFill>
              <a:latin typeface="Arial" charset="0"/>
              <a:cs typeface="+mn-cs"/>
            </a:endParaRPr>
          </a:p>
          <a:p>
            <a:pPr eaLnBrk="1" hangingPunct="1">
              <a:defRPr/>
            </a:pPr>
            <a:endParaRPr lang="en-US" sz="1400" dirty="0">
              <a:solidFill>
                <a:srgbClr val="1F497D"/>
              </a:solidFill>
              <a:latin typeface="Times New Roman" pitchFamily="28" charset="0"/>
              <a:cs typeface="+mn-cs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133600" y="3769632"/>
            <a:ext cx="29813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9pPr>
          </a:lstStyle>
          <a:p>
            <a:pPr algn="r"/>
            <a:r>
              <a:rPr lang="en-US" sz="2000" dirty="0">
                <a:solidFill>
                  <a:srgbClr val="ED1C5E"/>
                </a:solidFill>
                <a:latin typeface="Arial" charset="0"/>
              </a:rPr>
              <a:t>Level: Intermediate, etc.</a:t>
            </a:r>
          </a:p>
          <a:p>
            <a:pPr algn="r"/>
            <a:endParaRPr lang="en-US" b="1" dirty="0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057400" y="1200150"/>
            <a:ext cx="69342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92100"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379" tIns="44448" rIns="90379" bIns="44448" numCol="1" anchor="ctr" anchorCtr="0" compatLnSpc="1">
            <a:prstTxWarp prst="textNoShape">
              <a:avLst/>
            </a:prstTxWarp>
          </a:bodyPr>
          <a:lstStyle>
            <a:lvl1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2pPr>
            <a:lvl3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3pPr>
            <a:lvl4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4pPr>
            <a:lvl5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5pPr>
            <a:lvl6pPr marL="4572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6pPr>
            <a:lvl7pPr marL="9144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7pPr>
            <a:lvl8pPr marL="13716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8pPr>
            <a:lvl9pPr marL="18288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35A5C9"/>
                </a:solidFill>
                <a:effectLst/>
              </a:rPr>
              <a:t>Session Title Goes Here</a:t>
            </a:r>
          </a:p>
          <a:p>
            <a:pPr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35A5C9"/>
                </a:solidFill>
                <a:effectLst/>
              </a:rPr>
              <a:t>Use Two Lines if Needed</a:t>
            </a:r>
          </a:p>
        </p:txBody>
      </p:sp>
    </p:spTree>
    <p:extLst>
      <p:ext uri="{BB962C8B-B14F-4D97-AF65-F5344CB8AC3E}">
        <p14:creationId xmlns:p14="http://schemas.microsoft.com/office/powerpoint/2010/main" val="40518872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Your feedback is very important to us</a:t>
            </a:r>
          </a:p>
          <a:p>
            <a:r>
              <a:rPr lang="en-US" dirty="0"/>
              <a:t>Please take a moment to complete the session survey found in the mobile app</a:t>
            </a:r>
          </a:p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6ADC5-FFDB-8E80-E733-F5A772E05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5337" y="2952750"/>
            <a:ext cx="1427276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1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77E6F-2E6A-C5B2-6813-DEEB02570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E1A7A-6B6C-E203-929B-715BCD484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67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Your feedback is very important to us</a:t>
            </a:r>
          </a:p>
          <a:p>
            <a:r>
              <a:rPr lang="en-US" dirty="0"/>
              <a:t>Please take a moment to complete the session survey found in the mobile app</a:t>
            </a:r>
          </a:p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6ADC5-FFDB-8E80-E733-F5A772E05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5337" y="2952750"/>
            <a:ext cx="1427276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1439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126</Words>
  <Application>Microsoft Office PowerPoint</Application>
  <PresentationFormat>On-screen Show (16:9)</PresentationFormat>
  <Paragraphs>21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Custom Design</vt:lpstr>
      <vt:lpstr>PowerPoint Presentation</vt:lpstr>
      <vt:lpstr>Session Survey</vt:lpstr>
      <vt:lpstr>PowerPoint Presentation</vt:lpstr>
      <vt:lpstr>Session Survey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Danielle Potts</cp:lastModifiedBy>
  <cp:revision>1</cp:revision>
  <dcterms:created xsi:type="dcterms:W3CDTF">2015-02-16T21:29:58Z</dcterms:created>
  <dcterms:modified xsi:type="dcterms:W3CDTF">2026-04-03T19:38:37Z</dcterms:modified>
</cp:coreProperties>
</file>