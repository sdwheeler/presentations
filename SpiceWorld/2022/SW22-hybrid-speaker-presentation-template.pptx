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1" r:id="rId4"/>
    <p:sldMasterId id="2147483702" r:id="rId5"/>
    <p:sldMasterId id="2147483656" r:id="rId6"/>
  </p:sldMasterIdLst>
  <p:notesMasterIdLst>
    <p:notesMasterId r:id="rId37"/>
  </p:notesMasterIdLst>
  <p:handoutMasterIdLst>
    <p:handoutMasterId r:id="rId38"/>
  </p:handoutMasterIdLst>
  <p:sldIdLst>
    <p:sldId id="1110" r:id="rId7"/>
    <p:sldId id="1111" r:id="rId8"/>
    <p:sldId id="1112" r:id="rId9"/>
    <p:sldId id="1113" r:id="rId10"/>
    <p:sldId id="1114" r:id="rId11"/>
    <p:sldId id="1115" r:id="rId12"/>
    <p:sldId id="1116" r:id="rId13"/>
    <p:sldId id="1117" r:id="rId14"/>
    <p:sldId id="1118" r:id="rId15"/>
    <p:sldId id="1127" r:id="rId16"/>
    <p:sldId id="1128" r:id="rId17"/>
    <p:sldId id="1129" r:id="rId18"/>
    <p:sldId id="1130" r:id="rId19"/>
    <p:sldId id="1131" r:id="rId20"/>
    <p:sldId id="1132" r:id="rId21"/>
    <p:sldId id="1133" r:id="rId22"/>
    <p:sldId id="1134" r:id="rId23"/>
    <p:sldId id="1135" r:id="rId24"/>
    <p:sldId id="1136" r:id="rId25"/>
    <p:sldId id="1137" r:id="rId26"/>
    <p:sldId id="1138" r:id="rId27"/>
    <p:sldId id="1139" r:id="rId28"/>
    <p:sldId id="1140" r:id="rId29"/>
    <p:sldId id="1141" r:id="rId30"/>
    <p:sldId id="1142" r:id="rId31"/>
    <p:sldId id="1143" r:id="rId32"/>
    <p:sldId id="1144" r:id="rId33"/>
    <p:sldId id="1145" r:id="rId34"/>
    <p:sldId id="1146" r:id="rId35"/>
    <p:sldId id="114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lines" id="{9B16A620-8A0E-46F3-92C2-3DB3FB5B532A}">
          <p14:sldIdLst>
            <p14:sldId id="1110"/>
          </p14:sldIdLst>
        </p14:section>
        <p14:section name="Black Master" id="{3108393B-FF29-4C86-8432-0634BD892378}">
          <p14:sldIdLst>
            <p14:sldId id="1111"/>
            <p14:sldId id="1112"/>
            <p14:sldId id="1113"/>
            <p14:sldId id="1114"/>
            <p14:sldId id="1115"/>
            <p14:sldId id="1116"/>
            <p14:sldId id="1117"/>
            <p14:sldId id="1118"/>
          </p14:sldIdLst>
        </p14:section>
        <p14:section name="White Master" id="{86D3A09F-CAC6-C849-9A88-9DF4EEEE59F4}">
          <p14:sldIdLst>
            <p14:sldId id="1127"/>
            <p14:sldId id="1128"/>
            <p14:sldId id="1129"/>
            <p14:sldId id="1130"/>
            <p14:sldId id="1131"/>
            <p14:sldId id="1132"/>
            <p14:sldId id="1133"/>
            <p14:sldId id="1134"/>
          </p14:sldIdLst>
        </p14:section>
        <p14:section name="Content Master" id="{AE5569D3-C742-284A-9D19-357DDA6AFA9F}">
          <p14:sldIdLst>
            <p14:sldId id="1135"/>
            <p14:sldId id="1136"/>
            <p14:sldId id="1137"/>
            <p14:sldId id="1138"/>
            <p14:sldId id="1139"/>
            <p14:sldId id="1140"/>
            <p14:sldId id="1141"/>
            <p14:sldId id="1142"/>
            <p14:sldId id="1143"/>
            <p14:sldId id="1144"/>
            <p14:sldId id="1145"/>
            <p14:sldId id="1146"/>
            <p14:sldId id="114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A531"/>
    <a:srgbClr val="4984DB"/>
    <a:srgbClr val="E6352E"/>
    <a:srgbClr val="211E5B"/>
    <a:srgbClr val="60C1FC"/>
    <a:srgbClr val="168BCC"/>
    <a:srgbClr val="F95035"/>
    <a:srgbClr val="E85A3B"/>
    <a:srgbClr val="232962"/>
    <a:srgbClr val="23B5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F3B4CB-58CF-EA43-9286-A9BD492668DD}" v="1" dt="2022-03-21T15:48:42.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71" autoAdjust="0"/>
    <p:restoredTop sz="94694"/>
  </p:normalViewPr>
  <p:slideViewPr>
    <p:cSldViewPr snapToGrid="0" snapToObjects="1">
      <p:cViewPr varScale="1">
        <p:scale>
          <a:sx n="121" d="100"/>
          <a:sy n="121" d="100"/>
        </p:scale>
        <p:origin x="1304" y="176"/>
      </p:cViewPr>
      <p:guideLst/>
    </p:cSldViewPr>
  </p:slideViewPr>
  <p:outlineViewPr>
    <p:cViewPr>
      <p:scale>
        <a:sx n="33" d="100"/>
        <a:sy n="33" d="100"/>
      </p:scale>
      <p:origin x="0" y="-6424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p:cViewPr varScale="1">
        <p:scale>
          <a:sx n="85" d="100"/>
          <a:sy n="85" d="100"/>
        </p:scale>
        <p:origin x="392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microsoft.com/office/2015/10/relationships/revisionInfo" Target="revisionInfo.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210820-8008-8C46-BD85-6A59296332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E8C6EDD-367A-5043-BBFD-19562BDC5D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B6F569-6D71-6247-B80F-4030B6CA3062}" type="datetimeFigureOut">
              <a:rPr lang="en-US" smtClean="0"/>
              <a:t>8/16/22</a:t>
            </a:fld>
            <a:endParaRPr lang="en-US"/>
          </a:p>
        </p:txBody>
      </p:sp>
      <p:sp>
        <p:nvSpPr>
          <p:cNvPr id="4" name="Footer Placeholder 3">
            <a:extLst>
              <a:ext uri="{FF2B5EF4-FFF2-40B4-BE49-F238E27FC236}">
                <a16:creationId xmlns:a16="http://schemas.microsoft.com/office/drawing/2014/main" id="{FC6F7E9E-125F-AF42-8AC4-82D350F069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7E8D441-9E9F-F748-9A05-150C220CA4C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3DF163-D0CA-DA48-824E-4FA3B6DC5117}" type="slidenum">
              <a:rPr lang="en-US" smtClean="0"/>
              <a:t>‹#›</a:t>
            </a:fld>
            <a:endParaRPr lang="en-US"/>
          </a:p>
        </p:txBody>
      </p:sp>
    </p:spTree>
    <p:extLst>
      <p:ext uri="{BB962C8B-B14F-4D97-AF65-F5344CB8AC3E}">
        <p14:creationId xmlns:p14="http://schemas.microsoft.com/office/powerpoint/2010/main" val="2642400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entury Gothic Regular"/>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entury Gothic Regular"/>
              </a:defRPr>
            </a:lvl1pPr>
          </a:lstStyle>
          <a:p>
            <a:fld id="{50D17FB0-985C-B344-9D34-4EEDD4E1EFAC}" type="datetimeFigureOut">
              <a:rPr lang="en-US" smtClean="0"/>
              <a:pPr/>
              <a:t>8/16/22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entury Gothic Regular"/>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entury Gothic Regular"/>
              </a:defRPr>
            </a:lvl1pPr>
          </a:lstStyle>
          <a:p>
            <a:fld id="{508EF9CC-5578-0A48-AD29-BF6B8F96C50B}" type="slidenum">
              <a:rPr lang="en-US" smtClean="0"/>
              <a:pPr/>
              <a:t>‹#›</a:t>
            </a:fld>
            <a:endParaRPr lang="en-US" dirty="0"/>
          </a:p>
        </p:txBody>
      </p:sp>
    </p:spTree>
    <p:extLst>
      <p:ext uri="{BB962C8B-B14F-4D97-AF65-F5344CB8AC3E}">
        <p14:creationId xmlns:p14="http://schemas.microsoft.com/office/powerpoint/2010/main" val="774212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entury Gothic Regular"/>
        <a:ea typeface="+mn-ea"/>
        <a:cs typeface="+mn-cs"/>
      </a:defRPr>
    </a:lvl1pPr>
    <a:lvl2pPr marL="457200" algn="l" defTabSz="914400" rtl="0" eaLnBrk="1" latinLnBrk="0" hangingPunct="1">
      <a:defRPr sz="1200" b="0" i="0" kern="1200">
        <a:solidFill>
          <a:schemeClr val="tx1"/>
        </a:solidFill>
        <a:latin typeface="Century Gothic Regular"/>
        <a:ea typeface="+mn-ea"/>
        <a:cs typeface="+mn-cs"/>
      </a:defRPr>
    </a:lvl2pPr>
    <a:lvl3pPr marL="914400" algn="l" defTabSz="914400" rtl="0" eaLnBrk="1" latinLnBrk="0" hangingPunct="1">
      <a:defRPr sz="1200" b="0" i="0" kern="1200">
        <a:solidFill>
          <a:schemeClr val="tx1"/>
        </a:solidFill>
        <a:latin typeface="Century Gothic Regular"/>
        <a:ea typeface="+mn-ea"/>
        <a:cs typeface="+mn-cs"/>
      </a:defRPr>
    </a:lvl3pPr>
    <a:lvl4pPr marL="1371600" algn="l" defTabSz="914400" rtl="0" eaLnBrk="1" latinLnBrk="0" hangingPunct="1">
      <a:defRPr sz="1200" b="0" i="0" kern="1200">
        <a:solidFill>
          <a:schemeClr val="tx1"/>
        </a:solidFill>
        <a:latin typeface="Century Gothic Regular"/>
        <a:ea typeface="+mn-ea"/>
        <a:cs typeface="+mn-cs"/>
      </a:defRPr>
    </a:lvl4pPr>
    <a:lvl5pPr marL="1828800" algn="l" defTabSz="914400" rtl="0" eaLnBrk="1" latinLnBrk="0" hangingPunct="1">
      <a:defRPr sz="1200" b="0" i="0" kern="1200">
        <a:solidFill>
          <a:schemeClr val="tx1"/>
        </a:solidFill>
        <a:latin typeface="Century Gothic Regular"/>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ogo">
    <p:bg>
      <p:bgRef idx="1001">
        <a:schemeClr val="bg1"/>
      </p:bgRef>
    </p:bg>
    <p:spTree>
      <p:nvGrpSpPr>
        <p:cNvPr id="1" name=""/>
        <p:cNvGrpSpPr/>
        <p:nvPr/>
      </p:nvGrpSpPr>
      <p:grpSpPr>
        <a:xfrm>
          <a:off x="0" y="0"/>
          <a:ext cx="0" cy="0"/>
          <a:chOff x="0" y="0"/>
          <a:chExt cx="0" cy="0"/>
        </a:xfrm>
      </p:grpSpPr>
      <p:pic>
        <p:nvPicPr>
          <p:cNvPr id="4" name="Picture 3" descr="A screenshot of a video game&#10;&#10;Description automatically generated">
            <a:extLst>
              <a:ext uri="{FF2B5EF4-FFF2-40B4-BE49-F238E27FC236}">
                <a16:creationId xmlns:a16="http://schemas.microsoft.com/office/drawing/2014/main" id="{3D62FF51-5DE1-974C-8C80-233B31B7F6DE}"/>
              </a:ext>
            </a:extLst>
          </p:cNvPr>
          <p:cNvPicPr>
            <a:picLocks noChangeAspect="1"/>
          </p:cNvPicPr>
          <p:nvPr userDrawn="1"/>
        </p:nvPicPr>
        <p:blipFill>
          <a:blip r:embed="rId2"/>
          <a:stretch>
            <a:fillRect/>
          </a:stretch>
        </p:blipFill>
        <p:spPr>
          <a:xfrm>
            <a:off x="1805" y="0"/>
            <a:ext cx="12188389" cy="6858000"/>
          </a:xfrm>
          <a:prstGeom prst="rect">
            <a:avLst/>
          </a:prstGeom>
        </p:spPr>
      </p:pic>
      <p:pic>
        <p:nvPicPr>
          <p:cNvPr id="5" name="Picture 4">
            <a:extLst>
              <a:ext uri="{FF2B5EF4-FFF2-40B4-BE49-F238E27FC236}">
                <a16:creationId xmlns:a16="http://schemas.microsoft.com/office/drawing/2014/main" id="{D2C20521-5978-9643-A47B-7630AF64E467}"/>
              </a:ext>
            </a:extLst>
          </p:cNvPr>
          <p:cNvPicPr>
            <a:picLocks noChangeAspect="1"/>
          </p:cNvPicPr>
          <p:nvPr userDrawn="1"/>
        </p:nvPicPr>
        <p:blipFill>
          <a:blip r:embed="rId3"/>
          <a:srcRect/>
          <a:stretch/>
        </p:blipFill>
        <p:spPr>
          <a:xfrm>
            <a:off x="3398722" y="1977865"/>
            <a:ext cx="5394553" cy="2902270"/>
          </a:xfrm>
          <a:prstGeom prst="rect">
            <a:avLst/>
          </a:prstGeom>
        </p:spPr>
      </p:pic>
    </p:spTree>
    <p:extLst>
      <p:ext uri="{BB962C8B-B14F-4D97-AF65-F5344CB8AC3E}">
        <p14:creationId xmlns:p14="http://schemas.microsoft.com/office/powerpoint/2010/main" val="36717102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1524000" y="2050618"/>
            <a:ext cx="9144000" cy="2387599"/>
          </a:xfrm>
          <a:prstGeom prst="rect">
            <a:avLst/>
          </a:prstGeom>
        </p:spPr>
        <p:txBody>
          <a:bodyPr anchor="ctr" anchorCtr="0"/>
          <a:lstStyle>
            <a:lvl1pPr algn="ctr">
              <a:defRPr sz="6000" b="1" i="0">
                <a:solidFill>
                  <a:schemeClr val="bg1"/>
                </a:solidFill>
                <a:latin typeface="+mj-lt"/>
                <a:ea typeface="Tahoma" panose="020B0604030504040204" pitchFamily="34" charset="0"/>
                <a:cs typeface="Tahoma" panose="020B0604030504040204" pitchFamily="34" charset="0"/>
              </a:defRPr>
            </a:lvl1pPr>
          </a:lstStyle>
          <a:p>
            <a:r>
              <a:rPr lang="en-US" dirty="0"/>
              <a:t>Single line centered</a:t>
            </a:r>
          </a:p>
        </p:txBody>
      </p:sp>
      <p:pic>
        <p:nvPicPr>
          <p:cNvPr id="4" name="Picture 3">
            <a:extLst>
              <a:ext uri="{FF2B5EF4-FFF2-40B4-BE49-F238E27FC236}">
                <a16:creationId xmlns:a16="http://schemas.microsoft.com/office/drawing/2014/main" id="{55662656-9C0A-DE46-93B0-6A0859A1B3DC}"/>
              </a:ext>
            </a:extLst>
          </p:cNvPr>
          <p:cNvPicPr>
            <a:picLocks noChangeAspect="1"/>
          </p:cNvPicPr>
          <p:nvPr userDrawn="1"/>
        </p:nvPicPr>
        <p:blipFill>
          <a:blip r:embed="rId2"/>
          <a:srcRect/>
          <a:stretch/>
        </p:blipFill>
        <p:spPr>
          <a:xfrm>
            <a:off x="4326730" y="5668099"/>
            <a:ext cx="3538541" cy="5803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B89EF587-8C14-4D0C-9DA9-8E2628178110}"/>
              </a:ext>
            </a:extLst>
          </p:cNvPr>
          <p:cNvSpPr>
            <a:spLocks noGrp="1"/>
          </p:cNvSpPr>
          <p:nvPr>
            <p:ph type="title" hasCustomPrompt="1"/>
          </p:nvPr>
        </p:nvSpPr>
        <p:spPr>
          <a:xfrm>
            <a:off x="609600" y="283464"/>
            <a:ext cx="10972800" cy="1143000"/>
          </a:xfrm>
          <a:prstGeom prst="rect">
            <a:avLst/>
          </a:prstGeom>
        </p:spPr>
        <p:txBody>
          <a:bodyPr vert="horz" lIns="91440" tIns="45720" rIns="91440" bIns="45720" rtlCol="0" anchor="b">
            <a:normAutofit/>
          </a:bodyPr>
          <a:lstStyle>
            <a:lvl1pPr algn="l" defTabSz="457200" rtl="0" eaLnBrk="1" latinLnBrk="0" hangingPunct="1">
              <a:lnSpc>
                <a:spcPct val="90000"/>
              </a:lnSpc>
              <a:spcBef>
                <a:spcPct val="0"/>
              </a:spcBef>
              <a:buNone/>
              <a:defRPr lang="en-US" sz="3600" b="1" i="0" kern="1200" cap="none" spc="0" baseline="0" dirty="0">
                <a:solidFill>
                  <a:schemeClr val="bg1"/>
                </a:solidFill>
                <a:latin typeface="+mj-lt"/>
                <a:ea typeface="Tahoma" panose="020B0604030504040204" pitchFamily="34" charset="0"/>
                <a:cs typeface="Tahoma" panose="020B0604030504040204" pitchFamily="34" charset="0"/>
              </a:defRPr>
            </a:lvl1pPr>
          </a:lstStyle>
          <a:p>
            <a:r>
              <a:rPr lang="en-US" dirty="0"/>
              <a:t>Click to edit master title style</a:t>
            </a:r>
          </a:p>
        </p:txBody>
      </p:sp>
      <p:pic>
        <p:nvPicPr>
          <p:cNvPr id="5" name="Picture 4">
            <a:extLst>
              <a:ext uri="{FF2B5EF4-FFF2-40B4-BE49-F238E27FC236}">
                <a16:creationId xmlns:a16="http://schemas.microsoft.com/office/drawing/2014/main" id="{560AA6D9-E71B-9F44-ADE3-1EF314F36C92}"/>
              </a:ext>
            </a:extLst>
          </p:cNvPr>
          <p:cNvPicPr>
            <a:picLocks noChangeAspect="1"/>
          </p:cNvPicPr>
          <p:nvPr userDrawn="1"/>
        </p:nvPicPr>
        <p:blipFill>
          <a:blip r:embed="rId2"/>
          <a:srcRect/>
          <a:stretch/>
        </p:blipFill>
        <p:spPr>
          <a:xfrm>
            <a:off x="9496613" y="6274722"/>
            <a:ext cx="2484379" cy="407438"/>
          </a:xfrm>
          <a:prstGeom prst="rect">
            <a:avLst/>
          </a:prstGeom>
        </p:spPr>
      </p:pic>
    </p:spTree>
    <p:extLst>
      <p:ext uri="{BB962C8B-B14F-4D97-AF65-F5344CB8AC3E}">
        <p14:creationId xmlns:p14="http://schemas.microsoft.com/office/powerpoint/2010/main" val="2281530758"/>
      </p:ext>
    </p:extLst>
  </p:cSld>
  <p:clrMapOvr>
    <a:masterClrMapping/>
  </p:clrMapOvr>
  <p:transition spd="med">
    <p:wipe/>
  </p:transition>
  <p:extLst>
    <p:ext uri="{DCECCB84-F9BA-43D5-87BE-67443E8EF086}">
      <p15:sldGuideLst xmlns:p15="http://schemas.microsoft.com/office/powerpoint/2012/main">
        <p15:guide id="1" orient="horz" pos="1221">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4CDE8C1-29DD-1C4D-A2FC-270A6A8F7AEB}"/>
              </a:ext>
            </a:extLst>
          </p:cNvPr>
          <p:cNvSpPr>
            <a:spLocks noGrp="1"/>
          </p:cNvSpPr>
          <p:nvPr>
            <p:ph type="ctrTitle" hasCustomPrompt="1"/>
          </p:nvPr>
        </p:nvSpPr>
        <p:spPr>
          <a:xfrm>
            <a:off x="1524000" y="3499562"/>
            <a:ext cx="9144000" cy="933017"/>
          </a:xfrm>
          <a:prstGeom prst="rect">
            <a:avLst/>
          </a:prstGeom>
        </p:spPr>
        <p:txBody>
          <a:bodyPr anchor="b"/>
          <a:lstStyle>
            <a:lvl1pPr algn="ctr">
              <a:defRPr sz="3600" b="1" i="0">
                <a:solidFill>
                  <a:schemeClr val="bg1"/>
                </a:solidFill>
                <a:latin typeface="+mj-lt"/>
              </a:defRPr>
            </a:lvl1pPr>
          </a:lstStyle>
          <a:p>
            <a:r>
              <a:rPr lang="en-US" dirty="0"/>
              <a:t>Full name</a:t>
            </a:r>
          </a:p>
        </p:txBody>
      </p:sp>
      <p:sp>
        <p:nvSpPr>
          <p:cNvPr id="8" name="Subtitle 2">
            <a:extLst>
              <a:ext uri="{FF2B5EF4-FFF2-40B4-BE49-F238E27FC236}">
                <a16:creationId xmlns:a16="http://schemas.microsoft.com/office/drawing/2014/main" id="{F847BDBF-41EA-CB49-ADE0-98D3720347CE}"/>
              </a:ext>
            </a:extLst>
          </p:cNvPr>
          <p:cNvSpPr>
            <a:spLocks noGrp="1"/>
          </p:cNvSpPr>
          <p:nvPr>
            <p:ph type="subTitle" idx="1" hasCustomPrompt="1"/>
          </p:nvPr>
        </p:nvSpPr>
        <p:spPr>
          <a:xfrm>
            <a:off x="1524000" y="4432579"/>
            <a:ext cx="9144000" cy="512762"/>
          </a:xfrm>
          <a:prstGeom prst="rect">
            <a:avLst/>
          </a:prstGeom>
        </p:spPr>
        <p:txBody>
          <a:bodyPr/>
          <a:lstStyle>
            <a:lvl1pPr marL="0" indent="0" algn="ctr">
              <a:buNone/>
              <a:defRPr sz="24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Company title</a:t>
            </a:r>
          </a:p>
        </p:txBody>
      </p:sp>
      <p:sp>
        <p:nvSpPr>
          <p:cNvPr id="10" name="Picture Placeholder 7">
            <a:extLst>
              <a:ext uri="{FF2B5EF4-FFF2-40B4-BE49-F238E27FC236}">
                <a16:creationId xmlns:a16="http://schemas.microsoft.com/office/drawing/2014/main" id="{48B724DB-F122-A344-9F38-71A697593483}"/>
              </a:ext>
            </a:extLst>
          </p:cNvPr>
          <p:cNvSpPr>
            <a:spLocks noGrp="1"/>
          </p:cNvSpPr>
          <p:nvPr>
            <p:ph type="pic" sz="quarter" idx="11" hasCustomPrompt="1"/>
          </p:nvPr>
        </p:nvSpPr>
        <p:spPr>
          <a:xfrm>
            <a:off x="5022688" y="1110514"/>
            <a:ext cx="2146622" cy="2318486"/>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pic>
        <p:nvPicPr>
          <p:cNvPr id="12" name="Picture 11">
            <a:extLst>
              <a:ext uri="{FF2B5EF4-FFF2-40B4-BE49-F238E27FC236}">
                <a16:creationId xmlns:a16="http://schemas.microsoft.com/office/drawing/2014/main" id="{F614F066-824A-7847-8D78-3B6C94D99A8E}"/>
              </a:ext>
            </a:extLst>
          </p:cNvPr>
          <p:cNvPicPr>
            <a:picLocks noChangeAspect="1"/>
          </p:cNvPicPr>
          <p:nvPr userDrawn="1"/>
        </p:nvPicPr>
        <p:blipFill>
          <a:blip r:embed="rId2"/>
          <a:srcRect/>
          <a:stretch/>
        </p:blipFill>
        <p:spPr>
          <a:xfrm>
            <a:off x="4594016" y="5790937"/>
            <a:ext cx="3003969" cy="492650"/>
          </a:xfrm>
          <a:prstGeom prst="rect">
            <a:avLst/>
          </a:prstGeom>
        </p:spPr>
      </p:pic>
    </p:spTree>
    <p:extLst>
      <p:ext uri="{BB962C8B-B14F-4D97-AF65-F5344CB8AC3E}">
        <p14:creationId xmlns:p14="http://schemas.microsoft.com/office/powerpoint/2010/main" val="1850982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AFAE434-714C-0746-81F8-8ADA528C8F79}"/>
              </a:ext>
            </a:extLst>
          </p:cNvPr>
          <p:cNvSpPr>
            <a:spLocks noGrp="1"/>
          </p:cNvSpPr>
          <p:nvPr>
            <p:ph type="ctrTitle" hasCustomPrompt="1"/>
          </p:nvPr>
        </p:nvSpPr>
        <p:spPr>
          <a:xfrm>
            <a:off x="1482436" y="3682314"/>
            <a:ext cx="4516582" cy="856567"/>
          </a:xfrm>
          <a:prstGeom prst="rect">
            <a:avLst/>
          </a:prstGeom>
        </p:spPr>
        <p:txBody>
          <a:bodyPr anchor="b"/>
          <a:lstStyle>
            <a:lvl1pPr algn="ctr">
              <a:defRPr sz="3600" b="1" i="0">
                <a:solidFill>
                  <a:schemeClr val="bg1"/>
                </a:solidFill>
                <a:latin typeface="+mj-lt"/>
              </a:defRPr>
            </a:lvl1pPr>
          </a:lstStyle>
          <a:p>
            <a:r>
              <a:rPr lang="en-US" dirty="0"/>
              <a:t>Full name</a:t>
            </a:r>
          </a:p>
        </p:txBody>
      </p:sp>
      <p:sp>
        <p:nvSpPr>
          <p:cNvPr id="13" name="Subtitle 2">
            <a:extLst>
              <a:ext uri="{FF2B5EF4-FFF2-40B4-BE49-F238E27FC236}">
                <a16:creationId xmlns:a16="http://schemas.microsoft.com/office/drawing/2014/main" id="{BBC272C5-C65B-2241-8681-ABF3212287E1}"/>
              </a:ext>
            </a:extLst>
          </p:cNvPr>
          <p:cNvSpPr>
            <a:spLocks noGrp="1"/>
          </p:cNvSpPr>
          <p:nvPr>
            <p:ph type="subTitle" idx="1" hasCustomPrompt="1"/>
          </p:nvPr>
        </p:nvSpPr>
        <p:spPr>
          <a:xfrm>
            <a:off x="1482436" y="4538305"/>
            <a:ext cx="4516582" cy="512762"/>
          </a:xfrm>
          <a:prstGeom prst="rect">
            <a:avLst/>
          </a:prstGeom>
        </p:spPr>
        <p:txBody>
          <a:bodyPr/>
          <a:lstStyle>
            <a:lvl1pPr marL="0" indent="0" algn="ctr">
              <a:buNone/>
              <a:defRPr sz="2400" b="0" i="0" baseline="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Company Title</a:t>
            </a:r>
          </a:p>
        </p:txBody>
      </p:sp>
      <p:sp>
        <p:nvSpPr>
          <p:cNvPr id="16" name="Text Placeholder 8">
            <a:extLst>
              <a:ext uri="{FF2B5EF4-FFF2-40B4-BE49-F238E27FC236}">
                <a16:creationId xmlns:a16="http://schemas.microsoft.com/office/drawing/2014/main" id="{54E41402-953A-4446-8B15-38220C0FE24F}"/>
              </a:ext>
            </a:extLst>
          </p:cNvPr>
          <p:cNvSpPr>
            <a:spLocks noGrp="1"/>
          </p:cNvSpPr>
          <p:nvPr>
            <p:ph type="body" sz="quarter" idx="12" hasCustomPrompt="1"/>
          </p:nvPr>
        </p:nvSpPr>
        <p:spPr>
          <a:xfrm>
            <a:off x="6497925" y="3682798"/>
            <a:ext cx="4516438" cy="855508"/>
          </a:xfrm>
          <a:prstGeom prst="rect">
            <a:avLst/>
          </a:prstGeom>
        </p:spPr>
        <p:txBody>
          <a:bodyPr anchor="b" anchorCtr="0"/>
          <a:lstStyle>
            <a:lvl1pPr marL="0" indent="0" algn="ctr">
              <a:buNone/>
              <a:defRPr sz="3600" b="1" i="0">
                <a:solidFill>
                  <a:schemeClr val="bg1"/>
                </a:solidFill>
                <a:latin typeface="+mj-lt"/>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Full name</a:t>
            </a:r>
          </a:p>
        </p:txBody>
      </p:sp>
      <p:sp>
        <p:nvSpPr>
          <p:cNvPr id="17" name="Text Placeholder 8">
            <a:extLst>
              <a:ext uri="{FF2B5EF4-FFF2-40B4-BE49-F238E27FC236}">
                <a16:creationId xmlns:a16="http://schemas.microsoft.com/office/drawing/2014/main" id="{A8883CCA-A4B8-8B40-B881-344F1C6315BF}"/>
              </a:ext>
            </a:extLst>
          </p:cNvPr>
          <p:cNvSpPr>
            <a:spLocks noGrp="1"/>
          </p:cNvSpPr>
          <p:nvPr>
            <p:ph type="body" sz="quarter" idx="13" hasCustomPrompt="1"/>
          </p:nvPr>
        </p:nvSpPr>
        <p:spPr>
          <a:xfrm>
            <a:off x="6497925" y="4538305"/>
            <a:ext cx="4516438" cy="512762"/>
          </a:xfrm>
          <a:prstGeom prst="rect">
            <a:avLst/>
          </a:prstGeom>
        </p:spPr>
        <p:txBody>
          <a:bodyPr anchor="t" anchorCtr="0"/>
          <a:lstStyle>
            <a:lvl1pPr marL="0" indent="0" algn="ctr">
              <a:buNone/>
              <a:defRPr sz="2400" b="0" i="0" baseline="0">
                <a:solidFill>
                  <a:schemeClr val="bg1"/>
                </a:solidFill>
                <a:latin typeface="+mn-lt"/>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Company Title</a:t>
            </a:r>
          </a:p>
        </p:txBody>
      </p:sp>
      <p:sp>
        <p:nvSpPr>
          <p:cNvPr id="18" name="Picture Placeholder 7">
            <a:extLst>
              <a:ext uri="{FF2B5EF4-FFF2-40B4-BE49-F238E27FC236}">
                <a16:creationId xmlns:a16="http://schemas.microsoft.com/office/drawing/2014/main" id="{8D16609F-6EA2-6245-8363-09DA7278A2C0}"/>
              </a:ext>
            </a:extLst>
          </p:cNvPr>
          <p:cNvSpPr>
            <a:spLocks noGrp="1"/>
          </p:cNvSpPr>
          <p:nvPr>
            <p:ph type="pic" sz="quarter" idx="11" hasCustomPrompt="1"/>
          </p:nvPr>
        </p:nvSpPr>
        <p:spPr>
          <a:xfrm>
            <a:off x="2667416" y="1253409"/>
            <a:ext cx="2146622" cy="2318486"/>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
        <p:nvSpPr>
          <p:cNvPr id="19" name="Picture Placeholder 7">
            <a:extLst>
              <a:ext uri="{FF2B5EF4-FFF2-40B4-BE49-F238E27FC236}">
                <a16:creationId xmlns:a16="http://schemas.microsoft.com/office/drawing/2014/main" id="{1FE8213C-10CA-CE45-BD47-C3A1B662A671}"/>
              </a:ext>
            </a:extLst>
          </p:cNvPr>
          <p:cNvSpPr>
            <a:spLocks noGrp="1"/>
          </p:cNvSpPr>
          <p:nvPr>
            <p:ph type="pic" sz="quarter" idx="16" hasCustomPrompt="1"/>
          </p:nvPr>
        </p:nvSpPr>
        <p:spPr>
          <a:xfrm>
            <a:off x="7682833" y="1253409"/>
            <a:ext cx="2146622" cy="2318486"/>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pic>
        <p:nvPicPr>
          <p:cNvPr id="20" name="Picture 19">
            <a:extLst>
              <a:ext uri="{FF2B5EF4-FFF2-40B4-BE49-F238E27FC236}">
                <a16:creationId xmlns:a16="http://schemas.microsoft.com/office/drawing/2014/main" id="{1FF67AE5-96A8-B140-A746-3E61BC21F295}"/>
              </a:ext>
            </a:extLst>
          </p:cNvPr>
          <p:cNvPicPr>
            <a:picLocks noChangeAspect="1"/>
          </p:cNvPicPr>
          <p:nvPr userDrawn="1"/>
        </p:nvPicPr>
        <p:blipFill>
          <a:blip r:embed="rId2"/>
          <a:srcRect/>
          <a:stretch/>
        </p:blipFill>
        <p:spPr>
          <a:xfrm>
            <a:off x="4594016" y="5790937"/>
            <a:ext cx="3003969" cy="49265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1434BE3-9D73-0A4E-8D48-9697B869EBBB}"/>
              </a:ext>
            </a:extLst>
          </p:cNvPr>
          <p:cNvSpPr>
            <a:spLocks noGrp="1"/>
          </p:cNvSpPr>
          <p:nvPr>
            <p:ph type="ctrTitle" hasCustomPrompt="1"/>
          </p:nvPr>
        </p:nvSpPr>
        <p:spPr>
          <a:xfrm>
            <a:off x="512617" y="3639204"/>
            <a:ext cx="3768438" cy="819486"/>
          </a:xfrm>
          <a:prstGeom prst="rect">
            <a:avLst/>
          </a:prstGeom>
        </p:spPr>
        <p:txBody>
          <a:bodyPr anchor="b"/>
          <a:lstStyle>
            <a:lvl1pPr algn="ctr">
              <a:defRPr sz="2800" b="1" i="0">
                <a:solidFill>
                  <a:schemeClr val="bg1"/>
                </a:solidFill>
                <a:latin typeface="Century Gothic" panose="020B0502020202020204" pitchFamily="34" charset="0"/>
              </a:defRPr>
            </a:lvl1pPr>
          </a:lstStyle>
          <a:p>
            <a:r>
              <a:rPr lang="en-US" dirty="0"/>
              <a:t>Full name</a:t>
            </a:r>
          </a:p>
        </p:txBody>
      </p:sp>
      <p:sp>
        <p:nvSpPr>
          <p:cNvPr id="19" name="Subtitle 2">
            <a:extLst>
              <a:ext uri="{FF2B5EF4-FFF2-40B4-BE49-F238E27FC236}">
                <a16:creationId xmlns:a16="http://schemas.microsoft.com/office/drawing/2014/main" id="{5A6C2DA9-7810-7C4A-9CF2-B0F3498B1519}"/>
              </a:ext>
            </a:extLst>
          </p:cNvPr>
          <p:cNvSpPr>
            <a:spLocks noGrp="1"/>
          </p:cNvSpPr>
          <p:nvPr>
            <p:ph type="subTitle" idx="1" hasCustomPrompt="1"/>
          </p:nvPr>
        </p:nvSpPr>
        <p:spPr>
          <a:xfrm>
            <a:off x="512617" y="4458690"/>
            <a:ext cx="3768438" cy="512762"/>
          </a:xfrm>
          <a:prstGeom prst="rect">
            <a:avLst/>
          </a:prstGeom>
        </p:spPr>
        <p:txBody>
          <a:bodyPr/>
          <a:lstStyle>
            <a:lvl1pPr marL="0" indent="0" algn="ctr">
              <a:buNone/>
              <a:defRPr sz="1800" b="0" i="0">
                <a:solidFill>
                  <a:schemeClr val="bg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Company Title</a:t>
            </a:r>
          </a:p>
        </p:txBody>
      </p:sp>
      <p:sp>
        <p:nvSpPr>
          <p:cNvPr id="20" name="Text Placeholder 8">
            <a:extLst>
              <a:ext uri="{FF2B5EF4-FFF2-40B4-BE49-F238E27FC236}">
                <a16:creationId xmlns:a16="http://schemas.microsoft.com/office/drawing/2014/main" id="{652D1305-3DC0-4542-90F0-EE1C8CA322D1}"/>
              </a:ext>
            </a:extLst>
          </p:cNvPr>
          <p:cNvSpPr>
            <a:spLocks noGrp="1"/>
          </p:cNvSpPr>
          <p:nvPr>
            <p:ph type="body" sz="quarter" idx="13" hasCustomPrompt="1"/>
          </p:nvPr>
        </p:nvSpPr>
        <p:spPr>
          <a:xfrm>
            <a:off x="4281055" y="3639205"/>
            <a:ext cx="3768438" cy="819486"/>
          </a:xfrm>
          <a:prstGeom prst="rect">
            <a:avLst/>
          </a:prstGeom>
        </p:spPr>
        <p:txBody>
          <a:bodyPr anchor="b" anchorCtr="0"/>
          <a:lstStyle>
            <a:lvl1pPr marL="0" indent="0" algn="ctr">
              <a:buNone/>
              <a:defRPr sz="2800" b="1" i="0" baseline="0">
                <a:solidFill>
                  <a:schemeClr val="bg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Full name</a:t>
            </a:r>
          </a:p>
        </p:txBody>
      </p:sp>
      <p:sp>
        <p:nvSpPr>
          <p:cNvPr id="21" name="Text Placeholder 8">
            <a:extLst>
              <a:ext uri="{FF2B5EF4-FFF2-40B4-BE49-F238E27FC236}">
                <a16:creationId xmlns:a16="http://schemas.microsoft.com/office/drawing/2014/main" id="{42F028E5-008E-8C46-837E-E2B9CFA91CDE}"/>
              </a:ext>
            </a:extLst>
          </p:cNvPr>
          <p:cNvSpPr>
            <a:spLocks noGrp="1"/>
          </p:cNvSpPr>
          <p:nvPr>
            <p:ph type="body" sz="quarter" idx="14" hasCustomPrompt="1"/>
          </p:nvPr>
        </p:nvSpPr>
        <p:spPr>
          <a:xfrm>
            <a:off x="4281055" y="4458690"/>
            <a:ext cx="3768438" cy="512762"/>
          </a:xfrm>
          <a:prstGeom prst="rect">
            <a:avLst/>
          </a:prstGeom>
        </p:spPr>
        <p:txBody>
          <a:bodyPr anchor="t" anchorCtr="0"/>
          <a:lstStyle>
            <a:lvl1pPr marL="0" indent="0" algn="ctr">
              <a:buNone/>
              <a:defRPr sz="1800" b="0" i="0" baseline="0">
                <a:solidFill>
                  <a:schemeClr val="bg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r>
              <a:rPr lang="en-US" dirty="0"/>
              <a:t>Company Title</a:t>
            </a:r>
          </a:p>
        </p:txBody>
      </p:sp>
      <p:sp>
        <p:nvSpPr>
          <p:cNvPr id="25" name="Text Placeholder 8">
            <a:extLst>
              <a:ext uri="{FF2B5EF4-FFF2-40B4-BE49-F238E27FC236}">
                <a16:creationId xmlns:a16="http://schemas.microsoft.com/office/drawing/2014/main" id="{BB279E9D-53A8-2F4A-901F-A4E90032AAFB}"/>
              </a:ext>
            </a:extLst>
          </p:cNvPr>
          <p:cNvSpPr>
            <a:spLocks noGrp="1"/>
          </p:cNvSpPr>
          <p:nvPr>
            <p:ph type="body" sz="quarter" idx="15" hasCustomPrompt="1"/>
          </p:nvPr>
        </p:nvSpPr>
        <p:spPr>
          <a:xfrm>
            <a:off x="8049493" y="3639205"/>
            <a:ext cx="3768438" cy="819486"/>
          </a:xfrm>
          <a:prstGeom prst="rect">
            <a:avLst/>
          </a:prstGeom>
        </p:spPr>
        <p:txBody>
          <a:bodyPr anchor="b" anchorCtr="0"/>
          <a:lstStyle>
            <a:lvl1pPr marL="0" indent="0" algn="ctr">
              <a:buNone/>
              <a:defRPr sz="2800" b="1" i="0">
                <a:solidFill>
                  <a:schemeClr val="bg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Full name</a:t>
            </a:r>
          </a:p>
        </p:txBody>
      </p:sp>
      <p:sp>
        <p:nvSpPr>
          <p:cNvPr id="26" name="Text Placeholder 8">
            <a:extLst>
              <a:ext uri="{FF2B5EF4-FFF2-40B4-BE49-F238E27FC236}">
                <a16:creationId xmlns:a16="http://schemas.microsoft.com/office/drawing/2014/main" id="{08CB3AE9-2017-8244-85FB-2C883693520D}"/>
              </a:ext>
            </a:extLst>
          </p:cNvPr>
          <p:cNvSpPr>
            <a:spLocks noGrp="1"/>
          </p:cNvSpPr>
          <p:nvPr>
            <p:ph type="body" sz="quarter" idx="16" hasCustomPrompt="1"/>
          </p:nvPr>
        </p:nvSpPr>
        <p:spPr>
          <a:xfrm>
            <a:off x="8049493" y="4458690"/>
            <a:ext cx="3768438" cy="512762"/>
          </a:xfrm>
          <a:prstGeom prst="rect">
            <a:avLst/>
          </a:prstGeom>
        </p:spPr>
        <p:txBody>
          <a:bodyPr anchor="t" anchorCtr="0"/>
          <a:lstStyle>
            <a:lvl1pPr marL="0" indent="0" algn="ctr">
              <a:buNone/>
              <a:defRPr sz="1800" b="0" i="0" baseline="0">
                <a:solidFill>
                  <a:schemeClr val="bg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Company Title</a:t>
            </a:r>
          </a:p>
        </p:txBody>
      </p:sp>
      <p:sp>
        <p:nvSpPr>
          <p:cNvPr id="27" name="Picture Placeholder 7">
            <a:extLst>
              <a:ext uri="{FF2B5EF4-FFF2-40B4-BE49-F238E27FC236}">
                <a16:creationId xmlns:a16="http://schemas.microsoft.com/office/drawing/2014/main" id="{C7960A94-9692-FA4A-AA5B-BC7A46DF877D}"/>
              </a:ext>
            </a:extLst>
          </p:cNvPr>
          <p:cNvSpPr>
            <a:spLocks noGrp="1"/>
          </p:cNvSpPr>
          <p:nvPr>
            <p:ph type="pic" sz="quarter" idx="11" hasCustomPrompt="1"/>
          </p:nvPr>
        </p:nvSpPr>
        <p:spPr>
          <a:xfrm>
            <a:off x="1451178" y="1534571"/>
            <a:ext cx="1891317" cy="2042741"/>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
        <p:nvSpPr>
          <p:cNvPr id="28" name="Picture Placeholder 7">
            <a:extLst>
              <a:ext uri="{FF2B5EF4-FFF2-40B4-BE49-F238E27FC236}">
                <a16:creationId xmlns:a16="http://schemas.microsoft.com/office/drawing/2014/main" id="{683BF0AC-7060-A742-81C8-6B464A025F05}"/>
              </a:ext>
            </a:extLst>
          </p:cNvPr>
          <p:cNvSpPr>
            <a:spLocks noGrp="1"/>
          </p:cNvSpPr>
          <p:nvPr>
            <p:ph type="pic" sz="quarter" idx="23" hasCustomPrompt="1"/>
          </p:nvPr>
        </p:nvSpPr>
        <p:spPr>
          <a:xfrm>
            <a:off x="5219616" y="1527392"/>
            <a:ext cx="1891317" cy="2042741"/>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
        <p:nvSpPr>
          <p:cNvPr id="29" name="Picture Placeholder 7">
            <a:extLst>
              <a:ext uri="{FF2B5EF4-FFF2-40B4-BE49-F238E27FC236}">
                <a16:creationId xmlns:a16="http://schemas.microsoft.com/office/drawing/2014/main" id="{99F0BEC7-E266-2646-9D02-97E7C2AD4C48}"/>
              </a:ext>
            </a:extLst>
          </p:cNvPr>
          <p:cNvSpPr>
            <a:spLocks noGrp="1"/>
          </p:cNvSpPr>
          <p:nvPr>
            <p:ph type="pic" sz="quarter" idx="24" hasCustomPrompt="1"/>
          </p:nvPr>
        </p:nvSpPr>
        <p:spPr>
          <a:xfrm>
            <a:off x="8988054" y="1534571"/>
            <a:ext cx="1891317" cy="2042741"/>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pic>
        <p:nvPicPr>
          <p:cNvPr id="30" name="Picture 29">
            <a:extLst>
              <a:ext uri="{FF2B5EF4-FFF2-40B4-BE49-F238E27FC236}">
                <a16:creationId xmlns:a16="http://schemas.microsoft.com/office/drawing/2014/main" id="{9EA8F48A-77C7-DC4A-BE3A-237E37BD3F7B}"/>
              </a:ext>
            </a:extLst>
          </p:cNvPr>
          <p:cNvPicPr>
            <a:picLocks noChangeAspect="1"/>
          </p:cNvPicPr>
          <p:nvPr userDrawn="1"/>
        </p:nvPicPr>
        <p:blipFill>
          <a:blip r:embed="rId2"/>
          <a:srcRect/>
          <a:stretch/>
        </p:blipFill>
        <p:spPr>
          <a:xfrm>
            <a:off x="4594016" y="5790937"/>
            <a:ext cx="3003969" cy="49265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0E149F-02FF-E747-80D3-5A1CEC8AA047}"/>
              </a:ext>
            </a:extLst>
          </p:cNvPr>
          <p:cNvSpPr txBox="1"/>
          <p:nvPr userDrawn="1"/>
        </p:nvSpPr>
        <p:spPr>
          <a:xfrm>
            <a:off x="1524000" y="2450802"/>
            <a:ext cx="9144000" cy="1446550"/>
          </a:xfrm>
          <a:prstGeom prst="rect">
            <a:avLst/>
          </a:prstGeom>
          <a:noFill/>
        </p:spPr>
        <p:txBody>
          <a:bodyPr wrap="square" rtlCol="0">
            <a:spAutoFit/>
          </a:bodyPr>
          <a:lstStyle/>
          <a:p>
            <a:pPr algn="ctr"/>
            <a:r>
              <a:rPr lang="en-US" sz="8800" b="1" i="0" dirty="0">
                <a:solidFill>
                  <a:schemeClr val="bg1"/>
                </a:solidFill>
                <a:latin typeface="+mj-lt"/>
              </a:rPr>
              <a:t>Thank you.</a:t>
            </a:r>
          </a:p>
        </p:txBody>
      </p:sp>
      <p:pic>
        <p:nvPicPr>
          <p:cNvPr id="4" name="Picture 3">
            <a:extLst>
              <a:ext uri="{FF2B5EF4-FFF2-40B4-BE49-F238E27FC236}">
                <a16:creationId xmlns:a16="http://schemas.microsoft.com/office/drawing/2014/main" id="{93DDFB50-F506-8B4F-885A-D72D8AE8F721}"/>
              </a:ext>
            </a:extLst>
          </p:cNvPr>
          <p:cNvPicPr>
            <a:picLocks noChangeAspect="1"/>
          </p:cNvPicPr>
          <p:nvPr userDrawn="1"/>
        </p:nvPicPr>
        <p:blipFill>
          <a:blip r:embed="rId2"/>
          <a:srcRect/>
          <a:stretch/>
        </p:blipFill>
        <p:spPr>
          <a:xfrm>
            <a:off x="4326730" y="5668099"/>
            <a:ext cx="3538541" cy="580320"/>
          </a:xfrm>
          <a:prstGeom prst="rect">
            <a:avLst/>
          </a:prstGeom>
        </p:spPr>
      </p:pic>
    </p:spTree>
    <p:extLst>
      <p:ext uri="{BB962C8B-B14F-4D97-AF65-F5344CB8AC3E}">
        <p14:creationId xmlns:p14="http://schemas.microsoft.com/office/powerpoint/2010/main" val="1681125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ey Takeaway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B5E821C-7CCD-4546-ADE9-4FD2F9D784A5}"/>
              </a:ext>
            </a:extLst>
          </p:cNvPr>
          <p:cNvSpPr>
            <a:spLocks noGrp="1"/>
          </p:cNvSpPr>
          <p:nvPr>
            <p:ph type="ctrTitle" hasCustomPrompt="1"/>
          </p:nvPr>
        </p:nvSpPr>
        <p:spPr>
          <a:xfrm>
            <a:off x="856007" y="1257308"/>
            <a:ext cx="9144000" cy="852320"/>
          </a:xfrm>
          <a:prstGeom prst="rect">
            <a:avLst/>
          </a:prstGeom>
        </p:spPr>
        <p:txBody>
          <a:bodyPr anchor="ctr" anchorCtr="0"/>
          <a:lstStyle>
            <a:lvl1pPr algn="l">
              <a:defRPr sz="4800" b="1" i="0">
                <a:solidFill>
                  <a:schemeClr val="bg1"/>
                </a:solidFill>
                <a:latin typeface="+mj-lt"/>
              </a:defRPr>
            </a:lvl1pPr>
          </a:lstStyle>
          <a:p>
            <a:r>
              <a:rPr lang="en-US" dirty="0"/>
              <a:t>Single line centered</a:t>
            </a:r>
          </a:p>
        </p:txBody>
      </p:sp>
      <p:sp>
        <p:nvSpPr>
          <p:cNvPr id="4" name="Parallelogram 3">
            <a:extLst>
              <a:ext uri="{FF2B5EF4-FFF2-40B4-BE49-F238E27FC236}">
                <a16:creationId xmlns:a16="http://schemas.microsoft.com/office/drawing/2014/main" id="{C1FD6ECC-4A2F-F748-88B9-5F484B05A5D1}"/>
              </a:ext>
            </a:extLst>
          </p:cNvPr>
          <p:cNvSpPr/>
          <p:nvPr userDrawn="1"/>
        </p:nvSpPr>
        <p:spPr>
          <a:xfrm>
            <a:off x="3163066" y="2306229"/>
            <a:ext cx="703852" cy="573740"/>
          </a:xfrm>
          <a:prstGeom prst="parallelogram">
            <a:avLst>
              <a:gd name="adj" fmla="val 0"/>
            </a:avLst>
          </a:prstGeom>
          <a:solidFill>
            <a:srgbClr val="E63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kern="1200" dirty="0">
                <a:solidFill>
                  <a:schemeClr val="bg1"/>
                </a:solidFill>
                <a:latin typeface="Century Gothic" panose="020B0502020202020204" pitchFamily="34" charset="0"/>
                <a:ea typeface="+mj-ea"/>
                <a:cs typeface="+mj-cs"/>
              </a:rPr>
              <a:t>1</a:t>
            </a:r>
          </a:p>
        </p:txBody>
      </p:sp>
      <p:sp>
        <p:nvSpPr>
          <p:cNvPr id="5" name="Text Placeholder 8">
            <a:extLst>
              <a:ext uri="{FF2B5EF4-FFF2-40B4-BE49-F238E27FC236}">
                <a16:creationId xmlns:a16="http://schemas.microsoft.com/office/drawing/2014/main" id="{EE7B811D-7C0F-7740-A889-A206A46639B9}"/>
              </a:ext>
            </a:extLst>
          </p:cNvPr>
          <p:cNvSpPr>
            <a:spLocks noGrp="1"/>
          </p:cNvSpPr>
          <p:nvPr>
            <p:ph type="body" sz="quarter" idx="11" hasCustomPrompt="1"/>
          </p:nvPr>
        </p:nvSpPr>
        <p:spPr>
          <a:xfrm>
            <a:off x="4046464" y="2257419"/>
            <a:ext cx="5190147" cy="677930"/>
          </a:xfrm>
          <a:prstGeom prst="rect">
            <a:avLst/>
          </a:prstGeom>
        </p:spPr>
        <p:txBody>
          <a:bodyPr anchor="ctr">
            <a:noAutofit/>
          </a:bodyPr>
          <a:lstStyle>
            <a:lvl1pPr marL="0" indent="0" algn="l">
              <a:buNone/>
              <a:defRPr sz="2400" b="0" i="0">
                <a:solidFill>
                  <a:schemeClr val="bg1"/>
                </a:solidFill>
                <a:latin typeface="+mn-lt"/>
              </a:defRPr>
            </a:lvl1pPr>
          </a:lstStyle>
          <a:p>
            <a:pPr lvl="0"/>
            <a:r>
              <a:rPr lang="en-US" dirty="0"/>
              <a:t>Click to enter paragraph</a:t>
            </a:r>
          </a:p>
        </p:txBody>
      </p:sp>
      <p:sp>
        <p:nvSpPr>
          <p:cNvPr id="6" name="Parallelogram 5">
            <a:extLst>
              <a:ext uri="{FF2B5EF4-FFF2-40B4-BE49-F238E27FC236}">
                <a16:creationId xmlns:a16="http://schemas.microsoft.com/office/drawing/2014/main" id="{783645CF-83ED-0844-A315-019A0357C6B4}"/>
              </a:ext>
            </a:extLst>
          </p:cNvPr>
          <p:cNvSpPr/>
          <p:nvPr userDrawn="1"/>
        </p:nvSpPr>
        <p:spPr>
          <a:xfrm>
            <a:off x="3163066" y="3526510"/>
            <a:ext cx="703852" cy="573740"/>
          </a:xfrm>
          <a:prstGeom prst="parallelogram">
            <a:avLst>
              <a:gd name="adj" fmla="val 0"/>
            </a:avLst>
          </a:prstGeom>
          <a:solidFill>
            <a:srgbClr val="4984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kern="1200" dirty="0">
                <a:solidFill>
                  <a:schemeClr val="bg1"/>
                </a:solidFill>
                <a:latin typeface="Century Gothic" panose="020B0502020202020204" pitchFamily="34" charset="0"/>
                <a:ea typeface="+mj-ea"/>
                <a:cs typeface="+mj-cs"/>
              </a:rPr>
              <a:t>2</a:t>
            </a:r>
          </a:p>
        </p:txBody>
      </p:sp>
      <p:sp>
        <p:nvSpPr>
          <p:cNvPr id="7" name="Text Placeholder 8">
            <a:extLst>
              <a:ext uri="{FF2B5EF4-FFF2-40B4-BE49-F238E27FC236}">
                <a16:creationId xmlns:a16="http://schemas.microsoft.com/office/drawing/2014/main" id="{1DF39094-861F-0A45-AD0C-94BDF32BDA48}"/>
              </a:ext>
            </a:extLst>
          </p:cNvPr>
          <p:cNvSpPr>
            <a:spLocks noGrp="1"/>
          </p:cNvSpPr>
          <p:nvPr>
            <p:ph type="body" sz="quarter" idx="12" hasCustomPrompt="1"/>
          </p:nvPr>
        </p:nvSpPr>
        <p:spPr>
          <a:xfrm>
            <a:off x="4046464" y="3468342"/>
            <a:ext cx="5190147" cy="677930"/>
          </a:xfrm>
          <a:prstGeom prst="rect">
            <a:avLst/>
          </a:prstGeom>
        </p:spPr>
        <p:txBody>
          <a:bodyPr anchor="ctr">
            <a:noAutofit/>
          </a:bodyPr>
          <a:lstStyle>
            <a:lvl1pPr marL="0" indent="0" algn="l">
              <a:buNone/>
              <a:defRPr sz="2400" b="0" i="0">
                <a:solidFill>
                  <a:schemeClr val="bg1"/>
                </a:solidFill>
                <a:latin typeface="+mn-lt"/>
              </a:defRPr>
            </a:lvl1pPr>
          </a:lstStyle>
          <a:p>
            <a:pPr lvl="0"/>
            <a:r>
              <a:rPr lang="en-US" dirty="0"/>
              <a:t>Click to enter paragraph</a:t>
            </a:r>
          </a:p>
        </p:txBody>
      </p:sp>
      <p:sp>
        <p:nvSpPr>
          <p:cNvPr id="8" name="Parallelogram 7">
            <a:extLst>
              <a:ext uri="{FF2B5EF4-FFF2-40B4-BE49-F238E27FC236}">
                <a16:creationId xmlns:a16="http://schemas.microsoft.com/office/drawing/2014/main" id="{63FD1F72-7C2E-4C46-8AB7-F674844CC02A}"/>
              </a:ext>
            </a:extLst>
          </p:cNvPr>
          <p:cNvSpPr/>
          <p:nvPr userDrawn="1"/>
        </p:nvSpPr>
        <p:spPr>
          <a:xfrm>
            <a:off x="3163066" y="4746791"/>
            <a:ext cx="703852" cy="573740"/>
          </a:xfrm>
          <a:prstGeom prst="parallelogram">
            <a:avLst>
              <a:gd name="adj" fmla="val 0"/>
            </a:avLst>
          </a:prstGeom>
          <a:solidFill>
            <a:srgbClr val="F8A5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kern="1200" dirty="0">
                <a:solidFill>
                  <a:schemeClr val="bg1"/>
                </a:solidFill>
                <a:latin typeface="Century Gothic" panose="020B0502020202020204" pitchFamily="34" charset="0"/>
                <a:ea typeface="+mj-ea"/>
                <a:cs typeface="+mj-cs"/>
              </a:rPr>
              <a:t>3</a:t>
            </a:r>
          </a:p>
        </p:txBody>
      </p:sp>
      <p:sp>
        <p:nvSpPr>
          <p:cNvPr id="9" name="Text Placeholder 8">
            <a:extLst>
              <a:ext uri="{FF2B5EF4-FFF2-40B4-BE49-F238E27FC236}">
                <a16:creationId xmlns:a16="http://schemas.microsoft.com/office/drawing/2014/main" id="{0329F6C6-B324-1446-BD21-092271240F32}"/>
              </a:ext>
            </a:extLst>
          </p:cNvPr>
          <p:cNvSpPr>
            <a:spLocks noGrp="1"/>
          </p:cNvSpPr>
          <p:nvPr>
            <p:ph type="body" sz="quarter" idx="13" hasCustomPrompt="1"/>
          </p:nvPr>
        </p:nvSpPr>
        <p:spPr>
          <a:xfrm>
            <a:off x="4046464" y="4697981"/>
            <a:ext cx="5190147" cy="677930"/>
          </a:xfrm>
          <a:prstGeom prst="rect">
            <a:avLst/>
          </a:prstGeom>
        </p:spPr>
        <p:txBody>
          <a:bodyPr anchor="ctr">
            <a:noAutofit/>
          </a:bodyPr>
          <a:lstStyle>
            <a:lvl1pPr marL="0" indent="0" algn="l">
              <a:buNone/>
              <a:defRPr sz="2400" b="0" i="0">
                <a:solidFill>
                  <a:schemeClr val="bg1"/>
                </a:solidFill>
                <a:latin typeface="+mn-lt"/>
              </a:defRPr>
            </a:lvl1pPr>
          </a:lstStyle>
          <a:p>
            <a:pPr lvl="0"/>
            <a:r>
              <a:rPr lang="en-US" dirty="0"/>
              <a:t>Click to enter paragraph</a:t>
            </a:r>
          </a:p>
        </p:txBody>
      </p:sp>
      <p:cxnSp>
        <p:nvCxnSpPr>
          <p:cNvPr id="10" name="Straight Connector 9">
            <a:extLst>
              <a:ext uri="{FF2B5EF4-FFF2-40B4-BE49-F238E27FC236}">
                <a16:creationId xmlns:a16="http://schemas.microsoft.com/office/drawing/2014/main" id="{5E7A4864-0129-2C4A-A8F9-463F4B77EFC7}"/>
              </a:ext>
            </a:extLst>
          </p:cNvPr>
          <p:cNvCxnSpPr>
            <a:cxnSpLocks/>
          </p:cNvCxnSpPr>
          <p:nvPr userDrawn="1"/>
        </p:nvCxnSpPr>
        <p:spPr>
          <a:xfrm>
            <a:off x="3142642" y="5476770"/>
            <a:ext cx="609396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FC8B5FC-FFED-1244-8102-18DD67F854F7}"/>
              </a:ext>
            </a:extLst>
          </p:cNvPr>
          <p:cNvCxnSpPr>
            <a:cxnSpLocks/>
          </p:cNvCxnSpPr>
          <p:nvPr userDrawn="1"/>
        </p:nvCxnSpPr>
        <p:spPr>
          <a:xfrm>
            <a:off x="3142642" y="4270270"/>
            <a:ext cx="609396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1099DB-9A02-8C45-ABA0-1E139613B0AA}"/>
              </a:ext>
            </a:extLst>
          </p:cNvPr>
          <p:cNvCxnSpPr>
            <a:cxnSpLocks/>
          </p:cNvCxnSpPr>
          <p:nvPr userDrawn="1"/>
        </p:nvCxnSpPr>
        <p:spPr>
          <a:xfrm>
            <a:off x="3142642" y="3063770"/>
            <a:ext cx="609396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A5F6D92-FC97-EF4D-88D0-7D0532FB8302}"/>
              </a:ext>
            </a:extLst>
          </p:cNvPr>
          <p:cNvPicPr>
            <a:picLocks noChangeAspect="1"/>
          </p:cNvPicPr>
          <p:nvPr userDrawn="1"/>
        </p:nvPicPr>
        <p:blipFill>
          <a:blip r:embed="rId2"/>
          <a:srcRect/>
          <a:stretch/>
        </p:blipFill>
        <p:spPr>
          <a:xfrm>
            <a:off x="9496613" y="6274722"/>
            <a:ext cx="2484379" cy="407438"/>
          </a:xfrm>
          <a:prstGeom prst="rect">
            <a:avLst/>
          </a:prstGeom>
        </p:spPr>
      </p:pic>
    </p:spTree>
    <p:extLst>
      <p:ext uri="{BB962C8B-B14F-4D97-AF65-F5344CB8AC3E}">
        <p14:creationId xmlns:p14="http://schemas.microsoft.com/office/powerpoint/2010/main" val="683299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ogo">
    <p:bg>
      <p:bgRef idx="1001">
        <a:schemeClr val="bg1"/>
      </p:bgRef>
    </p:bg>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4EFEB4E-1A60-2D4F-BF4A-4DA77196E05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F8535F7-BA0A-B948-ACB5-BE3DF84C3586}"/>
              </a:ext>
            </a:extLst>
          </p:cNvPr>
          <p:cNvPicPr>
            <a:picLocks noChangeAspect="1"/>
          </p:cNvPicPr>
          <p:nvPr userDrawn="1"/>
        </p:nvPicPr>
        <p:blipFill>
          <a:blip r:embed="rId3"/>
          <a:srcRect/>
          <a:stretch/>
        </p:blipFill>
        <p:spPr>
          <a:xfrm>
            <a:off x="3398722" y="1977865"/>
            <a:ext cx="5394553" cy="2902269"/>
          </a:xfrm>
          <a:prstGeom prst="rect">
            <a:avLst/>
          </a:prstGeom>
        </p:spPr>
      </p:pic>
    </p:spTree>
    <p:extLst>
      <p:ext uri="{BB962C8B-B14F-4D97-AF65-F5344CB8AC3E}">
        <p14:creationId xmlns:p14="http://schemas.microsoft.com/office/powerpoint/2010/main" val="176225641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1524000" y="2050618"/>
            <a:ext cx="9144000" cy="2387599"/>
          </a:xfrm>
          <a:prstGeom prst="rect">
            <a:avLst/>
          </a:prstGeom>
        </p:spPr>
        <p:txBody>
          <a:bodyPr anchor="ctr" anchorCtr="0"/>
          <a:lstStyle>
            <a:lvl1pPr algn="ctr">
              <a:defRPr sz="6000" b="1" i="0">
                <a:solidFill>
                  <a:schemeClr val="tx1"/>
                </a:solidFill>
                <a:latin typeface="+mj-lt"/>
              </a:defRPr>
            </a:lvl1pPr>
          </a:lstStyle>
          <a:p>
            <a:r>
              <a:rPr lang="en-US" dirty="0"/>
              <a:t>Single line centered</a:t>
            </a:r>
          </a:p>
        </p:txBody>
      </p:sp>
      <p:pic>
        <p:nvPicPr>
          <p:cNvPr id="6" name="Picture 5">
            <a:extLst>
              <a:ext uri="{FF2B5EF4-FFF2-40B4-BE49-F238E27FC236}">
                <a16:creationId xmlns:a16="http://schemas.microsoft.com/office/drawing/2014/main" id="{AF50163E-1411-1342-9CCC-E3E2C9B6F868}"/>
              </a:ext>
            </a:extLst>
          </p:cNvPr>
          <p:cNvPicPr>
            <a:picLocks noChangeAspect="1"/>
          </p:cNvPicPr>
          <p:nvPr userDrawn="1"/>
        </p:nvPicPr>
        <p:blipFill>
          <a:blip r:embed="rId2"/>
          <a:srcRect/>
          <a:stretch/>
        </p:blipFill>
        <p:spPr>
          <a:xfrm>
            <a:off x="4326732" y="5668099"/>
            <a:ext cx="3538536" cy="580320"/>
          </a:xfrm>
          <a:prstGeom prst="rect">
            <a:avLst/>
          </a:prstGeom>
        </p:spPr>
      </p:pic>
    </p:spTree>
    <p:extLst>
      <p:ext uri="{BB962C8B-B14F-4D97-AF65-F5344CB8AC3E}">
        <p14:creationId xmlns:p14="http://schemas.microsoft.com/office/powerpoint/2010/main" val="2277367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B89EF587-8C14-4D0C-9DA9-8E2628178110}"/>
              </a:ext>
            </a:extLst>
          </p:cNvPr>
          <p:cNvSpPr>
            <a:spLocks noGrp="1"/>
          </p:cNvSpPr>
          <p:nvPr>
            <p:ph type="title" hasCustomPrompt="1"/>
          </p:nvPr>
        </p:nvSpPr>
        <p:spPr>
          <a:xfrm>
            <a:off x="609600" y="283464"/>
            <a:ext cx="10972800" cy="1143000"/>
          </a:xfrm>
          <a:prstGeom prst="rect">
            <a:avLst/>
          </a:prstGeom>
        </p:spPr>
        <p:txBody>
          <a:bodyPr vert="horz" lIns="91440" tIns="45720" rIns="91440" bIns="45720" rtlCol="0" anchor="b">
            <a:normAutofit/>
          </a:bodyPr>
          <a:lstStyle>
            <a:lvl1pPr algn="l" defTabSz="457200" rtl="0" eaLnBrk="1" latinLnBrk="0" hangingPunct="1">
              <a:lnSpc>
                <a:spcPct val="90000"/>
              </a:lnSpc>
              <a:spcBef>
                <a:spcPct val="0"/>
              </a:spcBef>
              <a:buNone/>
              <a:defRPr lang="en-US" sz="3600" b="1" i="0" kern="1200" cap="none" spc="0" baseline="0" dirty="0">
                <a:solidFill>
                  <a:schemeClr val="tx1"/>
                </a:solidFill>
                <a:latin typeface="+mj-lt"/>
                <a:ea typeface="+mj-ea"/>
                <a:cs typeface="+mj-cs"/>
              </a:defRPr>
            </a:lvl1pPr>
          </a:lstStyle>
          <a:p>
            <a:r>
              <a:rPr lang="en-US" dirty="0"/>
              <a:t>Click to edit master title style</a:t>
            </a:r>
          </a:p>
        </p:txBody>
      </p:sp>
      <p:pic>
        <p:nvPicPr>
          <p:cNvPr id="3" name="Picture 2">
            <a:extLst>
              <a:ext uri="{FF2B5EF4-FFF2-40B4-BE49-F238E27FC236}">
                <a16:creationId xmlns:a16="http://schemas.microsoft.com/office/drawing/2014/main" id="{B4C7A222-B91B-2A40-8AD8-CD3F7F6A2D28}"/>
              </a:ext>
            </a:extLst>
          </p:cNvPr>
          <p:cNvPicPr>
            <a:picLocks noChangeAspect="1"/>
          </p:cNvPicPr>
          <p:nvPr userDrawn="1"/>
        </p:nvPicPr>
        <p:blipFill>
          <a:blip r:embed="rId2"/>
          <a:srcRect/>
          <a:stretch/>
        </p:blipFill>
        <p:spPr>
          <a:xfrm>
            <a:off x="9496613" y="6274722"/>
            <a:ext cx="2484378" cy="407438"/>
          </a:xfrm>
          <a:prstGeom prst="rect">
            <a:avLst/>
          </a:prstGeom>
        </p:spPr>
      </p:pic>
    </p:spTree>
    <p:extLst>
      <p:ext uri="{BB962C8B-B14F-4D97-AF65-F5344CB8AC3E}">
        <p14:creationId xmlns:p14="http://schemas.microsoft.com/office/powerpoint/2010/main" val="1000077018"/>
      </p:ext>
    </p:extLst>
  </p:cSld>
  <p:clrMapOvr>
    <a:masterClrMapping/>
  </p:clrMapOvr>
  <p:transition spd="med">
    <p:wipe/>
  </p:transition>
  <p:extLst>
    <p:ext uri="{DCECCB84-F9BA-43D5-87BE-67443E8EF086}">
      <p15:sldGuideLst xmlns:p15="http://schemas.microsoft.com/office/powerpoint/2012/main">
        <p15:guide id="1" orient="horz" pos="1221">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8BEEA62-5298-334C-B668-B9B2DB70E362}"/>
              </a:ext>
            </a:extLst>
          </p:cNvPr>
          <p:cNvPicPr>
            <a:picLocks noChangeAspect="1"/>
          </p:cNvPicPr>
          <p:nvPr userDrawn="1"/>
        </p:nvPicPr>
        <p:blipFill>
          <a:blip r:embed="rId2"/>
          <a:srcRect/>
          <a:stretch/>
        </p:blipFill>
        <p:spPr>
          <a:xfrm>
            <a:off x="4594019" y="5790937"/>
            <a:ext cx="3003963" cy="492650"/>
          </a:xfrm>
          <a:prstGeom prst="rect">
            <a:avLst/>
          </a:prstGeom>
        </p:spPr>
      </p:pic>
      <p:sp>
        <p:nvSpPr>
          <p:cNvPr id="6" name="Title 1">
            <a:extLst>
              <a:ext uri="{FF2B5EF4-FFF2-40B4-BE49-F238E27FC236}">
                <a16:creationId xmlns:a16="http://schemas.microsoft.com/office/drawing/2014/main" id="{CCBFF9AB-15D9-354C-85B0-966EE54E1E39}"/>
              </a:ext>
            </a:extLst>
          </p:cNvPr>
          <p:cNvSpPr>
            <a:spLocks noGrp="1"/>
          </p:cNvSpPr>
          <p:nvPr>
            <p:ph type="ctrTitle" hasCustomPrompt="1"/>
          </p:nvPr>
        </p:nvSpPr>
        <p:spPr>
          <a:xfrm>
            <a:off x="1524000" y="3499562"/>
            <a:ext cx="9144000" cy="933017"/>
          </a:xfrm>
          <a:prstGeom prst="rect">
            <a:avLst/>
          </a:prstGeom>
        </p:spPr>
        <p:txBody>
          <a:bodyPr anchor="b"/>
          <a:lstStyle>
            <a:lvl1pPr algn="ctr">
              <a:defRPr sz="3600" b="1" i="0">
                <a:solidFill>
                  <a:schemeClr val="tx1"/>
                </a:solidFill>
                <a:latin typeface="+mj-lt"/>
              </a:defRPr>
            </a:lvl1pPr>
          </a:lstStyle>
          <a:p>
            <a:r>
              <a:rPr lang="en-US" dirty="0"/>
              <a:t>Full name</a:t>
            </a:r>
          </a:p>
        </p:txBody>
      </p:sp>
      <p:sp>
        <p:nvSpPr>
          <p:cNvPr id="10" name="Subtitle 2">
            <a:extLst>
              <a:ext uri="{FF2B5EF4-FFF2-40B4-BE49-F238E27FC236}">
                <a16:creationId xmlns:a16="http://schemas.microsoft.com/office/drawing/2014/main" id="{905A5731-DCEE-E242-B3D5-E733D29649CE}"/>
              </a:ext>
            </a:extLst>
          </p:cNvPr>
          <p:cNvSpPr>
            <a:spLocks noGrp="1"/>
          </p:cNvSpPr>
          <p:nvPr>
            <p:ph type="subTitle" idx="1" hasCustomPrompt="1"/>
          </p:nvPr>
        </p:nvSpPr>
        <p:spPr>
          <a:xfrm>
            <a:off x="1524000" y="4432579"/>
            <a:ext cx="9144000" cy="512762"/>
          </a:xfrm>
          <a:prstGeom prst="rect">
            <a:avLst/>
          </a:prstGeom>
        </p:spPr>
        <p:txBody>
          <a:bodyPr/>
          <a:lstStyle>
            <a:lvl1pPr marL="0" indent="0" algn="ctr">
              <a:buNone/>
              <a:defRPr sz="24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Company title</a:t>
            </a:r>
          </a:p>
        </p:txBody>
      </p:sp>
      <p:sp>
        <p:nvSpPr>
          <p:cNvPr id="12" name="Picture Placeholder 7">
            <a:extLst>
              <a:ext uri="{FF2B5EF4-FFF2-40B4-BE49-F238E27FC236}">
                <a16:creationId xmlns:a16="http://schemas.microsoft.com/office/drawing/2014/main" id="{FE3AE3E6-49FE-B945-9A4F-D248309FC2D7}"/>
              </a:ext>
            </a:extLst>
          </p:cNvPr>
          <p:cNvSpPr>
            <a:spLocks noGrp="1"/>
          </p:cNvSpPr>
          <p:nvPr>
            <p:ph type="pic" sz="quarter" idx="11" hasCustomPrompt="1"/>
          </p:nvPr>
        </p:nvSpPr>
        <p:spPr>
          <a:xfrm>
            <a:off x="5022688" y="1110514"/>
            <a:ext cx="2146622" cy="2318486"/>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Tree>
    <p:extLst>
      <p:ext uri="{BB962C8B-B14F-4D97-AF65-F5344CB8AC3E}">
        <p14:creationId xmlns:p14="http://schemas.microsoft.com/office/powerpoint/2010/main" val="3366846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F2D658A-3F79-C44D-A47F-1523CEA4F3CC}"/>
              </a:ext>
            </a:extLst>
          </p:cNvPr>
          <p:cNvPicPr>
            <a:picLocks noChangeAspect="1"/>
          </p:cNvPicPr>
          <p:nvPr userDrawn="1"/>
        </p:nvPicPr>
        <p:blipFill>
          <a:blip r:embed="rId2"/>
          <a:srcRect/>
          <a:stretch/>
        </p:blipFill>
        <p:spPr>
          <a:xfrm>
            <a:off x="4594019" y="5790937"/>
            <a:ext cx="3003963" cy="492650"/>
          </a:xfrm>
          <a:prstGeom prst="rect">
            <a:avLst/>
          </a:prstGeom>
        </p:spPr>
      </p:pic>
      <p:sp>
        <p:nvSpPr>
          <p:cNvPr id="14" name="Title 1">
            <a:extLst>
              <a:ext uri="{FF2B5EF4-FFF2-40B4-BE49-F238E27FC236}">
                <a16:creationId xmlns:a16="http://schemas.microsoft.com/office/drawing/2014/main" id="{2A4093A6-DB69-324A-B61A-4A412F92A79A}"/>
              </a:ext>
            </a:extLst>
          </p:cNvPr>
          <p:cNvSpPr>
            <a:spLocks noGrp="1"/>
          </p:cNvSpPr>
          <p:nvPr>
            <p:ph type="ctrTitle" hasCustomPrompt="1"/>
          </p:nvPr>
        </p:nvSpPr>
        <p:spPr>
          <a:xfrm>
            <a:off x="1482436" y="3682314"/>
            <a:ext cx="4516582" cy="856567"/>
          </a:xfrm>
          <a:prstGeom prst="rect">
            <a:avLst/>
          </a:prstGeom>
        </p:spPr>
        <p:txBody>
          <a:bodyPr anchor="b"/>
          <a:lstStyle>
            <a:lvl1pPr algn="ctr">
              <a:defRPr sz="3600" b="1" i="0">
                <a:solidFill>
                  <a:schemeClr val="tx1"/>
                </a:solidFill>
                <a:latin typeface="+mj-lt"/>
              </a:defRPr>
            </a:lvl1pPr>
          </a:lstStyle>
          <a:p>
            <a:r>
              <a:rPr lang="en-US" dirty="0"/>
              <a:t>Full name</a:t>
            </a:r>
          </a:p>
        </p:txBody>
      </p:sp>
      <p:sp>
        <p:nvSpPr>
          <p:cNvPr id="21" name="Subtitle 2">
            <a:extLst>
              <a:ext uri="{FF2B5EF4-FFF2-40B4-BE49-F238E27FC236}">
                <a16:creationId xmlns:a16="http://schemas.microsoft.com/office/drawing/2014/main" id="{745E3437-3DBB-FE44-9021-AE680E18B2F2}"/>
              </a:ext>
            </a:extLst>
          </p:cNvPr>
          <p:cNvSpPr>
            <a:spLocks noGrp="1"/>
          </p:cNvSpPr>
          <p:nvPr>
            <p:ph type="subTitle" idx="1" hasCustomPrompt="1"/>
          </p:nvPr>
        </p:nvSpPr>
        <p:spPr>
          <a:xfrm>
            <a:off x="1482436" y="4538305"/>
            <a:ext cx="4516582" cy="512762"/>
          </a:xfrm>
          <a:prstGeom prst="rect">
            <a:avLst/>
          </a:prstGeom>
        </p:spPr>
        <p:txBody>
          <a:bodyPr/>
          <a:lstStyle>
            <a:lvl1pPr marL="0" indent="0" algn="ctr">
              <a:buNone/>
              <a:defRPr sz="2400" b="0" i="0" baseline="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Company Title</a:t>
            </a:r>
          </a:p>
        </p:txBody>
      </p:sp>
      <p:sp>
        <p:nvSpPr>
          <p:cNvPr id="22" name="Text Placeholder 8">
            <a:extLst>
              <a:ext uri="{FF2B5EF4-FFF2-40B4-BE49-F238E27FC236}">
                <a16:creationId xmlns:a16="http://schemas.microsoft.com/office/drawing/2014/main" id="{F8C810CB-772C-034B-BAED-DC8DFAA31817}"/>
              </a:ext>
            </a:extLst>
          </p:cNvPr>
          <p:cNvSpPr>
            <a:spLocks noGrp="1"/>
          </p:cNvSpPr>
          <p:nvPr>
            <p:ph type="body" sz="quarter" idx="12" hasCustomPrompt="1"/>
          </p:nvPr>
        </p:nvSpPr>
        <p:spPr>
          <a:xfrm>
            <a:off x="6497925" y="3682798"/>
            <a:ext cx="4516438" cy="855508"/>
          </a:xfrm>
          <a:prstGeom prst="rect">
            <a:avLst/>
          </a:prstGeom>
        </p:spPr>
        <p:txBody>
          <a:bodyPr anchor="b" anchorCtr="0"/>
          <a:lstStyle>
            <a:lvl1pPr marL="0" indent="0" algn="ctr">
              <a:buNone/>
              <a:defRPr sz="3600" b="1" i="0">
                <a:solidFill>
                  <a:schemeClr val="tx1"/>
                </a:solidFill>
                <a:latin typeface="+mj-lt"/>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Full name</a:t>
            </a:r>
          </a:p>
        </p:txBody>
      </p:sp>
      <p:sp>
        <p:nvSpPr>
          <p:cNvPr id="23" name="Text Placeholder 8">
            <a:extLst>
              <a:ext uri="{FF2B5EF4-FFF2-40B4-BE49-F238E27FC236}">
                <a16:creationId xmlns:a16="http://schemas.microsoft.com/office/drawing/2014/main" id="{8A2DD400-9945-DA43-988A-C9A5CFFD2313}"/>
              </a:ext>
            </a:extLst>
          </p:cNvPr>
          <p:cNvSpPr>
            <a:spLocks noGrp="1"/>
          </p:cNvSpPr>
          <p:nvPr>
            <p:ph type="body" sz="quarter" idx="13" hasCustomPrompt="1"/>
          </p:nvPr>
        </p:nvSpPr>
        <p:spPr>
          <a:xfrm>
            <a:off x="6497925" y="4538305"/>
            <a:ext cx="4516438" cy="512762"/>
          </a:xfrm>
          <a:prstGeom prst="rect">
            <a:avLst/>
          </a:prstGeom>
        </p:spPr>
        <p:txBody>
          <a:bodyPr anchor="t" anchorCtr="0"/>
          <a:lstStyle>
            <a:lvl1pPr marL="0" indent="0" algn="ctr">
              <a:buNone/>
              <a:defRPr sz="2400" b="0" i="0" baseline="0">
                <a:solidFill>
                  <a:schemeClr val="tx1"/>
                </a:solidFill>
                <a:latin typeface="+mn-lt"/>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Company Title</a:t>
            </a:r>
          </a:p>
        </p:txBody>
      </p:sp>
      <p:sp>
        <p:nvSpPr>
          <p:cNvPr id="24" name="Picture Placeholder 7">
            <a:extLst>
              <a:ext uri="{FF2B5EF4-FFF2-40B4-BE49-F238E27FC236}">
                <a16:creationId xmlns:a16="http://schemas.microsoft.com/office/drawing/2014/main" id="{950985EC-B26A-FC4A-AD66-F7DA5FF6E7D7}"/>
              </a:ext>
            </a:extLst>
          </p:cNvPr>
          <p:cNvSpPr>
            <a:spLocks noGrp="1"/>
          </p:cNvSpPr>
          <p:nvPr>
            <p:ph type="pic" sz="quarter" idx="11" hasCustomPrompt="1"/>
          </p:nvPr>
        </p:nvSpPr>
        <p:spPr>
          <a:xfrm>
            <a:off x="2667416" y="1253409"/>
            <a:ext cx="2146622" cy="2318486"/>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
        <p:nvSpPr>
          <p:cNvPr id="25" name="Picture Placeholder 7">
            <a:extLst>
              <a:ext uri="{FF2B5EF4-FFF2-40B4-BE49-F238E27FC236}">
                <a16:creationId xmlns:a16="http://schemas.microsoft.com/office/drawing/2014/main" id="{D356EA13-230B-144E-AF5C-CBF90846E64C}"/>
              </a:ext>
            </a:extLst>
          </p:cNvPr>
          <p:cNvSpPr>
            <a:spLocks noGrp="1"/>
          </p:cNvSpPr>
          <p:nvPr>
            <p:ph type="pic" sz="quarter" idx="16" hasCustomPrompt="1"/>
          </p:nvPr>
        </p:nvSpPr>
        <p:spPr>
          <a:xfrm>
            <a:off x="7682833" y="1253409"/>
            <a:ext cx="2146622" cy="2318486"/>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Tree>
    <p:extLst>
      <p:ext uri="{BB962C8B-B14F-4D97-AF65-F5344CB8AC3E}">
        <p14:creationId xmlns:p14="http://schemas.microsoft.com/office/powerpoint/2010/main" val="162906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399760D-45D9-7C4C-92AF-3D32999F5940}"/>
              </a:ext>
            </a:extLst>
          </p:cNvPr>
          <p:cNvPicPr>
            <a:picLocks noChangeAspect="1"/>
          </p:cNvPicPr>
          <p:nvPr userDrawn="1"/>
        </p:nvPicPr>
        <p:blipFill>
          <a:blip r:embed="rId2"/>
          <a:srcRect/>
          <a:stretch/>
        </p:blipFill>
        <p:spPr>
          <a:xfrm>
            <a:off x="4594019" y="5790937"/>
            <a:ext cx="3003963" cy="492650"/>
          </a:xfrm>
          <a:prstGeom prst="rect">
            <a:avLst/>
          </a:prstGeom>
        </p:spPr>
      </p:pic>
      <p:sp>
        <p:nvSpPr>
          <p:cNvPr id="12" name="Title 1">
            <a:extLst>
              <a:ext uri="{FF2B5EF4-FFF2-40B4-BE49-F238E27FC236}">
                <a16:creationId xmlns:a16="http://schemas.microsoft.com/office/drawing/2014/main" id="{D3B970A6-E04C-004D-9116-C8E96E451CE8}"/>
              </a:ext>
            </a:extLst>
          </p:cNvPr>
          <p:cNvSpPr>
            <a:spLocks noGrp="1"/>
          </p:cNvSpPr>
          <p:nvPr>
            <p:ph type="ctrTitle" hasCustomPrompt="1"/>
          </p:nvPr>
        </p:nvSpPr>
        <p:spPr>
          <a:xfrm>
            <a:off x="512617" y="3639204"/>
            <a:ext cx="3768438" cy="819486"/>
          </a:xfrm>
          <a:prstGeom prst="rect">
            <a:avLst/>
          </a:prstGeom>
        </p:spPr>
        <p:txBody>
          <a:bodyPr anchor="b"/>
          <a:lstStyle>
            <a:lvl1pPr algn="ctr">
              <a:defRPr sz="2800" b="1" i="0">
                <a:solidFill>
                  <a:schemeClr val="tx1"/>
                </a:solidFill>
                <a:latin typeface="Century Gothic" panose="020B0502020202020204" pitchFamily="34" charset="0"/>
              </a:defRPr>
            </a:lvl1pPr>
          </a:lstStyle>
          <a:p>
            <a:r>
              <a:rPr lang="en-US" dirty="0"/>
              <a:t>Full name</a:t>
            </a:r>
          </a:p>
        </p:txBody>
      </p:sp>
      <p:sp>
        <p:nvSpPr>
          <p:cNvPr id="14" name="Subtitle 2">
            <a:extLst>
              <a:ext uri="{FF2B5EF4-FFF2-40B4-BE49-F238E27FC236}">
                <a16:creationId xmlns:a16="http://schemas.microsoft.com/office/drawing/2014/main" id="{C7B57928-B988-D647-8D1D-F1DAD222E16A}"/>
              </a:ext>
            </a:extLst>
          </p:cNvPr>
          <p:cNvSpPr>
            <a:spLocks noGrp="1"/>
          </p:cNvSpPr>
          <p:nvPr>
            <p:ph type="subTitle" idx="1" hasCustomPrompt="1"/>
          </p:nvPr>
        </p:nvSpPr>
        <p:spPr>
          <a:xfrm>
            <a:off x="512617" y="4458690"/>
            <a:ext cx="3768438" cy="512762"/>
          </a:xfrm>
          <a:prstGeom prst="rect">
            <a:avLst/>
          </a:prstGeom>
        </p:spPr>
        <p:txBody>
          <a:bodyPr/>
          <a:lstStyle>
            <a:lvl1pPr marL="0" indent="0" algn="ctr">
              <a:buNone/>
              <a:defRPr sz="1800" b="0" i="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Company Title</a:t>
            </a:r>
          </a:p>
        </p:txBody>
      </p:sp>
      <p:sp>
        <p:nvSpPr>
          <p:cNvPr id="15" name="Text Placeholder 8">
            <a:extLst>
              <a:ext uri="{FF2B5EF4-FFF2-40B4-BE49-F238E27FC236}">
                <a16:creationId xmlns:a16="http://schemas.microsoft.com/office/drawing/2014/main" id="{EADA7C88-BD75-D643-9BAF-82E1897C81F8}"/>
              </a:ext>
            </a:extLst>
          </p:cNvPr>
          <p:cNvSpPr>
            <a:spLocks noGrp="1"/>
          </p:cNvSpPr>
          <p:nvPr>
            <p:ph type="body" sz="quarter" idx="13" hasCustomPrompt="1"/>
          </p:nvPr>
        </p:nvSpPr>
        <p:spPr>
          <a:xfrm>
            <a:off x="4281055" y="3639205"/>
            <a:ext cx="3768438" cy="819486"/>
          </a:xfrm>
          <a:prstGeom prst="rect">
            <a:avLst/>
          </a:prstGeom>
        </p:spPr>
        <p:txBody>
          <a:bodyPr anchor="b" anchorCtr="0"/>
          <a:lstStyle>
            <a:lvl1pPr marL="0" indent="0" algn="ctr">
              <a:buNone/>
              <a:defRPr sz="2800" b="1" i="0" baseline="0">
                <a:solidFill>
                  <a:schemeClr val="tx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Full name</a:t>
            </a:r>
          </a:p>
        </p:txBody>
      </p:sp>
      <p:sp>
        <p:nvSpPr>
          <p:cNvPr id="16" name="Text Placeholder 8">
            <a:extLst>
              <a:ext uri="{FF2B5EF4-FFF2-40B4-BE49-F238E27FC236}">
                <a16:creationId xmlns:a16="http://schemas.microsoft.com/office/drawing/2014/main" id="{8F2E3258-F611-154D-AA00-7292AE7DCB97}"/>
              </a:ext>
            </a:extLst>
          </p:cNvPr>
          <p:cNvSpPr>
            <a:spLocks noGrp="1"/>
          </p:cNvSpPr>
          <p:nvPr>
            <p:ph type="body" sz="quarter" idx="14" hasCustomPrompt="1"/>
          </p:nvPr>
        </p:nvSpPr>
        <p:spPr>
          <a:xfrm>
            <a:off x="4281055" y="4458690"/>
            <a:ext cx="3768438" cy="512762"/>
          </a:xfrm>
          <a:prstGeom prst="rect">
            <a:avLst/>
          </a:prstGeom>
        </p:spPr>
        <p:txBody>
          <a:bodyPr anchor="t" anchorCtr="0"/>
          <a:lstStyle>
            <a:lvl1pPr marL="0" indent="0" algn="ctr">
              <a:buNone/>
              <a:defRPr sz="1800" b="0" i="0" baseline="0">
                <a:solidFill>
                  <a:schemeClr val="tx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r>
              <a:rPr lang="en-US" dirty="0"/>
              <a:t>Company Title</a:t>
            </a:r>
          </a:p>
        </p:txBody>
      </p:sp>
      <p:sp>
        <p:nvSpPr>
          <p:cNvPr id="17" name="Text Placeholder 8">
            <a:extLst>
              <a:ext uri="{FF2B5EF4-FFF2-40B4-BE49-F238E27FC236}">
                <a16:creationId xmlns:a16="http://schemas.microsoft.com/office/drawing/2014/main" id="{179364FF-319A-2340-830C-E7A5CA244474}"/>
              </a:ext>
            </a:extLst>
          </p:cNvPr>
          <p:cNvSpPr>
            <a:spLocks noGrp="1"/>
          </p:cNvSpPr>
          <p:nvPr>
            <p:ph type="body" sz="quarter" idx="15" hasCustomPrompt="1"/>
          </p:nvPr>
        </p:nvSpPr>
        <p:spPr>
          <a:xfrm>
            <a:off x="8049493" y="3639205"/>
            <a:ext cx="3768438" cy="819486"/>
          </a:xfrm>
          <a:prstGeom prst="rect">
            <a:avLst/>
          </a:prstGeom>
        </p:spPr>
        <p:txBody>
          <a:bodyPr anchor="b" anchorCtr="0"/>
          <a:lstStyle>
            <a:lvl1pPr marL="0" indent="0" algn="ctr">
              <a:buNone/>
              <a:defRPr sz="2800" b="1" i="0">
                <a:solidFill>
                  <a:schemeClr val="tx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Full name</a:t>
            </a:r>
          </a:p>
        </p:txBody>
      </p:sp>
      <p:sp>
        <p:nvSpPr>
          <p:cNvPr id="18" name="Text Placeholder 8">
            <a:extLst>
              <a:ext uri="{FF2B5EF4-FFF2-40B4-BE49-F238E27FC236}">
                <a16:creationId xmlns:a16="http://schemas.microsoft.com/office/drawing/2014/main" id="{EDE9BF2A-FC52-FD4B-B346-C82B24C66CF2}"/>
              </a:ext>
            </a:extLst>
          </p:cNvPr>
          <p:cNvSpPr>
            <a:spLocks noGrp="1"/>
          </p:cNvSpPr>
          <p:nvPr>
            <p:ph type="body" sz="quarter" idx="16" hasCustomPrompt="1"/>
          </p:nvPr>
        </p:nvSpPr>
        <p:spPr>
          <a:xfrm>
            <a:off x="8049493" y="4458690"/>
            <a:ext cx="3768438" cy="512762"/>
          </a:xfrm>
          <a:prstGeom prst="rect">
            <a:avLst/>
          </a:prstGeom>
        </p:spPr>
        <p:txBody>
          <a:bodyPr anchor="t" anchorCtr="0"/>
          <a:lstStyle>
            <a:lvl1pPr marL="0" indent="0" algn="ctr">
              <a:buNone/>
              <a:defRPr sz="1800" b="0" i="0" baseline="0">
                <a:solidFill>
                  <a:schemeClr val="tx1"/>
                </a:solidFill>
                <a:latin typeface="Century Gothic" panose="020B0502020202020204" pitchFamily="34" charset="0"/>
              </a:defRPr>
            </a:lvl1pPr>
            <a:lvl2pPr marL="457200" indent="0">
              <a:buNone/>
              <a:defRPr>
                <a:solidFill>
                  <a:schemeClr val="bg1"/>
                </a:solidFill>
                <a:latin typeface="+mj-lt"/>
              </a:defRPr>
            </a:lvl2pPr>
            <a:lvl3pPr marL="914400" indent="0">
              <a:buNone/>
              <a:defRPr>
                <a:solidFill>
                  <a:schemeClr val="bg1"/>
                </a:solidFill>
                <a:latin typeface="+mj-lt"/>
              </a:defRPr>
            </a:lvl3pPr>
            <a:lvl4pPr marL="1371600" indent="0">
              <a:buNone/>
              <a:defRPr>
                <a:solidFill>
                  <a:schemeClr val="bg1"/>
                </a:solidFill>
                <a:latin typeface="+mj-lt"/>
              </a:defRPr>
            </a:lvl4pPr>
            <a:lvl5pPr marL="1828800" indent="0">
              <a:buNone/>
              <a:defRPr>
                <a:solidFill>
                  <a:schemeClr val="bg1"/>
                </a:solidFill>
                <a:latin typeface="+mj-lt"/>
              </a:defRPr>
            </a:lvl5pPr>
          </a:lstStyle>
          <a:p>
            <a:pPr lvl="0"/>
            <a:r>
              <a:rPr lang="en-US" dirty="0"/>
              <a:t>Company Title</a:t>
            </a:r>
          </a:p>
        </p:txBody>
      </p:sp>
      <p:sp>
        <p:nvSpPr>
          <p:cNvPr id="19" name="Picture Placeholder 7">
            <a:extLst>
              <a:ext uri="{FF2B5EF4-FFF2-40B4-BE49-F238E27FC236}">
                <a16:creationId xmlns:a16="http://schemas.microsoft.com/office/drawing/2014/main" id="{4E7D7C8F-EF05-E64F-8239-1DF8F2179B32}"/>
              </a:ext>
            </a:extLst>
          </p:cNvPr>
          <p:cNvSpPr>
            <a:spLocks noGrp="1"/>
          </p:cNvSpPr>
          <p:nvPr>
            <p:ph type="pic" sz="quarter" idx="11" hasCustomPrompt="1"/>
          </p:nvPr>
        </p:nvSpPr>
        <p:spPr>
          <a:xfrm>
            <a:off x="1451178" y="1534571"/>
            <a:ext cx="1891317" cy="2042741"/>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
        <p:nvSpPr>
          <p:cNvPr id="20" name="Picture Placeholder 7">
            <a:extLst>
              <a:ext uri="{FF2B5EF4-FFF2-40B4-BE49-F238E27FC236}">
                <a16:creationId xmlns:a16="http://schemas.microsoft.com/office/drawing/2014/main" id="{7131F548-0A2F-2644-A74C-42A432428454}"/>
              </a:ext>
            </a:extLst>
          </p:cNvPr>
          <p:cNvSpPr>
            <a:spLocks noGrp="1"/>
          </p:cNvSpPr>
          <p:nvPr>
            <p:ph type="pic" sz="quarter" idx="23" hasCustomPrompt="1"/>
          </p:nvPr>
        </p:nvSpPr>
        <p:spPr>
          <a:xfrm>
            <a:off x="5219616" y="1527392"/>
            <a:ext cx="1891317" cy="2042741"/>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
        <p:nvSpPr>
          <p:cNvPr id="21" name="Picture Placeholder 7">
            <a:extLst>
              <a:ext uri="{FF2B5EF4-FFF2-40B4-BE49-F238E27FC236}">
                <a16:creationId xmlns:a16="http://schemas.microsoft.com/office/drawing/2014/main" id="{BBF36A28-F196-2345-9144-7E5E8EBC4B98}"/>
              </a:ext>
            </a:extLst>
          </p:cNvPr>
          <p:cNvSpPr>
            <a:spLocks noGrp="1"/>
          </p:cNvSpPr>
          <p:nvPr>
            <p:ph type="pic" sz="quarter" idx="24" hasCustomPrompt="1"/>
          </p:nvPr>
        </p:nvSpPr>
        <p:spPr>
          <a:xfrm>
            <a:off x="8988054" y="1534571"/>
            <a:ext cx="1891317" cy="2042741"/>
          </a:xfrm>
          <a:prstGeom prst="parallelogram">
            <a:avLst>
              <a:gd name="adj" fmla="val 0"/>
            </a:avLst>
          </a:prstGeom>
          <a:solidFill>
            <a:schemeClr val="bg1"/>
          </a:solidFill>
          <a:ln w="25400">
            <a:solidFill>
              <a:schemeClr val="bg1"/>
            </a:solidFill>
          </a:ln>
          <a:effectLst/>
        </p:spPr>
        <p:txBody>
          <a:bodyPr anchor="ctr" anchorCtr="0"/>
          <a:lstStyle>
            <a:lvl1pPr marL="0" indent="0" algn="ctr">
              <a:buNone/>
              <a:defRPr sz="1400" b="0" i="0" baseline="0">
                <a:latin typeface="Helvetica" pitchFamily="2" charset="0"/>
              </a:defRPr>
            </a:lvl1pPr>
          </a:lstStyle>
          <a:p>
            <a:r>
              <a:rPr lang="en-US" dirty="0"/>
              <a:t>Drag Photo To Placeholder or Click On The Icon To Add</a:t>
            </a:r>
          </a:p>
        </p:txBody>
      </p:sp>
    </p:spTree>
    <p:extLst>
      <p:ext uri="{BB962C8B-B14F-4D97-AF65-F5344CB8AC3E}">
        <p14:creationId xmlns:p14="http://schemas.microsoft.com/office/powerpoint/2010/main" val="136500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DCB1F6-8370-BD40-BAE9-DBDAA05905FD}"/>
              </a:ext>
            </a:extLst>
          </p:cNvPr>
          <p:cNvSpPr txBox="1"/>
          <p:nvPr userDrawn="1"/>
        </p:nvSpPr>
        <p:spPr>
          <a:xfrm>
            <a:off x="1524000" y="2450802"/>
            <a:ext cx="9144000" cy="1446550"/>
          </a:xfrm>
          <a:prstGeom prst="rect">
            <a:avLst/>
          </a:prstGeom>
          <a:noFill/>
        </p:spPr>
        <p:txBody>
          <a:bodyPr wrap="square" rtlCol="0">
            <a:spAutoFit/>
          </a:bodyPr>
          <a:lstStyle/>
          <a:p>
            <a:pPr algn="ctr"/>
            <a:r>
              <a:rPr lang="en-US" sz="8800" b="1" i="0" dirty="0">
                <a:solidFill>
                  <a:schemeClr val="tx1"/>
                </a:solidFill>
                <a:latin typeface="+mj-lt"/>
              </a:rPr>
              <a:t>Thank you.</a:t>
            </a:r>
          </a:p>
        </p:txBody>
      </p:sp>
      <p:pic>
        <p:nvPicPr>
          <p:cNvPr id="7" name="Picture 6">
            <a:extLst>
              <a:ext uri="{FF2B5EF4-FFF2-40B4-BE49-F238E27FC236}">
                <a16:creationId xmlns:a16="http://schemas.microsoft.com/office/drawing/2014/main" id="{1FDBD9DB-67D9-6048-AB70-5015DC5252A3}"/>
              </a:ext>
            </a:extLst>
          </p:cNvPr>
          <p:cNvPicPr>
            <a:picLocks noChangeAspect="1"/>
          </p:cNvPicPr>
          <p:nvPr userDrawn="1"/>
        </p:nvPicPr>
        <p:blipFill>
          <a:blip r:embed="rId2"/>
          <a:srcRect/>
          <a:stretch/>
        </p:blipFill>
        <p:spPr>
          <a:xfrm>
            <a:off x="4326732" y="5668099"/>
            <a:ext cx="3538536" cy="580320"/>
          </a:xfrm>
          <a:prstGeom prst="rect">
            <a:avLst/>
          </a:prstGeom>
        </p:spPr>
      </p:pic>
    </p:spTree>
    <p:extLst>
      <p:ext uri="{BB962C8B-B14F-4D97-AF65-F5344CB8AC3E}">
        <p14:creationId xmlns:p14="http://schemas.microsoft.com/office/powerpoint/2010/main" val="1744981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ey Takeaway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8795F07-520F-A14F-94A2-88E242977CE9}"/>
              </a:ext>
            </a:extLst>
          </p:cNvPr>
          <p:cNvSpPr>
            <a:spLocks noGrp="1"/>
          </p:cNvSpPr>
          <p:nvPr>
            <p:ph type="ctrTitle" hasCustomPrompt="1"/>
          </p:nvPr>
        </p:nvSpPr>
        <p:spPr>
          <a:xfrm>
            <a:off x="856007" y="1257308"/>
            <a:ext cx="9144000" cy="852320"/>
          </a:xfrm>
          <a:prstGeom prst="rect">
            <a:avLst/>
          </a:prstGeom>
        </p:spPr>
        <p:txBody>
          <a:bodyPr anchor="ctr" anchorCtr="0"/>
          <a:lstStyle>
            <a:lvl1pPr algn="l">
              <a:defRPr sz="4800" b="1" i="0">
                <a:solidFill>
                  <a:schemeClr val="tx1"/>
                </a:solidFill>
                <a:latin typeface="+mj-lt"/>
              </a:defRPr>
            </a:lvl1pPr>
          </a:lstStyle>
          <a:p>
            <a:r>
              <a:rPr lang="en-US" dirty="0"/>
              <a:t>Single line centered</a:t>
            </a:r>
          </a:p>
        </p:txBody>
      </p:sp>
      <p:sp>
        <p:nvSpPr>
          <p:cNvPr id="4" name="Parallelogram 3">
            <a:extLst>
              <a:ext uri="{FF2B5EF4-FFF2-40B4-BE49-F238E27FC236}">
                <a16:creationId xmlns:a16="http://schemas.microsoft.com/office/drawing/2014/main" id="{8507B8DD-5ACD-5C44-B68D-90A85EEA753A}"/>
              </a:ext>
            </a:extLst>
          </p:cNvPr>
          <p:cNvSpPr/>
          <p:nvPr userDrawn="1"/>
        </p:nvSpPr>
        <p:spPr>
          <a:xfrm>
            <a:off x="3163066" y="2306229"/>
            <a:ext cx="703852" cy="573740"/>
          </a:xfrm>
          <a:prstGeom prst="parallelogram">
            <a:avLst>
              <a:gd name="adj" fmla="val 0"/>
            </a:avLst>
          </a:prstGeom>
          <a:solidFill>
            <a:srgbClr val="E63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kern="1200" dirty="0">
                <a:solidFill>
                  <a:schemeClr val="bg1"/>
                </a:solidFill>
                <a:latin typeface="Century Gothic" panose="020B0502020202020204" pitchFamily="34" charset="0"/>
                <a:ea typeface="+mj-ea"/>
                <a:cs typeface="+mj-cs"/>
              </a:rPr>
              <a:t>1</a:t>
            </a:r>
          </a:p>
        </p:txBody>
      </p:sp>
      <p:sp>
        <p:nvSpPr>
          <p:cNvPr id="5" name="Text Placeholder 8">
            <a:extLst>
              <a:ext uri="{FF2B5EF4-FFF2-40B4-BE49-F238E27FC236}">
                <a16:creationId xmlns:a16="http://schemas.microsoft.com/office/drawing/2014/main" id="{8589AE19-F20C-5A46-8EB0-218F9D283F8B}"/>
              </a:ext>
            </a:extLst>
          </p:cNvPr>
          <p:cNvSpPr>
            <a:spLocks noGrp="1"/>
          </p:cNvSpPr>
          <p:nvPr>
            <p:ph type="body" sz="quarter" idx="11" hasCustomPrompt="1"/>
          </p:nvPr>
        </p:nvSpPr>
        <p:spPr>
          <a:xfrm>
            <a:off x="4046464" y="2257419"/>
            <a:ext cx="5190147" cy="677930"/>
          </a:xfrm>
          <a:prstGeom prst="rect">
            <a:avLst/>
          </a:prstGeom>
        </p:spPr>
        <p:txBody>
          <a:bodyPr anchor="ctr">
            <a:noAutofit/>
          </a:bodyPr>
          <a:lstStyle>
            <a:lvl1pPr marL="0" indent="0" algn="l">
              <a:buNone/>
              <a:defRPr sz="2400" b="0" i="0">
                <a:solidFill>
                  <a:schemeClr val="tx1"/>
                </a:solidFill>
                <a:latin typeface="+mn-lt"/>
              </a:defRPr>
            </a:lvl1pPr>
          </a:lstStyle>
          <a:p>
            <a:pPr lvl="0"/>
            <a:r>
              <a:rPr lang="en-US" dirty="0"/>
              <a:t>Click to enter paragraph</a:t>
            </a:r>
          </a:p>
        </p:txBody>
      </p:sp>
      <p:sp>
        <p:nvSpPr>
          <p:cNvPr id="6" name="Parallelogram 5">
            <a:extLst>
              <a:ext uri="{FF2B5EF4-FFF2-40B4-BE49-F238E27FC236}">
                <a16:creationId xmlns:a16="http://schemas.microsoft.com/office/drawing/2014/main" id="{0468028A-63D0-3A44-9E10-94E3C7DC9954}"/>
              </a:ext>
            </a:extLst>
          </p:cNvPr>
          <p:cNvSpPr/>
          <p:nvPr userDrawn="1"/>
        </p:nvSpPr>
        <p:spPr>
          <a:xfrm>
            <a:off x="3163066" y="3526510"/>
            <a:ext cx="703852" cy="573740"/>
          </a:xfrm>
          <a:prstGeom prst="parallelogram">
            <a:avLst>
              <a:gd name="adj" fmla="val 0"/>
            </a:avLst>
          </a:prstGeom>
          <a:solidFill>
            <a:srgbClr val="4984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kern="1200" dirty="0">
                <a:solidFill>
                  <a:schemeClr val="bg1"/>
                </a:solidFill>
                <a:latin typeface="Century Gothic" panose="020B0502020202020204" pitchFamily="34" charset="0"/>
                <a:ea typeface="+mj-ea"/>
                <a:cs typeface="+mj-cs"/>
              </a:rPr>
              <a:t>2</a:t>
            </a:r>
          </a:p>
        </p:txBody>
      </p:sp>
      <p:sp>
        <p:nvSpPr>
          <p:cNvPr id="7" name="Text Placeholder 8">
            <a:extLst>
              <a:ext uri="{FF2B5EF4-FFF2-40B4-BE49-F238E27FC236}">
                <a16:creationId xmlns:a16="http://schemas.microsoft.com/office/drawing/2014/main" id="{58822E8B-E058-4C4E-B133-1B9F33B6FD20}"/>
              </a:ext>
            </a:extLst>
          </p:cNvPr>
          <p:cNvSpPr>
            <a:spLocks noGrp="1"/>
          </p:cNvSpPr>
          <p:nvPr>
            <p:ph type="body" sz="quarter" idx="12" hasCustomPrompt="1"/>
          </p:nvPr>
        </p:nvSpPr>
        <p:spPr>
          <a:xfrm>
            <a:off x="4046464" y="3468342"/>
            <a:ext cx="5190147" cy="677930"/>
          </a:xfrm>
          <a:prstGeom prst="rect">
            <a:avLst/>
          </a:prstGeom>
        </p:spPr>
        <p:txBody>
          <a:bodyPr anchor="ctr">
            <a:noAutofit/>
          </a:bodyPr>
          <a:lstStyle>
            <a:lvl1pPr marL="0" indent="0" algn="l">
              <a:buNone/>
              <a:defRPr sz="2400" b="0" i="0">
                <a:solidFill>
                  <a:schemeClr val="tx1"/>
                </a:solidFill>
                <a:latin typeface="+mn-lt"/>
              </a:defRPr>
            </a:lvl1pPr>
          </a:lstStyle>
          <a:p>
            <a:pPr lvl="0"/>
            <a:r>
              <a:rPr lang="en-US" dirty="0"/>
              <a:t>Click to enter paragraph</a:t>
            </a:r>
          </a:p>
        </p:txBody>
      </p:sp>
      <p:sp>
        <p:nvSpPr>
          <p:cNvPr id="8" name="Parallelogram 7">
            <a:extLst>
              <a:ext uri="{FF2B5EF4-FFF2-40B4-BE49-F238E27FC236}">
                <a16:creationId xmlns:a16="http://schemas.microsoft.com/office/drawing/2014/main" id="{89EE6335-186A-4B4F-AE00-ADF277B867A9}"/>
              </a:ext>
            </a:extLst>
          </p:cNvPr>
          <p:cNvSpPr/>
          <p:nvPr userDrawn="1"/>
        </p:nvSpPr>
        <p:spPr>
          <a:xfrm>
            <a:off x="3163066" y="4746791"/>
            <a:ext cx="703852" cy="573740"/>
          </a:xfrm>
          <a:prstGeom prst="parallelogram">
            <a:avLst>
              <a:gd name="adj" fmla="val 0"/>
            </a:avLst>
          </a:prstGeom>
          <a:solidFill>
            <a:srgbClr val="F8A5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kern="1200" dirty="0">
                <a:solidFill>
                  <a:schemeClr val="bg1"/>
                </a:solidFill>
                <a:latin typeface="Century Gothic" panose="020B0502020202020204" pitchFamily="34" charset="0"/>
                <a:ea typeface="+mj-ea"/>
                <a:cs typeface="+mj-cs"/>
              </a:rPr>
              <a:t>3</a:t>
            </a:r>
          </a:p>
        </p:txBody>
      </p:sp>
      <p:sp>
        <p:nvSpPr>
          <p:cNvPr id="9" name="Text Placeholder 8">
            <a:extLst>
              <a:ext uri="{FF2B5EF4-FFF2-40B4-BE49-F238E27FC236}">
                <a16:creationId xmlns:a16="http://schemas.microsoft.com/office/drawing/2014/main" id="{F7EEF8C5-64D6-C84C-AA2B-8468ACB121CA}"/>
              </a:ext>
            </a:extLst>
          </p:cNvPr>
          <p:cNvSpPr>
            <a:spLocks noGrp="1"/>
          </p:cNvSpPr>
          <p:nvPr>
            <p:ph type="body" sz="quarter" idx="13" hasCustomPrompt="1"/>
          </p:nvPr>
        </p:nvSpPr>
        <p:spPr>
          <a:xfrm>
            <a:off x="4046464" y="4697981"/>
            <a:ext cx="5190147" cy="677930"/>
          </a:xfrm>
          <a:prstGeom prst="rect">
            <a:avLst/>
          </a:prstGeom>
        </p:spPr>
        <p:txBody>
          <a:bodyPr anchor="ctr">
            <a:noAutofit/>
          </a:bodyPr>
          <a:lstStyle>
            <a:lvl1pPr marL="0" indent="0" algn="l">
              <a:buNone/>
              <a:defRPr sz="2400" b="0" i="0">
                <a:solidFill>
                  <a:schemeClr val="tx1"/>
                </a:solidFill>
                <a:latin typeface="+mn-lt"/>
              </a:defRPr>
            </a:lvl1pPr>
          </a:lstStyle>
          <a:p>
            <a:pPr lvl="0"/>
            <a:r>
              <a:rPr lang="en-US" dirty="0"/>
              <a:t>Click to enter paragraph</a:t>
            </a:r>
          </a:p>
        </p:txBody>
      </p:sp>
      <p:cxnSp>
        <p:nvCxnSpPr>
          <p:cNvPr id="10" name="Straight Connector 9">
            <a:extLst>
              <a:ext uri="{FF2B5EF4-FFF2-40B4-BE49-F238E27FC236}">
                <a16:creationId xmlns:a16="http://schemas.microsoft.com/office/drawing/2014/main" id="{0D933686-2951-494F-B178-87728595C295}"/>
              </a:ext>
            </a:extLst>
          </p:cNvPr>
          <p:cNvCxnSpPr>
            <a:cxnSpLocks/>
          </p:cNvCxnSpPr>
          <p:nvPr userDrawn="1"/>
        </p:nvCxnSpPr>
        <p:spPr>
          <a:xfrm>
            <a:off x="3142642" y="5476770"/>
            <a:ext cx="609396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760669-4654-5842-A6FC-AA84BB88755E}"/>
              </a:ext>
            </a:extLst>
          </p:cNvPr>
          <p:cNvCxnSpPr>
            <a:cxnSpLocks/>
          </p:cNvCxnSpPr>
          <p:nvPr userDrawn="1"/>
        </p:nvCxnSpPr>
        <p:spPr>
          <a:xfrm>
            <a:off x="3142642" y="4270270"/>
            <a:ext cx="609396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88DD2-3FD1-D84A-81B5-920A186D6070}"/>
              </a:ext>
            </a:extLst>
          </p:cNvPr>
          <p:cNvCxnSpPr>
            <a:cxnSpLocks/>
          </p:cNvCxnSpPr>
          <p:nvPr userDrawn="1"/>
        </p:nvCxnSpPr>
        <p:spPr>
          <a:xfrm>
            <a:off x="3142642" y="3063770"/>
            <a:ext cx="609396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8D4E74F-0781-5347-8219-546A62462D55}"/>
              </a:ext>
            </a:extLst>
          </p:cNvPr>
          <p:cNvPicPr>
            <a:picLocks noChangeAspect="1"/>
          </p:cNvPicPr>
          <p:nvPr userDrawn="1"/>
        </p:nvPicPr>
        <p:blipFill>
          <a:blip r:embed="rId2"/>
          <a:srcRect/>
          <a:stretch/>
        </p:blipFill>
        <p:spPr>
          <a:xfrm>
            <a:off x="9496613" y="6274722"/>
            <a:ext cx="2484378" cy="407438"/>
          </a:xfrm>
          <a:prstGeom prst="rect">
            <a:avLst/>
          </a:prstGeom>
        </p:spPr>
      </p:pic>
    </p:spTree>
    <p:extLst>
      <p:ext uri="{BB962C8B-B14F-4D97-AF65-F5344CB8AC3E}">
        <p14:creationId xmlns:p14="http://schemas.microsoft.com/office/powerpoint/2010/main" val="1190826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title. Up to 2 lines.</a:t>
            </a:r>
          </a:p>
        </p:txBody>
      </p:sp>
      <p:sp>
        <p:nvSpPr>
          <p:cNvPr id="3" name="Subtitle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Tree>
    <p:extLst>
      <p:ext uri="{BB962C8B-B14F-4D97-AF65-F5344CB8AC3E}">
        <p14:creationId xmlns:p14="http://schemas.microsoft.com/office/powerpoint/2010/main" val="1664524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13949"/>
            <a:ext cx="9363600" cy="1325563"/>
          </a:xfrm>
        </p:spPr>
        <p:txBody>
          <a:bodyPr/>
          <a:lstStyle/>
          <a:p>
            <a:r>
              <a:rPr lang="en-US" dirty="0"/>
              <a:t>Click to edit title. Up to 2 lines.</a:t>
            </a:r>
          </a:p>
        </p:txBody>
      </p:sp>
      <p:sp>
        <p:nvSpPr>
          <p:cNvPr id="4" name="Text Placeholder 3">
            <a:extLst>
              <a:ext uri="{FF2B5EF4-FFF2-40B4-BE49-F238E27FC236}">
                <a16:creationId xmlns:a16="http://schemas.microsoft.com/office/drawing/2014/main" id="{3AFD19B2-EEF7-4898-B1D0-D75BE8CE0DFC}"/>
              </a:ext>
            </a:extLst>
          </p:cNvPr>
          <p:cNvSpPr>
            <a:spLocks noGrp="1"/>
          </p:cNvSpPr>
          <p:nvPr>
            <p:ph type="body" sz="quarter" idx="10"/>
          </p:nvPr>
        </p:nvSpPr>
        <p:spPr>
          <a:xfrm>
            <a:off x="838200" y="1974449"/>
            <a:ext cx="10515600" cy="4064802"/>
          </a:xfrm>
          <a:prstGeom prst="rect">
            <a:avLst/>
          </a:prstGeom>
        </p:spPr>
        <p:txBody>
          <a:bodyPr/>
          <a:lstStyle>
            <a:lvl1pPr marL="0" indent="0">
              <a:buNone/>
              <a:defRPr sz="2200" b="0" i="0">
                <a:solidFill>
                  <a:schemeClr val="tx1"/>
                </a:solidFill>
                <a:latin typeface="+mn-lt"/>
              </a:defRPr>
            </a:lvl1pPr>
            <a:lvl2pPr marL="571500" indent="-228600">
              <a:defRPr sz="2000" b="0" i="0">
                <a:solidFill>
                  <a:schemeClr val="tx1"/>
                </a:solidFill>
                <a:latin typeface="+mn-lt"/>
              </a:defRPr>
            </a:lvl2pPr>
            <a:lvl3pPr marL="1143000" indent="-228600">
              <a:buFont typeface="Arial" panose="020B0604020202020204" pitchFamily="34" charset="0"/>
              <a:buChar char="‒"/>
              <a:defRPr sz="1800" b="0" i="0">
                <a:solidFill>
                  <a:schemeClr val="tx1"/>
                </a:solidFill>
                <a:latin typeface="+mn-lt"/>
              </a:defRPr>
            </a:lvl3pPr>
            <a:lvl4pPr>
              <a:defRPr sz="1600" b="0" i="0">
                <a:solidFill>
                  <a:schemeClr val="tx1"/>
                </a:solidFill>
                <a:latin typeface="+mn-lt"/>
              </a:defRPr>
            </a:lvl4pPr>
            <a:lvl5pPr marL="2057400" indent="-228600">
              <a:buFont typeface="Arial" panose="020B0604020202020204" pitchFamily="34" charset="0"/>
              <a:buChar char="‒"/>
              <a:defRPr sz="1600" b="0" i="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0558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13949"/>
            <a:ext cx="9363600" cy="1325563"/>
          </a:xfrm>
        </p:spPr>
        <p:txBody>
          <a:bodyPr/>
          <a:lstStyle/>
          <a:p>
            <a:r>
              <a:rPr lang="en-US" dirty="0"/>
              <a:t>Click to edit title. Up to 2 lines.</a:t>
            </a:r>
          </a:p>
        </p:txBody>
      </p:sp>
      <p:sp>
        <p:nvSpPr>
          <p:cNvPr id="9" name="Text Placeholder 8"/>
          <p:cNvSpPr>
            <a:spLocks noGrp="1"/>
          </p:cNvSpPr>
          <p:nvPr>
            <p:ph type="body" sz="quarter" idx="11" hasCustomPrompt="1"/>
          </p:nvPr>
        </p:nvSpPr>
        <p:spPr>
          <a:xfrm>
            <a:off x="838200" y="1974449"/>
            <a:ext cx="10515600" cy="479425"/>
          </a:xfrm>
          <a:prstGeom prst="rect">
            <a:avLst/>
          </a:prstGeom>
        </p:spPr>
        <p:txBody>
          <a:bodyPr>
            <a:normAutofit/>
          </a:bodyPr>
          <a:lstStyle>
            <a:lvl1pPr marL="0" indent="0">
              <a:buNone/>
              <a:defRPr sz="1800" b="0" i="0">
                <a:solidFill>
                  <a:schemeClr val="tx1"/>
                </a:solidFill>
                <a:latin typeface="+mn-lt"/>
              </a:defRPr>
            </a:lvl1pPr>
          </a:lstStyle>
          <a:p>
            <a:pPr lvl="0"/>
            <a:r>
              <a:rPr lang="en-US" dirty="0"/>
              <a:t>Click to enter subtitle</a:t>
            </a:r>
          </a:p>
        </p:txBody>
      </p:sp>
      <p:sp>
        <p:nvSpPr>
          <p:cNvPr id="5" name="Text Placeholder 3">
            <a:extLst>
              <a:ext uri="{FF2B5EF4-FFF2-40B4-BE49-F238E27FC236}">
                <a16:creationId xmlns:a16="http://schemas.microsoft.com/office/drawing/2014/main" id="{B670B47B-1E45-4266-AD1F-07D78576BD7D}"/>
              </a:ext>
            </a:extLst>
          </p:cNvPr>
          <p:cNvSpPr>
            <a:spLocks noGrp="1"/>
          </p:cNvSpPr>
          <p:nvPr>
            <p:ph type="body" sz="quarter" idx="10"/>
          </p:nvPr>
        </p:nvSpPr>
        <p:spPr>
          <a:xfrm>
            <a:off x="838200" y="2588812"/>
            <a:ext cx="10515600" cy="3450440"/>
          </a:xfrm>
          <a:prstGeom prst="rect">
            <a:avLst/>
          </a:prstGeom>
        </p:spPr>
        <p:txBody>
          <a:bodyPr/>
          <a:lstStyle>
            <a:lvl1pPr marL="0" indent="0">
              <a:buNone/>
              <a:defRPr sz="2200" b="0" i="0">
                <a:solidFill>
                  <a:schemeClr val="tx1"/>
                </a:solidFill>
                <a:latin typeface="+mn-lt"/>
              </a:defRPr>
            </a:lvl1pPr>
            <a:lvl2pPr marL="571500" indent="-228600">
              <a:defRPr sz="2000" b="0" i="0">
                <a:solidFill>
                  <a:schemeClr val="tx1"/>
                </a:solidFill>
                <a:latin typeface="+mn-lt"/>
              </a:defRPr>
            </a:lvl2pPr>
            <a:lvl3pPr marL="1143000" indent="-228600">
              <a:buFont typeface="Arial" panose="020B0604020202020204" pitchFamily="34" charset="0"/>
              <a:buChar char="‒"/>
              <a:defRPr sz="1800" b="0" i="0">
                <a:solidFill>
                  <a:schemeClr val="tx1"/>
                </a:solidFill>
                <a:latin typeface="+mn-lt"/>
              </a:defRPr>
            </a:lvl3pPr>
            <a:lvl4pPr>
              <a:defRPr sz="1600" b="0" i="0">
                <a:solidFill>
                  <a:schemeClr val="tx1"/>
                </a:solidFill>
                <a:latin typeface="+mn-lt"/>
              </a:defRPr>
            </a:lvl4pPr>
            <a:lvl5pPr marL="2057400" indent="-228600">
              <a:buFont typeface="Arial" panose="020B0604020202020204" pitchFamily="34" charset="0"/>
              <a:buChar char="‒"/>
              <a:defRPr sz="1600" b="0" i="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69036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aragraph,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13949"/>
            <a:ext cx="9363600" cy="1325563"/>
          </a:xfrm>
        </p:spPr>
        <p:txBody>
          <a:bodyPr/>
          <a:lstStyle/>
          <a:p>
            <a:r>
              <a:rPr lang="en-US" dirty="0"/>
              <a:t>Click to edit title. Up to 2 lines.</a:t>
            </a:r>
          </a:p>
        </p:txBody>
      </p:sp>
      <p:sp>
        <p:nvSpPr>
          <p:cNvPr id="9" name="Text Placeholder 8"/>
          <p:cNvSpPr>
            <a:spLocks noGrp="1"/>
          </p:cNvSpPr>
          <p:nvPr>
            <p:ph type="body" sz="quarter" idx="11" hasCustomPrompt="1"/>
          </p:nvPr>
        </p:nvSpPr>
        <p:spPr>
          <a:xfrm>
            <a:off x="838200" y="1974449"/>
            <a:ext cx="10515600" cy="1291648"/>
          </a:xfrm>
          <a:prstGeom prst="rect">
            <a:avLst/>
          </a:prstGeom>
        </p:spPr>
        <p:txBody>
          <a:bodyPr>
            <a:noAutofit/>
          </a:bodyPr>
          <a:lstStyle>
            <a:lvl1pPr marL="0" indent="0">
              <a:buNone/>
              <a:defRPr sz="1800" b="0" i="0">
                <a:latin typeface="+mn-lt"/>
              </a:defRPr>
            </a:lvl1pPr>
          </a:lstStyle>
          <a:p>
            <a:pPr lvl="0"/>
            <a:r>
              <a:rPr lang="en-US" dirty="0"/>
              <a:t>Click to enter paragraph</a:t>
            </a:r>
          </a:p>
        </p:txBody>
      </p:sp>
      <p:sp>
        <p:nvSpPr>
          <p:cNvPr id="5" name="Text Placeholder 3">
            <a:extLst>
              <a:ext uri="{FF2B5EF4-FFF2-40B4-BE49-F238E27FC236}">
                <a16:creationId xmlns:a16="http://schemas.microsoft.com/office/drawing/2014/main" id="{B670B47B-1E45-4266-AD1F-07D78576BD7D}"/>
              </a:ext>
            </a:extLst>
          </p:cNvPr>
          <p:cNvSpPr>
            <a:spLocks noGrp="1"/>
          </p:cNvSpPr>
          <p:nvPr>
            <p:ph type="body" sz="quarter" idx="10"/>
          </p:nvPr>
        </p:nvSpPr>
        <p:spPr>
          <a:xfrm>
            <a:off x="838200" y="3401034"/>
            <a:ext cx="10515600" cy="2638218"/>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427448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13949"/>
            <a:ext cx="9363600" cy="1325563"/>
          </a:xfrm>
        </p:spPr>
        <p:txBody>
          <a:bodyPr/>
          <a:lstStyle/>
          <a:p>
            <a:r>
              <a:rPr lang="en-US" dirty="0"/>
              <a:t>Click to edit title. Up to 2 lines.</a:t>
            </a:r>
          </a:p>
        </p:txBody>
      </p:sp>
      <p:sp>
        <p:nvSpPr>
          <p:cNvPr id="7" name="Text Placeholder 3">
            <a:extLst>
              <a:ext uri="{FF2B5EF4-FFF2-40B4-BE49-F238E27FC236}">
                <a16:creationId xmlns:a16="http://schemas.microsoft.com/office/drawing/2014/main" id="{286D6AA8-474D-4357-8DBC-5D1A0DA681E0}"/>
              </a:ext>
            </a:extLst>
          </p:cNvPr>
          <p:cNvSpPr>
            <a:spLocks noGrp="1"/>
          </p:cNvSpPr>
          <p:nvPr>
            <p:ph type="body" sz="quarter" idx="10"/>
          </p:nvPr>
        </p:nvSpPr>
        <p:spPr>
          <a:xfrm>
            <a:off x="838200" y="1974450"/>
            <a:ext cx="5181600" cy="4064802"/>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E846A8E3-A924-4AE8-9A8A-105C6E42D7CF}"/>
              </a:ext>
            </a:extLst>
          </p:cNvPr>
          <p:cNvSpPr>
            <a:spLocks noGrp="1"/>
          </p:cNvSpPr>
          <p:nvPr>
            <p:ph type="body" sz="quarter" idx="14"/>
          </p:nvPr>
        </p:nvSpPr>
        <p:spPr>
          <a:xfrm>
            <a:off x="6172200" y="1974450"/>
            <a:ext cx="5181600" cy="4064802"/>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805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13949"/>
            <a:ext cx="9363600" cy="1325563"/>
          </a:xfrm>
        </p:spPr>
        <p:txBody>
          <a:bodyPr/>
          <a:lstStyle/>
          <a:p>
            <a:r>
              <a:rPr lang="en-US" dirty="0"/>
              <a:t>Click to edit title. Up to 2 lines.</a:t>
            </a:r>
          </a:p>
        </p:txBody>
      </p:sp>
      <p:sp>
        <p:nvSpPr>
          <p:cNvPr id="7" name="Text Placeholder 3">
            <a:extLst>
              <a:ext uri="{FF2B5EF4-FFF2-40B4-BE49-F238E27FC236}">
                <a16:creationId xmlns:a16="http://schemas.microsoft.com/office/drawing/2014/main" id="{286D6AA8-474D-4357-8DBC-5D1A0DA681E0}"/>
              </a:ext>
            </a:extLst>
          </p:cNvPr>
          <p:cNvSpPr>
            <a:spLocks noGrp="1"/>
          </p:cNvSpPr>
          <p:nvPr>
            <p:ph type="body" sz="quarter" idx="10"/>
          </p:nvPr>
        </p:nvSpPr>
        <p:spPr>
          <a:xfrm>
            <a:off x="838200" y="2588812"/>
            <a:ext cx="5181600" cy="3450440"/>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E846A8E3-A924-4AE8-9A8A-105C6E42D7CF}"/>
              </a:ext>
            </a:extLst>
          </p:cNvPr>
          <p:cNvSpPr>
            <a:spLocks noGrp="1"/>
          </p:cNvSpPr>
          <p:nvPr>
            <p:ph type="body" sz="quarter" idx="14"/>
          </p:nvPr>
        </p:nvSpPr>
        <p:spPr>
          <a:xfrm>
            <a:off x="6172200" y="2588812"/>
            <a:ext cx="5181600" cy="3450440"/>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8">
            <a:extLst>
              <a:ext uri="{FF2B5EF4-FFF2-40B4-BE49-F238E27FC236}">
                <a16:creationId xmlns:a16="http://schemas.microsoft.com/office/drawing/2014/main" id="{D4664FF6-56B0-4BB2-995C-DED65120889E}"/>
              </a:ext>
            </a:extLst>
          </p:cNvPr>
          <p:cNvSpPr>
            <a:spLocks noGrp="1"/>
          </p:cNvSpPr>
          <p:nvPr>
            <p:ph type="body" sz="quarter" idx="11" hasCustomPrompt="1"/>
          </p:nvPr>
        </p:nvSpPr>
        <p:spPr>
          <a:xfrm>
            <a:off x="838200" y="1974449"/>
            <a:ext cx="5181600" cy="479425"/>
          </a:xfrm>
          <a:prstGeom prst="rect">
            <a:avLst/>
          </a:prstGeom>
        </p:spPr>
        <p:txBody>
          <a:bodyPr>
            <a:normAutofit/>
          </a:bodyPr>
          <a:lstStyle>
            <a:lvl1pPr marL="0" indent="0">
              <a:buNone/>
              <a:defRPr sz="1800" b="0" i="0">
                <a:latin typeface="+mn-lt"/>
              </a:defRPr>
            </a:lvl1pPr>
          </a:lstStyle>
          <a:p>
            <a:pPr lvl="0"/>
            <a:r>
              <a:rPr lang="en-US" dirty="0"/>
              <a:t>Click to enter subtitle</a:t>
            </a:r>
          </a:p>
        </p:txBody>
      </p:sp>
      <p:sp>
        <p:nvSpPr>
          <p:cNvPr id="13" name="Text Placeholder 8">
            <a:extLst>
              <a:ext uri="{FF2B5EF4-FFF2-40B4-BE49-F238E27FC236}">
                <a16:creationId xmlns:a16="http://schemas.microsoft.com/office/drawing/2014/main" id="{E539D93B-C525-4155-8D64-C4A94A7C156A}"/>
              </a:ext>
            </a:extLst>
          </p:cNvPr>
          <p:cNvSpPr>
            <a:spLocks noGrp="1"/>
          </p:cNvSpPr>
          <p:nvPr>
            <p:ph type="body" sz="quarter" idx="15" hasCustomPrompt="1"/>
          </p:nvPr>
        </p:nvSpPr>
        <p:spPr>
          <a:xfrm>
            <a:off x="6172200" y="1974449"/>
            <a:ext cx="5181600" cy="479425"/>
          </a:xfrm>
          <a:prstGeom prst="rect">
            <a:avLst/>
          </a:prstGeom>
        </p:spPr>
        <p:txBody>
          <a:bodyPr>
            <a:normAutofit/>
          </a:bodyPr>
          <a:lstStyle>
            <a:lvl1pPr marL="0" indent="0">
              <a:buNone/>
              <a:defRPr sz="1800" b="0" i="0">
                <a:latin typeface="+mn-lt"/>
              </a:defRPr>
            </a:lvl1pPr>
          </a:lstStyle>
          <a:p>
            <a:pPr lvl="0"/>
            <a:r>
              <a:rPr lang="en-US" dirty="0"/>
              <a:t>Click to enter subtitle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aragraph, Content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13949"/>
            <a:ext cx="9363600" cy="1324800"/>
          </a:xfrm>
        </p:spPr>
        <p:txBody>
          <a:bodyPr/>
          <a:lstStyle/>
          <a:p>
            <a:r>
              <a:rPr lang="en-US" dirty="0"/>
              <a:t>Click to edit title. Up to 2 lines.</a:t>
            </a:r>
          </a:p>
        </p:txBody>
      </p:sp>
      <p:sp>
        <p:nvSpPr>
          <p:cNvPr id="9" name="Text Placeholder 8"/>
          <p:cNvSpPr>
            <a:spLocks noGrp="1"/>
          </p:cNvSpPr>
          <p:nvPr>
            <p:ph type="body" sz="quarter" idx="11" hasCustomPrompt="1"/>
          </p:nvPr>
        </p:nvSpPr>
        <p:spPr>
          <a:xfrm>
            <a:off x="838200" y="1974449"/>
            <a:ext cx="5181600" cy="1291648"/>
          </a:xfrm>
          <a:prstGeom prst="rect">
            <a:avLst/>
          </a:prstGeom>
        </p:spPr>
        <p:txBody>
          <a:bodyPr>
            <a:noAutofit/>
          </a:bodyPr>
          <a:lstStyle>
            <a:lvl1pPr marL="0" indent="0">
              <a:buNone/>
              <a:defRPr sz="1800" b="0" i="0">
                <a:latin typeface="+mn-lt"/>
              </a:defRPr>
            </a:lvl1pPr>
          </a:lstStyle>
          <a:p>
            <a:pPr lvl="0"/>
            <a:r>
              <a:rPr lang="en-US" dirty="0"/>
              <a:t>Click to enter paragraph</a:t>
            </a:r>
          </a:p>
        </p:txBody>
      </p:sp>
      <p:sp>
        <p:nvSpPr>
          <p:cNvPr id="11" name="Text Placeholder 8"/>
          <p:cNvSpPr>
            <a:spLocks noGrp="1"/>
          </p:cNvSpPr>
          <p:nvPr>
            <p:ph type="body" sz="quarter" idx="13" hasCustomPrompt="1"/>
          </p:nvPr>
        </p:nvSpPr>
        <p:spPr>
          <a:xfrm>
            <a:off x="6172200" y="1974449"/>
            <a:ext cx="5181600" cy="1291648"/>
          </a:xfrm>
          <a:prstGeom prst="rect">
            <a:avLst/>
          </a:prstGeom>
        </p:spPr>
        <p:txBody>
          <a:bodyPr>
            <a:noAutofit/>
          </a:bodyPr>
          <a:lstStyle>
            <a:lvl1pPr marL="0" indent="0">
              <a:buNone/>
              <a:defRPr sz="1800" b="0" i="0">
                <a:latin typeface="+mn-lt"/>
              </a:defRPr>
            </a:lvl1pPr>
          </a:lstStyle>
          <a:p>
            <a:pPr lvl="0"/>
            <a:r>
              <a:rPr lang="en-US" dirty="0"/>
              <a:t>Click to enter paragraph</a:t>
            </a:r>
          </a:p>
        </p:txBody>
      </p:sp>
      <p:sp>
        <p:nvSpPr>
          <p:cNvPr id="7" name="Text Placeholder 3">
            <a:extLst>
              <a:ext uri="{FF2B5EF4-FFF2-40B4-BE49-F238E27FC236}">
                <a16:creationId xmlns:a16="http://schemas.microsoft.com/office/drawing/2014/main" id="{286D6AA8-474D-4357-8DBC-5D1A0DA681E0}"/>
              </a:ext>
            </a:extLst>
          </p:cNvPr>
          <p:cNvSpPr>
            <a:spLocks noGrp="1"/>
          </p:cNvSpPr>
          <p:nvPr>
            <p:ph type="body" sz="quarter" idx="10"/>
          </p:nvPr>
        </p:nvSpPr>
        <p:spPr>
          <a:xfrm>
            <a:off x="838200" y="3401034"/>
            <a:ext cx="5181600" cy="2638218"/>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E846A8E3-A924-4AE8-9A8A-105C6E42D7CF}"/>
              </a:ext>
            </a:extLst>
          </p:cNvPr>
          <p:cNvSpPr>
            <a:spLocks noGrp="1"/>
          </p:cNvSpPr>
          <p:nvPr>
            <p:ph type="body" sz="quarter" idx="14"/>
          </p:nvPr>
        </p:nvSpPr>
        <p:spPr>
          <a:xfrm>
            <a:off x="6172200" y="3401034"/>
            <a:ext cx="5181600" cy="2638218"/>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0723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840573"/>
            <a:ext cx="5181600" cy="1325563"/>
          </a:xfrm>
        </p:spPr>
        <p:txBody>
          <a:bodyPr/>
          <a:lstStyle/>
          <a:p>
            <a:r>
              <a:rPr lang="en-US" dirty="0"/>
              <a:t>Click to edit title. Up to 2 lines.</a:t>
            </a:r>
          </a:p>
        </p:txBody>
      </p:sp>
      <p:sp>
        <p:nvSpPr>
          <p:cNvPr id="7" name="Picture Placeholder 5"/>
          <p:cNvSpPr>
            <a:spLocks noGrp="1"/>
          </p:cNvSpPr>
          <p:nvPr>
            <p:ph type="pic" sz="quarter" idx="10" hasCustomPrompt="1"/>
          </p:nvPr>
        </p:nvSpPr>
        <p:spPr>
          <a:xfrm>
            <a:off x="6172200" y="0"/>
            <a:ext cx="6019800" cy="6858000"/>
          </a:xfrm>
          <a:prstGeom prst="rect">
            <a:avLst/>
          </a:prstGeom>
        </p:spPr>
        <p:txBody>
          <a:bodyPr anchor="ctr"/>
          <a:lstStyle>
            <a:lvl1pPr marL="0" indent="0" algn="ctr">
              <a:buNone/>
              <a:defRPr sz="2000" b="0" i="0">
                <a:latin typeface="Helvetica" pitchFamily="2" charset="0"/>
              </a:defRPr>
            </a:lvl1pPr>
          </a:lstStyle>
          <a:p>
            <a:r>
              <a:rPr lang="en-US" dirty="0"/>
              <a:t>Drag picture to placeholder </a:t>
            </a:r>
            <a:br>
              <a:rPr lang="en-US" dirty="0"/>
            </a:br>
            <a:r>
              <a:rPr lang="en-US" dirty="0"/>
              <a:t>or click icon to add</a:t>
            </a:r>
          </a:p>
        </p:txBody>
      </p:sp>
      <p:sp>
        <p:nvSpPr>
          <p:cNvPr id="6" name="Text Placeholder 3">
            <a:extLst>
              <a:ext uri="{FF2B5EF4-FFF2-40B4-BE49-F238E27FC236}">
                <a16:creationId xmlns:a16="http://schemas.microsoft.com/office/drawing/2014/main" id="{9886BBCA-365A-4A22-A7E0-ED59B77A93FD}"/>
              </a:ext>
            </a:extLst>
          </p:cNvPr>
          <p:cNvSpPr>
            <a:spLocks noGrp="1"/>
          </p:cNvSpPr>
          <p:nvPr>
            <p:ph type="body" sz="quarter" idx="12"/>
          </p:nvPr>
        </p:nvSpPr>
        <p:spPr>
          <a:xfrm>
            <a:off x="838200" y="2301073"/>
            <a:ext cx="5181600" cy="3671513"/>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5234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Paragraph, Conten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840560"/>
            <a:ext cx="5181600" cy="1325563"/>
          </a:xfrm>
        </p:spPr>
        <p:txBody>
          <a:bodyPr/>
          <a:lstStyle/>
          <a:p>
            <a:r>
              <a:rPr lang="en-US" dirty="0"/>
              <a:t>Click to edit title. Up to 2 lines.</a:t>
            </a:r>
          </a:p>
        </p:txBody>
      </p:sp>
      <p:sp>
        <p:nvSpPr>
          <p:cNvPr id="7" name="Picture Placeholder 5"/>
          <p:cNvSpPr>
            <a:spLocks noGrp="1"/>
          </p:cNvSpPr>
          <p:nvPr>
            <p:ph type="pic" sz="quarter" idx="10" hasCustomPrompt="1"/>
          </p:nvPr>
        </p:nvSpPr>
        <p:spPr>
          <a:xfrm>
            <a:off x="6172200" y="0"/>
            <a:ext cx="6019800" cy="6858000"/>
          </a:xfrm>
          <a:prstGeom prst="rect">
            <a:avLst/>
          </a:prstGeom>
        </p:spPr>
        <p:txBody>
          <a:bodyPr anchor="ctr"/>
          <a:lstStyle>
            <a:lvl1pPr marL="0" indent="0" algn="ctr">
              <a:buNone/>
              <a:defRPr sz="2000" b="0" i="0">
                <a:latin typeface="Helvetica" pitchFamily="2" charset="0"/>
              </a:defRPr>
            </a:lvl1pPr>
          </a:lstStyle>
          <a:p>
            <a:r>
              <a:rPr lang="en-US" dirty="0"/>
              <a:t>Drag picture to placeholder </a:t>
            </a:r>
            <a:br>
              <a:rPr lang="en-US" dirty="0"/>
            </a:br>
            <a:r>
              <a:rPr lang="en-US" dirty="0"/>
              <a:t>or click icon to add</a:t>
            </a:r>
          </a:p>
        </p:txBody>
      </p:sp>
      <p:sp>
        <p:nvSpPr>
          <p:cNvPr id="9" name="Text Placeholder 8"/>
          <p:cNvSpPr>
            <a:spLocks noGrp="1"/>
          </p:cNvSpPr>
          <p:nvPr>
            <p:ph type="body" sz="quarter" idx="11" hasCustomPrompt="1"/>
          </p:nvPr>
        </p:nvSpPr>
        <p:spPr>
          <a:xfrm>
            <a:off x="838200" y="2301060"/>
            <a:ext cx="5181600" cy="885302"/>
          </a:xfrm>
          <a:prstGeom prst="rect">
            <a:avLst/>
          </a:prstGeom>
        </p:spPr>
        <p:txBody>
          <a:bodyPr>
            <a:noAutofit/>
          </a:bodyPr>
          <a:lstStyle>
            <a:lvl1pPr marL="0" indent="0">
              <a:buNone/>
              <a:defRPr sz="1800" b="0" i="0">
                <a:latin typeface="+mn-lt"/>
              </a:defRPr>
            </a:lvl1pPr>
          </a:lstStyle>
          <a:p>
            <a:pPr lvl="0"/>
            <a:r>
              <a:rPr lang="en-US" dirty="0"/>
              <a:t>Click to enter paragraph</a:t>
            </a:r>
          </a:p>
        </p:txBody>
      </p:sp>
      <p:sp>
        <p:nvSpPr>
          <p:cNvPr id="6" name="Text Placeholder 3">
            <a:extLst>
              <a:ext uri="{FF2B5EF4-FFF2-40B4-BE49-F238E27FC236}">
                <a16:creationId xmlns:a16="http://schemas.microsoft.com/office/drawing/2014/main" id="{9886BBCA-365A-4A22-A7E0-ED59B77A93FD}"/>
              </a:ext>
            </a:extLst>
          </p:cNvPr>
          <p:cNvSpPr>
            <a:spLocks noGrp="1"/>
          </p:cNvSpPr>
          <p:nvPr>
            <p:ph type="body" sz="quarter" idx="12"/>
          </p:nvPr>
        </p:nvSpPr>
        <p:spPr>
          <a:xfrm>
            <a:off x="838200" y="3318854"/>
            <a:ext cx="5181600" cy="2750552"/>
          </a:xfrm>
          <a:prstGeom prst="rect">
            <a:avLst/>
          </a:prstGeom>
        </p:spPr>
        <p:txBody>
          <a:bodyPr/>
          <a:lstStyle>
            <a:lvl1pPr marL="0" indent="0">
              <a:buNone/>
              <a:defRPr sz="2200" b="0" i="0">
                <a:latin typeface="+mn-lt"/>
              </a:defRPr>
            </a:lvl1pPr>
            <a:lvl2pPr marL="571500" indent="-228600">
              <a:defRPr sz="2000" b="0" i="0">
                <a:latin typeface="+mn-lt"/>
              </a:defRPr>
            </a:lvl2pPr>
            <a:lvl3pPr marL="1143000" indent="-228600">
              <a:buFont typeface="Arial" panose="020B0604020202020204" pitchFamily="34" charset="0"/>
              <a:buChar char="‒"/>
              <a:defRPr sz="1800" b="0" i="0">
                <a:latin typeface="+mn-lt"/>
              </a:defRPr>
            </a:lvl3pPr>
            <a:lvl4pPr>
              <a:defRPr sz="1600" b="0" i="0">
                <a:latin typeface="+mn-lt"/>
              </a:defRPr>
            </a:lvl4pPr>
            <a:lvl5pPr marL="2057400" indent="-228600">
              <a:buFont typeface="Arial" panose="020B0604020202020204" pitchFamily="34" charset="0"/>
              <a:buChar char="‒"/>
              <a:defRPr sz="1600"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841293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199" y="503191"/>
            <a:ext cx="9363600" cy="1325563"/>
          </a:xfrm>
        </p:spPr>
        <p:txBody>
          <a:bodyPr/>
          <a:lstStyle/>
          <a:p>
            <a:r>
              <a:rPr lang="en-US" dirty="0"/>
              <a:t>Click to edit title. Up to 2 lines.</a:t>
            </a:r>
          </a:p>
        </p:txBody>
      </p:sp>
      <p:sp>
        <p:nvSpPr>
          <p:cNvPr id="4" name="Chart Placeholder 3">
            <a:extLst>
              <a:ext uri="{FF2B5EF4-FFF2-40B4-BE49-F238E27FC236}">
                <a16:creationId xmlns:a16="http://schemas.microsoft.com/office/drawing/2014/main" id="{8A9F652C-B2A6-45B5-9C8B-7104C3249777}"/>
              </a:ext>
            </a:extLst>
          </p:cNvPr>
          <p:cNvSpPr>
            <a:spLocks noGrp="1"/>
          </p:cNvSpPr>
          <p:nvPr>
            <p:ph type="chart" sz="quarter" idx="13"/>
          </p:nvPr>
        </p:nvSpPr>
        <p:spPr>
          <a:xfrm>
            <a:off x="838200" y="2004966"/>
            <a:ext cx="5181600" cy="4045043"/>
          </a:xfrm>
          <a:prstGeom prst="rect">
            <a:avLst/>
          </a:prstGeom>
        </p:spPr>
        <p:txBody>
          <a:bodyPr anchor="ctr"/>
          <a:lstStyle>
            <a:lvl1pPr marL="0" indent="0" algn="ctr">
              <a:buNone/>
              <a:defRPr sz="1800" b="0" i="0">
                <a:latin typeface="Helvetica" pitchFamily="2" charset="0"/>
              </a:defRPr>
            </a:lvl1pPr>
          </a:lstStyle>
          <a:p>
            <a:endParaRPr lang="en-US" dirty="0"/>
          </a:p>
        </p:txBody>
      </p:sp>
      <p:sp>
        <p:nvSpPr>
          <p:cNvPr id="8" name="Chart Placeholder 3">
            <a:extLst>
              <a:ext uri="{FF2B5EF4-FFF2-40B4-BE49-F238E27FC236}">
                <a16:creationId xmlns:a16="http://schemas.microsoft.com/office/drawing/2014/main" id="{94B387F3-52B4-47A9-A12F-17C618BE0053}"/>
              </a:ext>
            </a:extLst>
          </p:cNvPr>
          <p:cNvSpPr>
            <a:spLocks noGrp="1"/>
          </p:cNvSpPr>
          <p:nvPr>
            <p:ph type="chart" sz="quarter" idx="14"/>
          </p:nvPr>
        </p:nvSpPr>
        <p:spPr>
          <a:xfrm>
            <a:off x="6172200" y="2004966"/>
            <a:ext cx="5181600" cy="4045043"/>
          </a:xfrm>
          <a:prstGeom prst="rect">
            <a:avLst/>
          </a:prstGeom>
        </p:spPr>
        <p:txBody>
          <a:bodyPr anchor="ctr"/>
          <a:lstStyle>
            <a:lvl1pPr marL="0" indent="0" algn="ctr">
              <a:buNone/>
              <a:defRPr sz="1800" b="0" i="0">
                <a:latin typeface="Helvetica" pitchFamily="2" charset="0"/>
              </a:defRPr>
            </a:lvl1pPr>
          </a:lstStyle>
          <a:p>
            <a:endParaRPr lang="en-US" dirty="0"/>
          </a:p>
        </p:txBody>
      </p:sp>
    </p:spTree>
    <p:extLst>
      <p:ext uri="{BB962C8B-B14F-4D97-AF65-F5344CB8AC3E}">
        <p14:creationId xmlns:p14="http://schemas.microsoft.com/office/powerpoint/2010/main" val="39907812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No 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B89EF587-8C14-4D0C-9DA9-8E2628178110}"/>
              </a:ext>
            </a:extLst>
          </p:cNvPr>
          <p:cNvSpPr>
            <a:spLocks noGrp="1"/>
          </p:cNvSpPr>
          <p:nvPr>
            <p:ph type="title" hasCustomPrompt="1"/>
          </p:nvPr>
        </p:nvSpPr>
        <p:spPr>
          <a:xfrm>
            <a:off x="609600" y="584688"/>
            <a:ext cx="10972800" cy="1143000"/>
          </a:xfrm>
          <a:prstGeom prst="rect">
            <a:avLst/>
          </a:prstGeom>
        </p:spPr>
        <p:txBody>
          <a:bodyPr vert="horz" lIns="91440" tIns="45720" rIns="91440" bIns="45720" rtlCol="0" anchor="b">
            <a:normAutofit/>
          </a:bodyPr>
          <a:lstStyle>
            <a:lvl1pPr algn="l" defTabSz="457200" rtl="0" eaLnBrk="1" latinLnBrk="0" hangingPunct="1">
              <a:lnSpc>
                <a:spcPct val="90000"/>
              </a:lnSpc>
              <a:spcBef>
                <a:spcPct val="0"/>
              </a:spcBef>
              <a:buNone/>
              <a:defRPr lang="en-US" sz="3600" b="1" i="0" kern="1200" cap="none" spc="0" baseline="0" dirty="0">
                <a:solidFill>
                  <a:schemeClr val="tx1"/>
                </a:solidFill>
                <a:latin typeface="+mj-lt"/>
                <a:ea typeface="+mj-ea"/>
                <a:cs typeface="+mj-cs"/>
              </a:defRPr>
            </a:lvl1pPr>
          </a:lstStyle>
          <a:p>
            <a:r>
              <a:rPr lang="en-US" dirty="0"/>
              <a:t>Click to edit master title style</a:t>
            </a:r>
          </a:p>
        </p:txBody>
      </p:sp>
    </p:spTree>
    <p:extLst>
      <p:ext uri="{BB962C8B-B14F-4D97-AF65-F5344CB8AC3E}">
        <p14:creationId xmlns:p14="http://schemas.microsoft.com/office/powerpoint/2010/main" val="2215477462"/>
      </p:ext>
    </p:extLst>
  </p:cSld>
  <p:clrMapOvr>
    <a:masterClrMapping/>
  </p:clrMapOvr>
  <p:transition spd="med">
    <p:wipe/>
  </p:transition>
  <p:extLst>
    <p:ext uri="{DCECCB84-F9BA-43D5-87BE-67443E8EF086}">
      <p15:sldGuideLst xmlns:p15="http://schemas.microsoft.com/office/powerpoint/2012/main">
        <p15:guide id="1" orient="horz" pos="1221">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C928D0F-D4F1-40E2-82E5-33A604F992E3}"/>
              </a:ext>
            </a:extLst>
          </p:cNvPr>
          <p:cNvSpPr>
            <a:spLocks noGrp="1"/>
          </p:cNvSpPr>
          <p:nvPr>
            <p:ph type="pic" sz="quarter" idx="10" hasCustomPrompt="1"/>
          </p:nvPr>
        </p:nvSpPr>
        <p:spPr>
          <a:xfrm>
            <a:off x="0" y="0"/>
            <a:ext cx="12192000" cy="6858000"/>
          </a:xfrm>
          <a:prstGeom prst="rect">
            <a:avLst/>
          </a:prstGeom>
        </p:spPr>
        <p:txBody>
          <a:bodyPr anchor="ctr"/>
          <a:lstStyle>
            <a:lvl1pPr marL="0" indent="0" algn="ctr">
              <a:buNone/>
              <a:defRPr sz="2400" b="0" i="0">
                <a:latin typeface="Helvetica" pitchFamily="2" charset="0"/>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13531494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828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5.jp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image" Target="../media/image10.png"/><Relationship Id="rId2" Type="http://schemas.openxmlformats.org/officeDocument/2006/relationships/slideLayout" Target="../slideLayouts/slideLayout18.xml"/><Relationship Id="rId16" Type="http://schemas.openxmlformats.org/officeDocument/2006/relationships/image" Target="../media/image8.png"/><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9.jpg"/><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A screenshot of a computer&#10;&#10;Description automatically generated with medium confidence">
            <a:extLst>
              <a:ext uri="{FF2B5EF4-FFF2-40B4-BE49-F238E27FC236}">
                <a16:creationId xmlns:a16="http://schemas.microsoft.com/office/drawing/2014/main" id="{1FF0B645-65BC-6345-974E-C7BBEAF424E1}"/>
              </a:ext>
            </a:extLst>
          </p:cNvPr>
          <p:cNvPicPr>
            <a:picLocks noChangeAspect="1"/>
          </p:cNvPicPr>
          <p:nvPr userDrawn="1"/>
        </p:nvPicPr>
        <p:blipFill>
          <a:blip r:embed="rId10"/>
          <a:stretch>
            <a:fillRect/>
          </a:stretch>
        </p:blipFill>
        <p:spPr>
          <a:xfrm>
            <a:off x="0" y="0"/>
            <a:ext cx="12192000" cy="6858000"/>
          </a:xfrm>
          <a:prstGeom prst="rect">
            <a:avLst/>
          </a:prstGeom>
        </p:spPr>
      </p:pic>
    </p:spTree>
    <p:extLst>
      <p:ext uri="{BB962C8B-B14F-4D97-AF65-F5344CB8AC3E}">
        <p14:creationId xmlns:p14="http://schemas.microsoft.com/office/powerpoint/2010/main" val="463798961"/>
      </p:ext>
    </p:extLst>
  </p:cSld>
  <p:clrMap bg1="lt1" tx1="dk1" bg2="lt2" tx2="dk2" accent1="accent1" accent2="accent2" accent3="accent3" accent4="accent4" accent5="accent5" accent6="accent6" hlink="hlink" folHlink="folHlink"/>
  <p:sldLayoutIdLst>
    <p:sldLayoutId id="2147483673" r:id="rId1"/>
    <p:sldLayoutId id="2147483688" r:id="rId2"/>
    <p:sldLayoutId id="2147483712" r:id="rId3"/>
    <p:sldLayoutId id="2147483672" r:id="rId4"/>
    <p:sldLayoutId id="2147483674" r:id="rId5"/>
    <p:sldLayoutId id="2147483675" r:id="rId6"/>
    <p:sldLayoutId id="2147483714" r:id="rId7"/>
    <p:sldLayoutId id="2147483727"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screenshot of a computer&#10;&#10;Description automatically generated with medium confidence">
            <a:extLst>
              <a:ext uri="{FF2B5EF4-FFF2-40B4-BE49-F238E27FC236}">
                <a16:creationId xmlns:a16="http://schemas.microsoft.com/office/drawing/2014/main" id="{433993E8-54B3-2A4F-A28B-C86D27035E79}"/>
              </a:ext>
            </a:extLst>
          </p:cNvPr>
          <p:cNvPicPr>
            <a:picLocks noChangeAspect="1"/>
          </p:cNvPicPr>
          <p:nvPr userDrawn="1"/>
        </p:nvPicPr>
        <p:blipFill>
          <a:blip r:embed="rId10"/>
          <a:stretch>
            <a:fillRect/>
          </a:stretch>
        </p:blipFill>
        <p:spPr>
          <a:xfrm>
            <a:off x="0" y="0"/>
            <a:ext cx="12192000" cy="6858000"/>
          </a:xfrm>
          <a:prstGeom prst="rect">
            <a:avLst/>
          </a:prstGeom>
        </p:spPr>
      </p:pic>
    </p:spTree>
    <p:extLst>
      <p:ext uri="{BB962C8B-B14F-4D97-AF65-F5344CB8AC3E}">
        <p14:creationId xmlns:p14="http://schemas.microsoft.com/office/powerpoint/2010/main" val="209221153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11" r:id="rId3"/>
    <p:sldLayoutId id="2147483705" r:id="rId4"/>
    <p:sldLayoutId id="2147483706" r:id="rId5"/>
    <p:sldLayoutId id="2147483707" r:id="rId6"/>
    <p:sldLayoutId id="2147483715" r:id="rId7"/>
    <p:sldLayoutId id="214748371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picture containing background pattern&#10;&#10;Description automatically generated">
            <a:extLst>
              <a:ext uri="{FF2B5EF4-FFF2-40B4-BE49-F238E27FC236}">
                <a16:creationId xmlns:a16="http://schemas.microsoft.com/office/drawing/2014/main" id="{F1F91917-A4FC-A64E-9000-FB6E399FB1EF}"/>
              </a:ext>
            </a:extLst>
          </p:cNvPr>
          <p:cNvPicPr>
            <a:picLocks noChangeAspect="1"/>
          </p:cNvPicPr>
          <p:nvPr userDrawn="1"/>
        </p:nvPicPr>
        <p:blipFill>
          <a:blip r:embed="rId15"/>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9363600" cy="1325563"/>
          </a:xfrm>
          <a:prstGeom prst="rect">
            <a:avLst/>
          </a:prstGeom>
        </p:spPr>
        <p:txBody>
          <a:bodyPr vert="horz" lIns="91440" tIns="45720" rIns="91440" bIns="45720" rtlCol="0" anchor="ctr">
            <a:normAutofit/>
          </a:bodyPr>
          <a:lstStyle/>
          <a:p>
            <a:r>
              <a:rPr lang="en-US" dirty="0"/>
              <a:t>Click to edit title. Up to 2 lines.</a:t>
            </a:r>
          </a:p>
        </p:txBody>
      </p:sp>
      <p:pic>
        <p:nvPicPr>
          <p:cNvPr id="9" name="Picture 8">
            <a:extLst>
              <a:ext uri="{FF2B5EF4-FFF2-40B4-BE49-F238E27FC236}">
                <a16:creationId xmlns:a16="http://schemas.microsoft.com/office/drawing/2014/main" id="{6EC593C3-ABB6-4440-906A-EAC5688C4B41}"/>
              </a:ext>
            </a:extLst>
          </p:cNvPr>
          <p:cNvPicPr>
            <a:picLocks noChangeAspect="1"/>
          </p:cNvPicPr>
          <p:nvPr userDrawn="1"/>
        </p:nvPicPr>
        <p:blipFill>
          <a:blip r:embed="rId16"/>
          <a:srcRect/>
          <a:stretch/>
        </p:blipFill>
        <p:spPr>
          <a:xfrm>
            <a:off x="269973" y="6322634"/>
            <a:ext cx="1964726" cy="322215"/>
          </a:xfrm>
          <a:prstGeom prst="rect">
            <a:avLst/>
          </a:prstGeom>
        </p:spPr>
      </p:pic>
      <p:pic>
        <p:nvPicPr>
          <p:cNvPr id="6" name="Picture 5" descr="Shape&#10;&#10;Description automatically generated with medium confidence">
            <a:extLst>
              <a:ext uri="{FF2B5EF4-FFF2-40B4-BE49-F238E27FC236}">
                <a16:creationId xmlns:a16="http://schemas.microsoft.com/office/drawing/2014/main" id="{7155F85A-F84C-9744-81A5-4A37B0E0085D}"/>
              </a:ext>
            </a:extLst>
          </p:cNvPr>
          <p:cNvPicPr>
            <a:picLocks noChangeAspect="1"/>
          </p:cNvPicPr>
          <p:nvPr userDrawn="1"/>
        </p:nvPicPr>
        <p:blipFill>
          <a:blip r:embed="rId17"/>
          <a:stretch>
            <a:fillRect/>
          </a:stretch>
        </p:blipFill>
        <p:spPr>
          <a:xfrm>
            <a:off x="10291579" y="6408434"/>
            <a:ext cx="1630448" cy="236415"/>
          </a:xfrm>
          <a:prstGeom prst="rect">
            <a:avLst/>
          </a:prstGeom>
        </p:spPr>
      </p:pic>
    </p:spTree>
    <p:extLst>
      <p:ext uri="{BB962C8B-B14F-4D97-AF65-F5344CB8AC3E}">
        <p14:creationId xmlns:p14="http://schemas.microsoft.com/office/powerpoint/2010/main" val="415361836"/>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93" r:id="rId3"/>
    <p:sldLayoutId id="2147483694" r:id="rId4"/>
    <p:sldLayoutId id="2147483697" r:id="rId5"/>
    <p:sldLayoutId id="2147483689" r:id="rId6"/>
    <p:sldLayoutId id="2147483695" r:id="rId7"/>
    <p:sldLayoutId id="2147483701" r:id="rId8"/>
    <p:sldLayoutId id="2147483660" r:id="rId9"/>
    <p:sldLayoutId id="2147483696" r:id="rId10"/>
    <p:sldLayoutId id="2147483713" r:id="rId11"/>
    <p:sldLayoutId id="2147483700" r:id="rId12"/>
    <p:sldLayoutId id="2147483663" r:id="rId13"/>
  </p:sldLayoutIdLst>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8372B3-C0AC-4CF0-B194-9D51EA13DB83}"/>
              </a:ext>
            </a:extLst>
          </p:cNvPr>
          <p:cNvSpPr>
            <a:spLocks noGrp="1"/>
          </p:cNvSpPr>
          <p:nvPr>
            <p:ph type="title"/>
          </p:nvPr>
        </p:nvSpPr>
        <p:spPr/>
        <p:txBody>
          <a:bodyPr/>
          <a:lstStyle/>
          <a:p>
            <a:r>
              <a:rPr lang="en-US" dirty="0">
                <a:latin typeface="+mj-lt"/>
              </a:rPr>
              <a:t>Template guidelines</a:t>
            </a:r>
          </a:p>
        </p:txBody>
      </p:sp>
      <p:sp>
        <p:nvSpPr>
          <p:cNvPr id="6" name="Text Placeholder 5">
            <a:extLst>
              <a:ext uri="{FF2B5EF4-FFF2-40B4-BE49-F238E27FC236}">
                <a16:creationId xmlns:a16="http://schemas.microsoft.com/office/drawing/2014/main" id="{CCF0875A-11D9-4ADA-A762-ABB408F5844E}"/>
              </a:ext>
            </a:extLst>
          </p:cNvPr>
          <p:cNvSpPr>
            <a:spLocks noGrp="1"/>
          </p:cNvSpPr>
          <p:nvPr>
            <p:ph type="body" sz="quarter" idx="10"/>
          </p:nvPr>
        </p:nvSpPr>
        <p:spPr>
          <a:xfrm>
            <a:off x="838200" y="1700463"/>
            <a:ext cx="10515600" cy="4338788"/>
          </a:xfrm>
        </p:spPr>
        <p:txBody>
          <a:bodyPr/>
          <a:lstStyle/>
          <a:p>
            <a:r>
              <a:rPr lang="en-US" sz="1400" b="1" dirty="0">
                <a:latin typeface="+mn-lt"/>
              </a:rPr>
              <a:t>Copy:</a:t>
            </a:r>
          </a:p>
          <a:p>
            <a:pPr marL="857250" lvl="1" indent="-285750">
              <a:buFont typeface="Arial" panose="020B0604020202020204" pitchFamily="34" charset="0"/>
              <a:buChar char="•"/>
            </a:pPr>
            <a:r>
              <a:rPr lang="en-US" sz="1400" dirty="0">
                <a:latin typeface="+mn-lt"/>
              </a:rPr>
              <a:t>Slide titles and subtitles should adopt sentence case.</a:t>
            </a:r>
          </a:p>
          <a:p>
            <a:r>
              <a:rPr lang="en-US" sz="1400" b="1" dirty="0"/>
              <a:t>Slide templates:</a:t>
            </a:r>
          </a:p>
          <a:p>
            <a:pPr marL="857250" lvl="1" indent="-285750">
              <a:buFont typeface="Arial" panose="020B0604020202020204" pitchFamily="34" charset="0"/>
              <a:buChar char="•"/>
            </a:pPr>
            <a:r>
              <a:rPr lang="en-US" sz="1400" dirty="0">
                <a:latin typeface="+mn-lt"/>
              </a:rPr>
              <a:t>All full color slides (new slide sections named “Black </a:t>
            </a:r>
            <a:r>
              <a:rPr lang="en-US" sz="1400" dirty="0"/>
              <a:t>M</a:t>
            </a:r>
            <a:r>
              <a:rPr lang="en-US" sz="1400" dirty="0">
                <a:latin typeface="+mn-lt"/>
              </a:rPr>
              <a:t>aster” and “</a:t>
            </a:r>
            <a:r>
              <a:rPr lang="en-US" sz="1400" dirty="0"/>
              <a:t>W</a:t>
            </a:r>
            <a:r>
              <a:rPr lang="en-US" sz="1400" dirty="0">
                <a:latin typeface="+mn-lt"/>
              </a:rPr>
              <a:t>hite Master”) are to be used for title and accent slides </a:t>
            </a:r>
            <a:r>
              <a:rPr lang="en-US" sz="1400" u="sng" dirty="0">
                <a:solidFill>
                  <a:schemeClr val="tx2"/>
                </a:solidFill>
                <a:latin typeface="+mn-lt"/>
              </a:rPr>
              <a:t>only</a:t>
            </a:r>
            <a:r>
              <a:rPr lang="en-US" sz="1400" dirty="0">
                <a:latin typeface="+mn-lt"/>
              </a:rPr>
              <a:t> and should be limited to approx. 20% of the final deck (for example, a deck with 10 slides will include 2 full color slides).</a:t>
            </a:r>
          </a:p>
          <a:p>
            <a:pPr marL="857250" lvl="1" indent="-285750">
              <a:buFont typeface="Arial" panose="020B0604020202020204" pitchFamily="34" charset="0"/>
              <a:buChar char="•"/>
            </a:pPr>
            <a:r>
              <a:rPr lang="en-US" sz="1400" dirty="0"/>
              <a:t>All other main content slides should adopt the full white slides under the new slide section named “Content Master”. These slides include less design flourishes which allows more room for content.</a:t>
            </a:r>
            <a:endParaRPr lang="en-US" sz="1400" dirty="0">
              <a:latin typeface="+mn-lt"/>
            </a:endParaRPr>
          </a:p>
          <a:p>
            <a:r>
              <a:rPr lang="en-US" sz="1400" b="1" dirty="0">
                <a:latin typeface="+mn-lt"/>
              </a:rPr>
              <a:t>Color:</a:t>
            </a:r>
          </a:p>
          <a:p>
            <a:pPr marL="857250" lvl="1" indent="-285750">
              <a:buFont typeface="Arial" panose="020B0604020202020204" pitchFamily="34" charset="0"/>
              <a:buChar char="•"/>
            </a:pPr>
            <a:r>
              <a:rPr lang="en-US" sz="1400" dirty="0">
                <a:latin typeface="+mn-lt"/>
              </a:rPr>
              <a:t>Primary colors are black, blu</a:t>
            </a:r>
            <a:r>
              <a:rPr lang="en-US" sz="1400" dirty="0"/>
              <a:t>e and red</a:t>
            </a:r>
            <a:r>
              <a:rPr lang="en-US" sz="1400" dirty="0">
                <a:latin typeface="+mn-lt"/>
              </a:rPr>
              <a:t> (see theme colors).</a:t>
            </a:r>
          </a:p>
          <a:p>
            <a:pPr marL="857250" lvl="1" indent="-285750">
              <a:buFont typeface="Arial" panose="020B0604020202020204" pitchFamily="34" charset="0"/>
              <a:buChar char="•"/>
            </a:pPr>
            <a:r>
              <a:rPr lang="en-US" sz="1400" dirty="0">
                <a:latin typeface="+mn-lt"/>
              </a:rPr>
              <a:t>Choose colors that align with masters and match the overall theme; For example, when using a black master slide it’s best to use a white font color.</a:t>
            </a:r>
          </a:p>
          <a:p>
            <a:r>
              <a:rPr lang="en-US" sz="1400" b="1" dirty="0">
                <a:latin typeface="+mn-lt"/>
              </a:rPr>
              <a:t>Fonts:  </a:t>
            </a:r>
          </a:p>
          <a:p>
            <a:pPr marL="914400" lvl="1" indent="-342900">
              <a:buFont typeface="Arial" panose="020B0604020202020204" pitchFamily="34" charset="0"/>
              <a:buChar char="•"/>
            </a:pPr>
            <a:r>
              <a:rPr lang="en-US" sz="1400" dirty="0">
                <a:latin typeface="+mn-lt"/>
              </a:rPr>
              <a:t>Slide titles and subtitles – </a:t>
            </a:r>
            <a:r>
              <a:rPr lang="en-US" sz="1400" i="1" dirty="0">
                <a:latin typeface="+mn-lt"/>
              </a:rPr>
              <a:t>Franklin Gothic Medium (Bold)</a:t>
            </a:r>
          </a:p>
          <a:p>
            <a:pPr marL="914400" lvl="1" indent="-342900">
              <a:buFont typeface="Arial" panose="020B0604020202020204" pitchFamily="34" charset="0"/>
              <a:buChar char="•"/>
            </a:pPr>
            <a:r>
              <a:rPr lang="en-US" sz="1400" dirty="0">
                <a:latin typeface="+mn-lt"/>
              </a:rPr>
              <a:t>Body copy – </a:t>
            </a:r>
            <a:r>
              <a:rPr lang="en-US" sz="1400" dirty="0"/>
              <a:t>Franklin Gothic Book</a:t>
            </a:r>
            <a:endParaRPr lang="en-US" sz="1400" dirty="0">
              <a:latin typeface="+mn-lt"/>
            </a:endParaRPr>
          </a:p>
          <a:p>
            <a:r>
              <a:rPr lang="en-US" sz="1400" dirty="0">
                <a:latin typeface="+mn-lt"/>
              </a:rPr>
              <a:t>Keep your slide content simple and easy to read. Do not overcrowd with excessive copy or imagery. </a:t>
            </a:r>
          </a:p>
        </p:txBody>
      </p:sp>
    </p:spTree>
    <p:extLst>
      <p:ext uri="{BB962C8B-B14F-4D97-AF65-F5344CB8AC3E}">
        <p14:creationId xmlns:p14="http://schemas.microsoft.com/office/powerpoint/2010/main" val="2228449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5953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ECA0B-5A81-E543-977A-877328AC8F1D}"/>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230728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ED3A-D5FC-244B-A4CE-F0315BCCA7C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34716936"/>
      </p:ext>
    </p:extLst>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C59B-F836-D544-8516-1643F7C8BA0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0D569D7-DD1D-844E-93CE-082FEE27C0D3}"/>
              </a:ext>
            </a:extLst>
          </p:cNvPr>
          <p:cNvSpPr>
            <a:spLocks noGrp="1"/>
          </p:cNvSpPr>
          <p:nvPr>
            <p:ph type="subTitle" idx="1"/>
          </p:nvPr>
        </p:nvSpPr>
        <p:spPr/>
        <p:txBody>
          <a:bodyPr/>
          <a:lstStyle/>
          <a:p>
            <a:endParaRPr lang="en-US"/>
          </a:p>
        </p:txBody>
      </p:sp>
      <p:sp>
        <p:nvSpPr>
          <p:cNvPr id="4" name="Picture Placeholder 3">
            <a:extLst>
              <a:ext uri="{FF2B5EF4-FFF2-40B4-BE49-F238E27FC236}">
                <a16:creationId xmlns:a16="http://schemas.microsoft.com/office/drawing/2014/main" id="{90836C74-1E20-1B47-953B-4369680BAC82}"/>
              </a:ext>
            </a:extLst>
          </p:cNvPr>
          <p:cNvSpPr>
            <a:spLocks noGrp="1"/>
          </p:cNvSpPr>
          <p:nvPr>
            <p:ph type="pic" sz="quarter" idx="11"/>
          </p:nvPr>
        </p:nvSpPr>
        <p:spPr/>
      </p:sp>
    </p:spTree>
    <p:extLst>
      <p:ext uri="{BB962C8B-B14F-4D97-AF65-F5344CB8AC3E}">
        <p14:creationId xmlns:p14="http://schemas.microsoft.com/office/powerpoint/2010/main" val="2579851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8E461-C2E1-2C47-90A4-C74D8D13F3D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290920EA-246D-DF4C-9B5F-EC9A3E9402EE}"/>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24F79D9E-CBD4-564F-AC8A-5DA993DB9D7B}"/>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CFDC446D-FC7D-A148-9BA2-1E91820F2F51}"/>
              </a:ext>
            </a:extLst>
          </p:cNvPr>
          <p:cNvSpPr>
            <a:spLocks noGrp="1"/>
          </p:cNvSpPr>
          <p:nvPr>
            <p:ph type="body" sz="quarter" idx="13"/>
          </p:nvPr>
        </p:nvSpPr>
        <p:spPr/>
        <p:txBody>
          <a:bodyPr/>
          <a:lstStyle/>
          <a:p>
            <a:endParaRPr lang="en-US"/>
          </a:p>
        </p:txBody>
      </p:sp>
      <p:sp>
        <p:nvSpPr>
          <p:cNvPr id="6" name="Picture Placeholder 5">
            <a:extLst>
              <a:ext uri="{FF2B5EF4-FFF2-40B4-BE49-F238E27FC236}">
                <a16:creationId xmlns:a16="http://schemas.microsoft.com/office/drawing/2014/main" id="{AAD05F50-7033-2B43-9D5E-C62E2992696A}"/>
              </a:ext>
            </a:extLst>
          </p:cNvPr>
          <p:cNvSpPr>
            <a:spLocks noGrp="1"/>
          </p:cNvSpPr>
          <p:nvPr>
            <p:ph type="pic" sz="quarter" idx="11"/>
          </p:nvPr>
        </p:nvSpPr>
        <p:spPr/>
      </p:sp>
      <p:sp>
        <p:nvSpPr>
          <p:cNvPr id="7" name="Picture Placeholder 6">
            <a:extLst>
              <a:ext uri="{FF2B5EF4-FFF2-40B4-BE49-F238E27FC236}">
                <a16:creationId xmlns:a16="http://schemas.microsoft.com/office/drawing/2014/main" id="{BFDEA660-4A3A-8445-AC11-ADFC638CB9CD}"/>
              </a:ext>
            </a:extLst>
          </p:cNvPr>
          <p:cNvSpPr>
            <a:spLocks noGrp="1"/>
          </p:cNvSpPr>
          <p:nvPr>
            <p:ph type="pic" sz="quarter" idx="16"/>
          </p:nvPr>
        </p:nvSpPr>
        <p:spPr/>
      </p:sp>
    </p:spTree>
    <p:extLst>
      <p:ext uri="{BB962C8B-B14F-4D97-AF65-F5344CB8AC3E}">
        <p14:creationId xmlns:p14="http://schemas.microsoft.com/office/powerpoint/2010/main" val="2115552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D26F8-09DB-2246-A085-D025BBDE701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DE1277A-7F91-6644-8832-6E59461816C3}"/>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5999B21B-8B3B-5D4D-9011-CCD6660153F4}"/>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66382197-054C-5140-97B9-77BF1660BAAC}"/>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5A8A7B3B-1D44-DC4E-AF79-5B5F748D1F04}"/>
              </a:ext>
            </a:extLst>
          </p:cNvPr>
          <p:cNvSpPr>
            <a:spLocks noGrp="1"/>
          </p:cNvSpPr>
          <p:nvPr>
            <p:ph type="body" sz="quarter" idx="15"/>
          </p:nvPr>
        </p:nvSpPr>
        <p:spPr/>
        <p:txBody>
          <a:bodyPr/>
          <a:lstStyle/>
          <a:p>
            <a:endParaRPr lang="en-US"/>
          </a:p>
        </p:txBody>
      </p:sp>
      <p:sp>
        <p:nvSpPr>
          <p:cNvPr id="7" name="Text Placeholder 6">
            <a:extLst>
              <a:ext uri="{FF2B5EF4-FFF2-40B4-BE49-F238E27FC236}">
                <a16:creationId xmlns:a16="http://schemas.microsoft.com/office/drawing/2014/main" id="{2C6D1DC4-19A8-EB44-AAA7-95357A9329BB}"/>
              </a:ext>
            </a:extLst>
          </p:cNvPr>
          <p:cNvSpPr>
            <a:spLocks noGrp="1"/>
          </p:cNvSpPr>
          <p:nvPr>
            <p:ph type="body" sz="quarter" idx="16"/>
          </p:nvPr>
        </p:nvSpPr>
        <p:spPr/>
        <p:txBody>
          <a:bodyPr/>
          <a:lstStyle/>
          <a:p>
            <a:endParaRPr lang="en-US"/>
          </a:p>
        </p:txBody>
      </p:sp>
      <p:sp>
        <p:nvSpPr>
          <p:cNvPr id="8" name="Picture Placeholder 7">
            <a:extLst>
              <a:ext uri="{FF2B5EF4-FFF2-40B4-BE49-F238E27FC236}">
                <a16:creationId xmlns:a16="http://schemas.microsoft.com/office/drawing/2014/main" id="{816B5DDD-F86F-2E4F-A9E4-4C97DFFE45AE}"/>
              </a:ext>
            </a:extLst>
          </p:cNvPr>
          <p:cNvSpPr>
            <a:spLocks noGrp="1"/>
          </p:cNvSpPr>
          <p:nvPr>
            <p:ph type="pic" sz="quarter" idx="11"/>
          </p:nvPr>
        </p:nvSpPr>
        <p:spPr/>
      </p:sp>
      <p:sp>
        <p:nvSpPr>
          <p:cNvPr id="9" name="Picture Placeholder 8">
            <a:extLst>
              <a:ext uri="{FF2B5EF4-FFF2-40B4-BE49-F238E27FC236}">
                <a16:creationId xmlns:a16="http://schemas.microsoft.com/office/drawing/2014/main" id="{93801B40-44B3-FA4F-8721-1A0BA550207C}"/>
              </a:ext>
            </a:extLst>
          </p:cNvPr>
          <p:cNvSpPr>
            <a:spLocks noGrp="1"/>
          </p:cNvSpPr>
          <p:nvPr>
            <p:ph type="pic" sz="quarter" idx="23"/>
          </p:nvPr>
        </p:nvSpPr>
        <p:spPr/>
      </p:sp>
      <p:sp>
        <p:nvSpPr>
          <p:cNvPr id="10" name="Picture Placeholder 9">
            <a:extLst>
              <a:ext uri="{FF2B5EF4-FFF2-40B4-BE49-F238E27FC236}">
                <a16:creationId xmlns:a16="http://schemas.microsoft.com/office/drawing/2014/main" id="{C955A87E-4E5C-A148-BDC9-1B674C55EF83}"/>
              </a:ext>
            </a:extLst>
          </p:cNvPr>
          <p:cNvSpPr>
            <a:spLocks noGrp="1"/>
          </p:cNvSpPr>
          <p:nvPr>
            <p:ph type="pic" sz="quarter" idx="24"/>
          </p:nvPr>
        </p:nvSpPr>
        <p:spPr/>
      </p:sp>
    </p:spTree>
    <p:extLst>
      <p:ext uri="{BB962C8B-B14F-4D97-AF65-F5344CB8AC3E}">
        <p14:creationId xmlns:p14="http://schemas.microsoft.com/office/powerpoint/2010/main" val="208017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6214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2B1F8-1CC0-7240-8C55-70FB8BA4A4AD}"/>
              </a:ext>
            </a:extLst>
          </p:cNvPr>
          <p:cNvSpPr>
            <a:spLocks noGrp="1"/>
          </p:cNvSpPr>
          <p:nvPr>
            <p:ph type="ctrTitle"/>
          </p:nvPr>
        </p:nvSpPr>
        <p:spPr/>
        <p:txBody>
          <a:bodyPr/>
          <a:lstStyle/>
          <a:p>
            <a:endParaRPr lang="en-US"/>
          </a:p>
        </p:txBody>
      </p:sp>
      <p:sp>
        <p:nvSpPr>
          <p:cNvPr id="3" name="Text Placeholder 2">
            <a:extLst>
              <a:ext uri="{FF2B5EF4-FFF2-40B4-BE49-F238E27FC236}">
                <a16:creationId xmlns:a16="http://schemas.microsoft.com/office/drawing/2014/main" id="{26751AC9-DFBD-A54E-9F55-E2C77491263C}"/>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9CD9BA68-7A4C-684A-A5FD-96D903FAA891}"/>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A6FAFE4E-BA7F-4749-8ACB-0EC2AC17ED2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75177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2660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24B8C-E80B-414A-BC0E-628A79B74F63}"/>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2993771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FBFA-729B-5347-8F2E-D9FC5CC72EB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182345279"/>
      </p:ext>
    </p:extLst>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1001-0F83-CA49-AA85-6347243E781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FDEDC4E-C691-5F4C-816C-341C2CC9B311}"/>
              </a:ext>
            </a:extLst>
          </p:cNvPr>
          <p:cNvSpPr>
            <a:spLocks noGrp="1"/>
          </p:cNvSpPr>
          <p:nvPr>
            <p:ph type="subTitle" idx="1"/>
          </p:nvPr>
        </p:nvSpPr>
        <p:spPr/>
        <p:txBody>
          <a:bodyPr/>
          <a:lstStyle/>
          <a:p>
            <a:endParaRPr lang="en-US"/>
          </a:p>
        </p:txBody>
      </p:sp>
      <p:sp>
        <p:nvSpPr>
          <p:cNvPr id="4" name="Picture Placeholder 3">
            <a:extLst>
              <a:ext uri="{FF2B5EF4-FFF2-40B4-BE49-F238E27FC236}">
                <a16:creationId xmlns:a16="http://schemas.microsoft.com/office/drawing/2014/main" id="{936C163B-438B-234C-8BFF-02A0D06E4CCA}"/>
              </a:ext>
            </a:extLst>
          </p:cNvPr>
          <p:cNvSpPr>
            <a:spLocks noGrp="1"/>
          </p:cNvSpPr>
          <p:nvPr>
            <p:ph type="pic" sz="quarter" idx="11"/>
          </p:nvPr>
        </p:nvSpPr>
        <p:spPr/>
      </p:sp>
    </p:spTree>
    <p:extLst>
      <p:ext uri="{BB962C8B-B14F-4D97-AF65-F5344CB8AC3E}">
        <p14:creationId xmlns:p14="http://schemas.microsoft.com/office/powerpoint/2010/main" val="133418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0D904-72E9-FF40-B7AA-44DC26DF250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11DB749-90C2-8244-A3E3-7C676A05CF03}"/>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0335A02E-004F-4D48-B82D-4C9352C9A383}"/>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62311101-19A0-C44B-AB29-AF036BB844C8}"/>
              </a:ext>
            </a:extLst>
          </p:cNvPr>
          <p:cNvSpPr>
            <a:spLocks noGrp="1"/>
          </p:cNvSpPr>
          <p:nvPr>
            <p:ph type="body" sz="quarter" idx="13"/>
          </p:nvPr>
        </p:nvSpPr>
        <p:spPr/>
        <p:txBody>
          <a:bodyPr/>
          <a:lstStyle/>
          <a:p>
            <a:endParaRPr lang="en-US"/>
          </a:p>
        </p:txBody>
      </p:sp>
      <p:sp>
        <p:nvSpPr>
          <p:cNvPr id="6" name="Picture Placeholder 5">
            <a:extLst>
              <a:ext uri="{FF2B5EF4-FFF2-40B4-BE49-F238E27FC236}">
                <a16:creationId xmlns:a16="http://schemas.microsoft.com/office/drawing/2014/main" id="{C5D45A3C-24B5-594B-B3D3-55130BFCE87D}"/>
              </a:ext>
            </a:extLst>
          </p:cNvPr>
          <p:cNvSpPr>
            <a:spLocks noGrp="1"/>
          </p:cNvSpPr>
          <p:nvPr>
            <p:ph type="pic" sz="quarter" idx="11"/>
          </p:nvPr>
        </p:nvSpPr>
        <p:spPr/>
      </p:sp>
      <p:sp>
        <p:nvSpPr>
          <p:cNvPr id="7" name="Picture Placeholder 6">
            <a:extLst>
              <a:ext uri="{FF2B5EF4-FFF2-40B4-BE49-F238E27FC236}">
                <a16:creationId xmlns:a16="http://schemas.microsoft.com/office/drawing/2014/main" id="{40656901-9396-F74F-B786-8895EEEFCCF1}"/>
              </a:ext>
            </a:extLst>
          </p:cNvPr>
          <p:cNvSpPr>
            <a:spLocks noGrp="1"/>
          </p:cNvSpPr>
          <p:nvPr>
            <p:ph type="pic" sz="quarter" idx="16"/>
          </p:nvPr>
        </p:nvSpPr>
        <p:spPr/>
      </p:sp>
    </p:spTree>
    <p:extLst>
      <p:ext uri="{BB962C8B-B14F-4D97-AF65-F5344CB8AC3E}">
        <p14:creationId xmlns:p14="http://schemas.microsoft.com/office/powerpoint/2010/main" val="4157768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D5AC-1B8E-F941-AA10-357FBA9D8F5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FE1CE82-90FE-AC45-95C0-53DA3D339836}"/>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6C64080B-ED0D-1C46-9366-2F7EA75D4D33}"/>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C124E7E1-4573-484B-9996-94384FD8FCCB}"/>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8AC9CE6D-4650-9847-837E-B0408A3DF7A3}"/>
              </a:ext>
            </a:extLst>
          </p:cNvPr>
          <p:cNvSpPr>
            <a:spLocks noGrp="1"/>
          </p:cNvSpPr>
          <p:nvPr>
            <p:ph type="body" sz="quarter" idx="15"/>
          </p:nvPr>
        </p:nvSpPr>
        <p:spPr/>
        <p:txBody>
          <a:bodyPr/>
          <a:lstStyle/>
          <a:p>
            <a:endParaRPr lang="en-US"/>
          </a:p>
        </p:txBody>
      </p:sp>
      <p:sp>
        <p:nvSpPr>
          <p:cNvPr id="7" name="Text Placeholder 6">
            <a:extLst>
              <a:ext uri="{FF2B5EF4-FFF2-40B4-BE49-F238E27FC236}">
                <a16:creationId xmlns:a16="http://schemas.microsoft.com/office/drawing/2014/main" id="{5982CA2A-E768-B048-B7A1-C990E52CE4BF}"/>
              </a:ext>
            </a:extLst>
          </p:cNvPr>
          <p:cNvSpPr>
            <a:spLocks noGrp="1"/>
          </p:cNvSpPr>
          <p:nvPr>
            <p:ph type="body" sz="quarter" idx="16"/>
          </p:nvPr>
        </p:nvSpPr>
        <p:spPr/>
        <p:txBody>
          <a:bodyPr/>
          <a:lstStyle/>
          <a:p>
            <a:endParaRPr lang="en-US"/>
          </a:p>
        </p:txBody>
      </p:sp>
      <p:sp>
        <p:nvSpPr>
          <p:cNvPr id="8" name="Picture Placeholder 7">
            <a:extLst>
              <a:ext uri="{FF2B5EF4-FFF2-40B4-BE49-F238E27FC236}">
                <a16:creationId xmlns:a16="http://schemas.microsoft.com/office/drawing/2014/main" id="{B5571A7A-88B6-D54D-8E5F-E3422BEC2AD0}"/>
              </a:ext>
            </a:extLst>
          </p:cNvPr>
          <p:cNvSpPr>
            <a:spLocks noGrp="1"/>
          </p:cNvSpPr>
          <p:nvPr>
            <p:ph type="pic" sz="quarter" idx="11"/>
          </p:nvPr>
        </p:nvSpPr>
        <p:spPr/>
      </p:sp>
      <p:sp>
        <p:nvSpPr>
          <p:cNvPr id="9" name="Picture Placeholder 8">
            <a:extLst>
              <a:ext uri="{FF2B5EF4-FFF2-40B4-BE49-F238E27FC236}">
                <a16:creationId xmlns:a16="http://schemas.microsoft.com/office/drawing/2014/main" id="{F6CE7329-F4E6-234F-8D6D-0976C9A5F81F}"/>
              </a:ext>
            </a:extLst>
          </p:cNvPr>
          <p:cNvSpPr>
            <a:spLocks noGrp="1"/>
          </p:cNvSpPr>
          <p:nvPr>
            <p:ph type="pic" sz="quarter" idx="23"/>
          </p:nvPr>
        </p:nvSpPr>
        <p:spPr/>
      </p:sp>
      <p:sp>
        <p:nvSpPr>
          <p:cNvPr id="10" name="Picture Placeholder 9">
            <a:extLst>
              <a:ext uri="{FF2B5EF4-FFF2-40B4-BE49-F238E27FC236}">
                <a16:creationId xmlns:a16="http://schemas.microsoft.com/office/drawing/2014/main" id="{4D5FD844-FA21-C743-93D4-EA9FE7689039}"/>
              </a:ext>
            </a:extLst>
          </p:cNvPr>
          <p:cNvSpPr>
            <a:spLocks noGrp="1"/>
          </p:cNvSpPr>
          <p:nvPr>
            <p:ph type="pic" sz="quarter" idx="24"/>
          </p:nvPr>
        </p:nvSpPr>
        <p:spPr/>
      </p:sp>
    </p:spTree>
    <p:extLst>
      <p:ext uri="{BB962C8B-B14F-4D97-AF65-F5344CB8AC3E}">
        <p14:creationId xmlns:p14="http://schemas.microsoft.com/office/powerpoint/2010/main" val="933935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58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F12FF-185A-BB49-84BB-E0F8942DC298}"/>
              </a:ext>
            </a:extLst>
          </p:cNvPr>
          <p:cNvSpPr>
            <a:spLocks noGrp="1"/>
          </p:cNvSpPr>
          <p:nvPr>
            <p:ph type="ctrTitle"/>
          </p:nvPr>
        </p:nvSpPr>
        <p:spPr/>
        <p:txBody>
          <a:bodyPr/>
          <a:lstStyle/>
          <a:p>
            <a:endParaRPr lang="en-US"/>
          </a:p>
        </p:txBody>
      </p:sp>
      <p:sp>
        <p:nvSpPr>
          <p:cNvPr id="3" name="Text Placeholder 2">
            <a:extLst>
              <a:ext uri="{FF2B5EF4-FFF2-40B4-BE49-F238E27FC236}">
                <a16:creationId xmlns:a16="http://schemas.microsoft.com/office/drawing/2014/main" id="{4D8FFF40-8945-ED46-AF1A-0FEE11900203}"/>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3E81EAE0-BD70-5B4C-92CA-84964AB89F5F}"/>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4B40C68A-FFD6-1645-AAF8-93682CA41CC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102856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80610-7F9A-F141-8440-25D93380DF4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6FE60FE-E6BF-AB4F-83A8-C5F208A7576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93570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82AD2-F07D-A142-869F-ED33F7CD768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3915CC6-D8F1-324A-9EDF-C69177CB366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34640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55888-C8AE-7341-A59A-974BC4ABC5D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16F297B-CAD0-1444-B9E3-24C3708CB070}"/>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CE2995A2-AADB-6D4C-8681-5C5FC71FF4B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501869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E54BE-55C8-AD4C-950E-E1477A15968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D3E6828-AA7A-FE44-BA30-28EA10CF2D0C}"/>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A2F5813D-A8BE-0E4A-B840-31A65BB4790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19391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CA90-64AA-644F-991F-F266500E30A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4CFF143-0647-4A46-A3A5-C4A8929FAD3F}"/>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36358E6-A7DF-5C45-BE59-5B06F730B2A0}"/>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517283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0E3D-43F0-E144-B1ED-4A7539CEDE2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6C556EF-C6CF-464F-B967-0981563CC97E}"/>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510CF5D1-535F-F449-9131-96F5F5DB936D}"/>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3B8A34CF-84FB-024F-8913-2C3227FD2F90}"/>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07D1BE0A-769E-C54D-819A-66D129942952}"/>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4103886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864F-167C-D040-9864-7EAAF4A5E5D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7472628-6B45-EB4E-956F-DBFFF74D46BE}"/>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BBC9CD3D-A923-8E4F-B0F7-2B63A6D4A51B}"/>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F499024B-4B5A-DB42-A97B-D5EA168E331A}"/>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EB55D7E1-1A22-9D4C-B5BE-36BE6E2E44A8}"/>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659436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41C14-9727-A94E-8F82-24593254AF9B}"/>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36872276-E85E-2B44-9C06-BBA0C8C5AD84}"/>
              </a:ext>
            </a:extLst>
          </p:cNvPr>
          <p:cNvSpPr>
            <a:spLocks noGrp="1"/>
          </p:cNvSpPr>
          <p:nvPr>
            <p:ph type="pic" sz="quarter" idx="10"/>
          </p:nvPr>
        </p:nvSpPr>
        <p:spPr/>
      </p:sp>
      <p:sp>
        <p:nvSpPr>
          <p:cNvPr id="4" name="Text Placeholder 3">
            <a:extLst>
              <a:ext uri="{FF2B5EF4-FFF2-40B4-BE49-F238E27FC236}">
                <a16:creationId xmlns:a16="http://schemas.microsoft.com/office/drawing/2014/main" id="{0264C68D-05B0-0B48-A33A-C3665325D61C}"/>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288919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76B92-CEBC-CB43-89DF-8E36C0730026}"/>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A2039045-451D-7A49-AE66-6C791B97AA11}"/>
              </a:ext>
            </a:extLst>
          </p:cNvPr>
          <p:cNvSpPr>
            <a:spLocks noGrp="1"/>
          </p:cNvSpPr>
          <p:nvPr>
            <p:ph type="pic" sz="quarter" idx="10"/>
          </p:nvPr>
        </p:nvSpPr>
        <p:spPr/>
      </p:sp>
      <p:sp>
        <p:nvSpPr>
          <p:cNvPr id="4" name="Text Placeholder 3">
            <a:extLst>
              <a:ext uri="{FF2B5EF4-FFF2-40B4-BE49-F238E27FC236}">
                <a16:creationId xmlns:a16="http://schemas.microsoft.com/office/drawing/2014/main" id="{1A51C8A3-AD64-CE4F-896A-4CFAD62140D5}"/>
              </a:ext>
            </a:extLst>
          </p:cNvPr>
          <p:cNvSpPr>
            <a:spLocks noGrp="1"/>
          </p:cNvSpPr>
          <p:nvPr>
            <p:ph type="body" sz="quarter" idx="11"/>
          </p:nvPr>
        </p:nvSpPr>
        <p:spPr/>
        <p:txBody>
          <a:bodyPr/>
          <a:lstStyle/>
          <a:p>
            <a:endParaRPr lang="en-US"/>
          </a:p>
        </p:txBody>
      </p:sp>
      <p:sp>
        <p:nvSpPr>
          <p:cNvPr id="5" name="Text Placeholder 4">
            <a:extLst>
              <a:ext uri="{FF2B5EF4-FFF2-40B4-BE49-F238E27FC236}">
                <a16:creationId xmlns:a16="http://schemas.microsoft.com/office/drawing/2014/main" id="{D4EB8DE8-D4D1-F243-8C81-2041CCE3910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94270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C2A9B-E909-EC4F-883F-7BCE5BB621C0}"/>
              </a:ext>
            </a:extLst>
          </p:cNvPr>
          <p:cNvSpPr>
            <a:spLocks noGrp="1"/>
          </p:cNvSpPr>
          <p:nvPr>
            <p:ph type="title"/>
          </p:nvPr>
        </p:nvSpPr>
        <p:spPr/>
        <p:txBody>
          <a:bodyPr/>
          <a:lstStyle/>
          <a:p>
            <a:endParaRPr lang="en-US"/>
          </a:p>
        </p:txBody>
      </p:sp>
      <p:sp>
        <p:nvSpPr>
          <p:cNvPr id="3" name="Chart Placeholder 2">
            <a:extLst>
              <a:ext uri="{FF2B5EF4-FFF2-40B4-BE49-F238E27FC236}">
                <a16:creationId xmlns:a16="http://schemas.microsoft.com/office/drawing/2014/main" id="{C795AF44-0205-D54B-A628-5F299193CB41}"/>
              </a:ext>
            </a:extLst>
          </p:cNvPr>
          <p:cNvSpPr>
            <a:spLocks noGrp="1"/>
          </p:cNvSpPr>
          <p:nvPr>
            <p:ph type="chart" sz="quarter" idx="13"/>
          </p:nvPr>
        </p:nvSpPr>
        <p:spPr/>
      </p:sp>
      <p:sp>
        <p:nvSpPr>
          <p:cNvPr id="4" name="Chart Placeholder 3">
            <a:extLst>
              <a:ext uri="{FF2B5EF4-FFF2-40B4-BE49-F238E27FC236}">
                <a16:creationId xmlns:a16="http://schemas.microsoft.com/office/drawing/2014/main" id="{F2501349-9A56-014F-9A5F-F731AE4F8F12}"/>
              </a:ext>
            </a:extLst>
          </p:cNvPr>
          <p:cNvSpPr>
            <a:spLocks noGrp="1"/>
          </p:cNvSpPr>
          <p:nvPr>
            <p:ph type="chart" sz="quarter" idx="14"/>
          </p:nvPr>
        </p:nvSpPr>
        <p:spPr/>
      </p:sp>
    </p:spTree>
    <p:extLst>
      <p:ext uri="{BB962C8B-B14F-4D97-AF65-F5344CB8AC3E}">
        <p14:creationId xmlns:p14="http://schemas.microsoft.com/office/powerpoint/2010/main" val="16453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5AF6D-7896-4749-9F7F-3D14F57D7B4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07986501"/>
      </p:ext>
    </p:extLst>
  </p:cSld>
  <p:clrMapOvr>
    <a:masterClrMapping/>
  </p:clrMapOvr>
  <p:transition spd="med">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7F7FE03-19F7-094C-90CC-779AF73A75FE}"/>
              </a:ext>
            </a:extLst>
          </p:cNvPr>
          <p:cNvSpPr>
            <a:spLocks noGrp="1"/>
          </p:cNvSpPr>
          <p:nvPr>
            <p:ph type="pic" sz="quarter" idx="10"/>
          </p:nvPr>
        </p:nvSpPr>
        <p:spPr/>
      </p:sp>
    </p:spTree>
    <p:extLst>
      <p:ext uri="{BB962C8B-B14F-4D97-AF65-F5344CB8AC3E}">
        <p14:creationId xmlns:p14="http://schemas.microsoft.com/office/powerpoint/2010/main" val="2560526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039252"/>
      </p:ext>
    </p:extLst>
  </p:cSld>
  <p:clrMapOvr>
    <a:masterClrMapping/>
  </p:clrMapOvr>
</p:sld>
</file>

<file path=ppt/theme/theme1.xml><?xml version="1.0" encoding="utf-8"?>
<a:theme xmlns:a="http://schemas.openxmlformats.org/drawingml/2006/main" name="Black Master">
  <a:themeElements>
    <a:clrScheme name="SW2022">
      <a:dk1>
        <a:srgbClr val="000000"/>
      </a:dk1>
      <a:lt1>
        <a:srgbClr val="FFFFFF"/>
      </a:lt1>
      <a:dk2>
        <a:srgbClr val="E6342E"/>
      </a:dk2>
      <a:lt2>
        <a:srgbClr val="FFFFFF"/>
      </a:lt2>
      <a:accent1>
        <a:srgbClr val="4784DA"/>
      </a:accent1>
      <a:accent2>
        <a:srgbClr val="F7A330"/>
      </a:accent2>
      <a:accent3>
        <a:srgbClr val="2CED97"/>
      </a:accent3>
      <a:accent4>
        <a:srgbClr val="E957BA"/>
      </a:accent4>
      <a:accent5>
        <a:srgbClr val="444547"/>
      </a:accent5>
      <a:accent6>
        <a:srgbClr val="CD3428"/>
      </a:accent6>
      <a:hlink>
        <a:srgbClr val="4784DA"/>
      </a:hlink>
      <a:folHlink>
        <a:srgbClr val="5299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defPPr>
      </a:lstStyle>
    </a:txDef>
  </a:objectDefaults>
  <a:extraClrSchemeLst/>
  <a:extLst>
    <a:ext uri="{05A4C25C-085E-4340-85A3-A5531E510DB2}">
      <thm15:themeFamily xmlns:thm15="http://schemas.microsoft.com/office/thememl/2012/main" name="SpiceWorld2021_FINAL" id="{C80539A2-C64A-134E-89BB-715978423D80}" vid="{CD0A63D4-D768-A84B-A3EE-AD366DCF9D08}"/>
    </a:ext>
  </a:extLst>
</a:theme>
</file>

<file path=ppt/theme/theme2.xml><?xml version="1.0" encoding="utf-8"?>
<a:theme xmlns:a="http://schemas.openxmlformats.org/drawingml/2006/main" name="White Master">
  <a:themeElements>
    <a:clrScheme name="SW2022">
      <a:dk1>
        <a:srgbClr val="000000"/>
      </a:dk1>
      <a:lt1>
        <a:srgbClr val="FFFFFF"/>
      </a:lt1>
      <a:dk2>
        <a:srgbClr val="E6342E"/>
      </a:dk2>
      <a:lt2>
        <a:srgbClr val="FFFFFF"/>
      </a:lt2>
      <a:accent1>
        <a:srgbClr val="4784DA"/>
      </a:accent1>
      <a:accent2>
        <a:srgbClr val="F7A330"/>
      </a:accent2>
      <a:accent3>
        <a:srgbClr val="2CED97"/>
      </a:accent3>
      <a:accent4>
        <a:srgbClr val="E957BA"/>
      </a:accent4>
      <a:accent5>
        <a:srgbClr val="444547"/>
      </a:accent5>
      <a:accent6>
        <a:srgbClr val="CD3428"/>
      </a:accent6>
      <a:hlink>
        <a:srgbClr val="4784DA"/>
      </a:hlink>
      <a:folHlink>
        <a:srgbClr val="5299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iceWorld2021_FINAL" id="{C80539A2-C64A-134E-89BB-715978423D80}" vid="{788A6B10-15B9-2C47-9E95-CFA96AA03E8E}"/>
    </a:ext>
  </a:extLst>
</a:theme>
</file>

<file path=ppt/theme/theme3.xml><?xml version="1.0" encoding="utf-8"?>
<a:theme xmlns:a="http://schemas.openxmlformats.org/drawingml/2006/main" name="Content Master">
  <a:themeElements>
    <a:clrScheme name="SW2022">
      <a:dk1>
        <a:srgbClr val="000000"/>
      </a:dk1>
      <a:lt1>
        <a:srgbClr val="FFFFFF"/>
      </a:lt1>
      <a:dk2>
        <a:srgbClr val="E6342E"/>
      </a:dk2>
      <a:lt2>
        <a:srgbClr val="FFFFFF"/>
      </a:lt2>
      <a:accent1>
        <a:srgbClr val="4784DA"/>
      </a:accent1>
      <a:accent2>
        <a:srgbClr val="F7A330"/>
      </a:accent2>
      <a:accent3>
        <a:srgbClr val="2CED97"/>
      </a:accent3>
      <a:accent4>
        <a:srgbClr val="E957BA"/>
      </a:accent4>
      <a:accent5>
        <a:srgbClr val="444547"/>
      </a:accent5>
      <a:accent6>
        <a:srgbClr val="CD3428"/>
      </a:accent6>
      <a:hlink>
        <a:srgbClr val="4784DA"/>
      </a:hlink>
      <a:folHlink>
        <a:srgbClr val="5299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iceWorld2021_FINAL" id="{C80539A2-C64A-134E-89BB-715978423D80}" vid="{FB6DADA1-4F24-1F40-A16E-1B4019AF220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A1161F77B80846B0F81F9EF97010BA" ma:contentTypeVersion="13" ma:contentTypeDescription="Create a new document." ma:contentTypeScope="" ma:versionID="cb6c1a8401cf5903ea1a4d348588db21">
  <xsd:schema xmlns:xsd="http://www.w3.org/2001/XMLSchema" xmlns:xs="http://www.w3.org/2001/XMLSchema" xmlns:p="http://schemas.microsoft.com/office/2006/metadata/properties" xmlns:ns2="5ddd2dc0-293e-4f89-9ca7-fcf31b6e716d" xmlns:ns3="96160c93-ff9a-4fd3-b163-c96180c8653a" targetNamespace="http://schemas.microsoft.com/office/2006/metadata/properties" ma:root="true" ma:fieldsID="9933539a405504878813076fa30e223a" ns2:_="" ns3:_="">
    <xsd:import namespace="5ddd2dc0-293e-4f89-9ca7-fcf31b6e716d"/>
    <xsd:import namespace="96160c93-ff9a-4fd3-b163-c96180c8653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dd2dc0-293e-4f89-9ca7-fcf31b6e71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6160c93-ff9a-4fd3-b163-c96180c8653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3585CB-3F94-46D1-BC26-5D96DE6DC4E1}">
  <ds:schemaRefs>
    <ds:schemaRef ds:uri="http://purl.org/dc/dcmitype/"/>
    <ds:schemaRef ds:uri="http://purl.org/dc/terms/"/>
    <ds:schemaRef ds:uri="http://purl.org/dc/elements/1.1/"/>
    <ds:schemaRef ds:uri="96160c93-ff9a-4fd3-b163-c96180c8653a"/>
    <ds:schemaRef ds:uri="http://schemas.openxmlformats.org/package/2006/metadata/core-properties"/>
    <ds:schemaRef ds:uri="http://schemas.microsoft.com/office/infopath/2007/PartnerControls"/>
    <ds:schemaRef ds:uri="http://schemas.microsoft.com/office/2006/documentManagement/types"/>
    <ds:schemaRef ds:uri="5ddd2dc0-293e-4f89-9ca7-fcf31b6e716d"/>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206E9D3B-A40C-4D40-B995-01C1424891A7}">
  <ds:schemaRefs>
    <ds:schemaRef ds:uri="http://schemas.microsoft.com/sharepoint/v3/contenttype/forms"/>
  </ds:schemaRefs>
</ds:datastoreItem>
</file>

<file path=customXml/itemProps3.xml><?xml version="1.0" encoding="utf-8"?>
<ds:datastoreItem xmlns:ds="http://schemas.openxmlformats.org/officeDocument/2006/customXml" ds:itemID="{EADA0F6D-1BE3-463E-BD4F-7B4B205B8B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dd2dc0-293e-4f89-9ca7-fcf31b6e716d"/>
    <ds:schemaRef ds:uri="96160c93-ff9a-4fd3-b163-c96180c865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4146</TotalTime>
  <Words>190</Words>
  <Application>Microsoft Macintosh PowerPoint</Application>
  <PresentationFormat>Widescreen</PresentationFormat>
  <Paragraphs>13</Paragraphs>
  <Slides>30</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30</vt:i4>
      </vt:variant>
    </vt:vector>
  </HeadingPairs>
  <TitlesOfParts>
    <vt:vector size="40" baseType="lpstr">
      <vt:lpstr>Arial</vt:lpstr>
      <vt:lpstr>Calibri</vt:lpstr>
      <vt:lpstr>Century Gothic</vt:lpstr>
      <vt:lpstr>Century Gothic Regular</vt:lpstr>
      <vt:lpstr>Franklin Gothic Book</vt:lpstr>
      <vt:lpstr>Franklin Gothic Medium</vt:lpstr>
      <vt:lpstr>Helvetica</vt:lpstr>
      <vt:lpstr>Black Master</vt:lpstr>
      <vt:lpstr>White Master</vt:lpstr>
      <vt:lpstr>Content Master</vt:lpstr>
      <vt:lpstr>Template guidelines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Lewis</dc:creator>
  <cp:lastModifiedBy>Dana Moberly</cp:lastModifiedBy>
  <cp:revision>100</cp:revision>
  <dcterms:created xsi:type="dcterms:W3CDTF">2018-06-07T19:19:03Z</dcterms:created>
  <dcterms:modified xsi:type="dcterms:W3CDTF">2022-08-16T15:27:20Z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0x01010036A1161F77B80846B0F81F9EF97010BA</vt:lpwstr>
  </property>
</Properties>
</file>