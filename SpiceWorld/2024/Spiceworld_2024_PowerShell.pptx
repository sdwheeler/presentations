
<file path=[Content_Types].xml><?xml version="1.0" encoding="utf-8"?>
<Types xmlns="http://schemas.openxmlformats.org/package/2006/content-types">
  <Default Extension="fntdata" ContentType="application/x-fontdata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5"/>
  </p:notesMasterIdLst>
  <p:sldIdLst>
    <p:sldId id="256" r:id="rId2"/>
    <p:sldId id="1148" r:id="rId3"/>
    <p:sldId id="1150" r:id="rId4"/>
  </p:sldIdLst>
  <p:sldSz cx="12192000" cy="6858000"/>
  <p:notesSz cx="6858000" cy="9144000"/>
  <p:embeddedFontLst>
    <p:embeddedFont>
      <p:font typeface="Montserrat" panose="00000500000000000000" pitchFamily="2" charset="0"/>
      <p:regular r:id="rId6"/>
      <p:bold r:id="rId7"/>
      <p:italic r:id="rId8"/>
      <p:boldItalic r:id="rId9"/>
    </p:embeddedFont>
    <p:embeddedFont>
      <p:font typeface="Montserrat SemiBold" panose="000007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54CBBB-0EC6-4C5D-8830-B0DE6993DEAF}" v="5" dt="2024-11-14T13:26:22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555" y="2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n Wheeler" userId="8b895b7b-8e8a-4413-8039-92948f5315b9" providerId="ADAL" clId="{6E54CBBB-0EC6-4C5D-8830-B0DE6993DEAF}"/>
    <pc:docChg chg="undo custSel addSld delSld modSld delMainMaster">
      <pc:chgData name="Sean Wheeler" userId="8b895b7b-8e8a-4413-8039-92948f5315b9" providerId="ADAL" clId="{6E54CBBB-0EC6-4C5D-8830-B0DE6993DEAF}" dt="2024-11-14T13:26:30.398" v="38" actId="47"/>
      <pc:docMkLst>
        <pc:docMk/>
      </pc:docMkLst>
      <pc:sldChg chg="modSp mod">
        <pc:chgData name="Sean Wheeler" userId="8b895b7b-8e8a-4413-8039-92948f5315b9" providerId="ADAL" clId="{6E54CBBB-0EC6-4C5D-8830-B0DE6993DEAF}" dt="2024-11-13T14:52:53.021" v="21" actId="14100"/>
        <pc:sldMkLst>
          <pc:docMk/>
          <pc:sldMk cId="0" sldId="256"/>
        </pc:sldMkLst>
        <pc:spChg chg="mod">
          <ac:chgData name="Sean Wheeler" userId="8b895b7b-8e8a-4413-8039-92948f5315b9" providerId="ADAL" clId="{6E54CBBB-0EC6-4C5D-8830-B0DE6993DEAF}" dt="2024-11-13T14:52:53.021" v="21" actId="14100"/>
          <ac:spMkLst>
            <pc:docMk/>
            <pc:sldMk cId="0" sldId="256"/>
            <ac:spMk id="262" creationId="{00000000-0000-0000-0000-000000000000}"/>
          </ac:spMkLst>
        </pc:spChg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57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58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59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60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61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62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63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64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65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66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67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68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69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70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71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72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73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74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75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76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77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78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79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80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81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82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83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84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85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86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87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88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89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90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91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92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93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94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95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96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97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98"/>
        </pc:sldMkLst>
      </pc:sldChg>
      <pc:sldChg chg="del">
        <pc:chgData name="Sean Wheeler" userId="8b895b7b-8e8a-4413-8039-92948f5315b9" providerId="ADAL" clId="{6E54CBBB-0EC6-4C5D-8830-B0DE6993DEAF}" dt="2024-11-14T13:26:30.398" v="38" actId="47"/>
        <pc:sldMkLst>
          <pc:docMk/>
          <pc:sldMk cId="0" sldId="299"/>
        </pc:sldMkLst>
      </pc:sldChg>
      <pc:sldChg chg="del">
        <pc:chgData name="Sean Wheeler" userId="8b895b7b-8e8a-4413-8039-92948f5315b9" providerId="ADAL" clId="{6E54CBBB-0EC6-4C5D-8830-B0DE6993DEAF}" dt="2024-11-14T13:26:06.977" v="34" actId="47"/>
        <pc:sldMkLst>
          <pc:docMk/>
          <pc:sldMk cId="465035149" sldId="1149"/>
        </pc:sldMkLst>
      </pc:sldChg>
      <pc:sldChg chg="addSp delSp modSp add mod modShow">
        <pc:chgData name="Sean Wheeler" userId="8b895b7b-8e8a-4413-8039-92948f5315b9" providerId="ADAL" clId="{6E54CBBB-0EC6-4C5D-8830-B0DE6993DEAF}" dt="2024-11-14T13:26:22.853" v="37" actId="20577"/>
        <pc:sldMkLst>
          <pc:docMk/>
          <pc:sldMk cId="2604017849" sldId="1150"/>
        </pc:sldMkLst>
        <pc:spChg chg="add mod">
          <ac:chgData name="Sean Wheeler" userId="8b895b7b-8e8a-4413-8039-92948f5315b9" providerId="ADAL" clId="{6E54CBBB-0EC6-4C5D-8830-B0DE6993DEAF}" dt="2024-11-14T13:24:11.992" v="25"/>
          <ac:spMkLst>
            <pc:docMk/>
            <pc:sldMk cId="2604017849" sldId="1150"/>
            <ac:spMk id="2" creationId="{E570DD02-5CA3-088D-B624-61CA1152B4E6}"/>
          </ac:spMkLst>
        </pc:spChg>
        <pc:spChg chg="add mod">
          <ac:chgData name="Sean Wheeler" userId="8b895b7b-8e8a-4413-8039-92948f5315b9" providerId="ADAL" clId="{6E54CBBB-0EC6-4C5D-8830-B0DE6993DEAF}" dt="2024-11-14T13:24:07.289" v="24"/>
          <ac:spMkLst>
            <pc:docMk/>
            <pc:sldMk cId="2604017849" sldId="1150"/>
            <ac:spMk id="3" creationId="{5F77F43E-51C5-D2FC-634D-6F8C48640C11}"/>
          </ac:spMkLst>
        </pc:spChg>
        <pc:spChg chg="add mod">
          <ac:chgData name="Sean Wheeler" userId="8b895b7b-8e8a-4413-8039-92948f5315b9" providerId="ADAL" clId="{6E54CBBB-0EC6-4C5D-8830-B0DE6993DEAF}" dt="2024-11-14T13:25:20.424" v="30" actId="1076"/>
          <ac:spMkLst>
            <pc:docMk/>
            <pc:sldMk cId="2604017849" sldId="1150"/>
            <ac:spMk id="4" creationId="{3ACAD575-E1E6-43C8-0147-08BE3B65869F}"/>
          </ac:spMkLst>
        </pc:spChg>
        <pc:spChg chg="add mod">
          <ac:chgData name="Sean Wheeler" userId="8b895b7b-8e8a-4413-8039-92948f5315b9" providerId="ADAL" clId="{6E54CBBB-0EC6-4C5D-8830-B0DE6993DEAF}" dt="2024-11-14T13:26:22.853" v="37" actId="20577"/>
          <ac:spMkLst>
            <pc:docMk/>
            <pc:sldMk cId="2604017849" sldId="1150"/>
            <ac:spMk id="5" creationId="{73621063-BA64-A441-52A0-8AD52C0201E8}"/>
          </ac:spMkLst>
        </pc:spChg>
        <pc:spChg chg="del">
          <ac:chgData name="Sean Wheeler" userId="8b895b7b-8e8a-4413-8039-92948f5315b9" providerId="ADAL" clId="{6E54CBBB-0EC6-4C5D-8830-B0DE6993DEAF}" dt="2024-11-14T13:24:16.171" v="26" actId="478"/>
          <ac:spMkLst>
            <pc:docMk/>
            <pc:sldMk cId="2604017849" sldId="1150"/>
            <ac:spMk id="477" creationId="{EB9E90CA-A38B-8F18-9F2A-DA25270A3E3B}"/>
          </ac:spMkLst>
        </pc:spChg>
        <pc:spChg chg="del">
          <ac:chgData name="Sean Wheeler" userId="8b895b7b-8e8a-4413-8039-92948f5315b9" providerId="ADAL" clId="{6E54CBBB-0EC6-4C5D-8830-B0DE6993DEAF}" dt="2024-11-14T13:24:16.171" v="26" actId="478"/>
          <ac:spMkLst>
            <pc:docMk/>
            <pc:sldMk cId="2604017849" sldId="1150"/>
            <ac:spMk id="478" creationId="{E9FC1A22-982E-5EF5-6E1E-76439A1E4B90}"/>
          </ac:spMkLst>
        </pc:spChg>
        <pc:spChg chg="del">
          <ac:chgData name="Sean Wheeler" userId="8b895b7b-8e8a-4413-8039-92948f5315b9" providerId="ADAL" clId="{6E54CBBB-0EC6-4C5D-8830-B0DE6993DEAF}" dt="2024-11-14T13:24:16.171" v="26" actId="478"/>
          <ac:spMkLst>
            <pc:docMk/>
            <pc:sldMk cId="2604017849" sldId="1150"/>
            <ac:spMk id="479" creationId="{BE34F6B3-F1EC-4C2F-03A6-6E3DACE745D8}"/>
          </ac:spMkLst>
        </pc:spChg>
      </pc:sldChg>
      <pc:sldMasterChg chg="delSldLayout">
        <pc:chgData name="Sean Wheeler" userId="8b895b7b-8e8a-4413-8039-92948f5315b9" providerId="ADAL" clId="{6E54CBBB-0EC6-4C5D-8830-B0DE6993DEAF}" dt="2024-11-14T13:26:30.398" v="38" actId="47"/>
        <pc:sldMasterMkLst>
          <pc:docMk/>
          <pc:sldMasterMk cId="0" sldId="2147483690"/>
        </pc:sldMasterMkLst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0"/>
            <pc:sldLayoutMk cId="0" sldId="2147483649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0"/>
            <pc:sldLayoutMk cId="0" sldId="2147483650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0"/>
            <pc:sldLayoutMk cId="0" sldId="2147483651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0"/>
            <pc:sldLayoutMk cId="0" sldId="2147483652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0"/>
            <pc:sldLayoutMk cId="0" sldId="2147483653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0"/>
            <pc:sldLayoutMk cId="0" sldId="2147483654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0"/>
            <pc:sldLayoutMk cId="0" sldId="2147483655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0"/>
            <pc:sldLayoutMk cId="0" sldId="2147483656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0"/>
            <pc:sldLayoutMk cId="0" sldId="2147483657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0"/>
            <pc:sldLayoutMk cId="0" sldId="2147483659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0"/>
            <pc:sldLayoutMk cId="0" sldId="2147483660"/>
          </pc:sldLayoutMkLst>
        </pc:sldLayoutChg>
      </pc:sldMasterChg>
      <pc:sldMasterChg chg="del delSldLayout">
        <pc:chgData name="Sean Wheeler" userId="8b895b7b-8e8a-4413-8039-92948f5315b9" providerId="ADAL" clId="{6E54CBBB-0EC6-4C5D-8830-B0DE6993DEAF}" dt="2024-11-14T13:26:30.398" v="38" actId="47"/>
        <pc:sldMasterMkLst>
          <pc:docMk/>
          <pc:sldMasterMk cId="0" sldId="2147483691"/>
        </pc:sldMasterMkLst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62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63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64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65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66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67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68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69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70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71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72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73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74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1"/>
            <pc:sldLayoutMk cId="0" sldId="2147483675"/>
          </pc:sldLayoutMkLst>
        </pc:sldLayoutChg>
      </pc:sldMasterChg>
      <pc:sldMasterChg chg="del delSldLayout">
        <pc:chgData name="Sean Wheeler" userId="8b895b7b-8e8a-4413-8039-92948f5315b9" providerId="ADAL" clId="{6E54CBBB-0EC6-4C5D-8830-B0DE6993DEAF}" dt="2024-11-14T13:26:30.398" v="38" actId="47"/>
        <pc:sldMasterMkLst>
          <pc:docMk/>
          <pc:sldMasterMk cId="0" sldId="2147483692"/>
        </pc:sldMasterMkLst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76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77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78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79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80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81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82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83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84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85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86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87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88"/>
          </pc:sldLayoutMkLst>
        </pc:sldLayoutChg>
        <pc:sldLayoutChg chg="del">
          <pc:chgData name="Sean Wheeler" userId="8b895b7b-8e8a-4413-8039-92948f5315b9" providerId="ADAL" clId="{6E54CBBB-0EC6-4C5D-8830-B0DE6993DEAF}" dt="2024-11-14T13:26:30.398" v="38" actId="47"/>
          <pc:sldLayoutMkLst>
            <pc:docMk/>
            <pc:sldMasterMk cId="0" sldId="2147483692"/>
            <pc:sldLayoutMk cId="0" sldId="214748368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925CC4ED-FEF8-A07D-870A-321589881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:notes">
            <a:extLst>
              <a:ext uri="{FF2B5EF4-FFF2-40B4-BE49-F238E27FC236}">
                <a16:creationId xmlns:a16="http://schemas.microsoft.com/office/drawing/2014/main" id="{E063D416-3EA0-50FE-1897-A4B5E923B8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8:notes">
            <a:extLst>
              <a:ext uri="{FF2B5EF4-FFF2-40B4-BE49-F238E27FC236}">
                <a16:creationId xmlns:a16="http://schemas.microsoft.com/office/drawing/2014/main" id="{27ABDA15-AB21-F8E7-848B-63ED63017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2123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descr="A blue yellow and green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008914" y="1995207"/>
            <a:ext cx="6774873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Montserrat SemiBold"/>
              <a:buNone/>
              <a:defRPr sz="5500" b="1" i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008914" y="4474882"/>
            <a:ext cx="6774873" cy="103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ner Photo">
  <p:cSld name="Corner Photo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2" descr="A black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>
            <a:spLocks noGrp="1"/>
          </p:cNvSpPr>
          <p:nvPr>
            <p:ph type="pic" idx="2"/>
          </p:nvPr>
        </p:nvSpPr>
        <p:spPr>
          <a:xfrm>
            <a:off x="5875338" y="0"/>
            <a:ext cx="6316662" cy="29940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2"/>
          <p:cNvSpPr txBox="1">
            <a:spLocks noGrp="1"/>
          </p:cNvSpPr>
          <p:nvPr>
            <p:ph type="title"/>
          </p:nvPr>
        </p:nvSpPr>
        <p:spPr>
          <a:xfrm>
            <a:off x="1126299" y="878757"/>
            <a:ext cx="4009372" cy="2115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424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1126299" y="3544865"/>
            <a:ext cx="10084496" cy="236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s">
  <p:cSld name="Speaker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 descr="A blue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>
            <a:spLocks noGrp="1"/>
          </p:cNvSpPr>
          <p:nvPr>
            <p:ph type="pic" idx="2"/>
          </p:nvPr>
        </p:nvSpPr>
        <p:spPr>
          <a:xfrm>
            <a:off x="2543693" y="2099257"/>
            <a:ext cx="2229094" cy="2222534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2829273" y="325438"/>
            <a:ext cx="6533454" cy="135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4243"/>
              </a:buClr>
              <a:buSzPts val="6000"/>
              <a:buFont typeface="Montserrat"/>
              <a:buNone/>
              <a:defRPr sz="6000">
                <a:solidFill>
                  <a:srgbClr val="0D42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1340680" y="4493510"/>
            <a:ext cx="4635120" cy="44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3"/>
          </p:nvPr>
        </p:nvSpPr>
        <p:spPr>
          <a:xfrm>
            <a:off x="1340680" y="5064775"/>
            <a:ext cx="4635120" cy="795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>
            <a:spLocks noGrp="1"/>
          </p:cNvSpPr>
          <p:nvPr>
            <p:ph type="pic" idx="4"/>
          </p:nvPr>
        </p:nvSpPr>
        <p:spPr>
          <a:xfrm>
            <a:off x="7373270" y="2099257"/>
            <a:ext cx="2229094" cy="2222534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5"/>
          <p:cNvSpPr txBox="1">
            <a:spLocks noGrp="1"/>
          </p:cNvSpPr>
          <p:nvPr>
            <p:ph type="body" idx="5"/>
          </p:nvPr>
        </p:nvSpPr>
        <p:spPr>
          <a:xfrm>
            <a:off x="6170257" y="4493510"/>
            <a:ext cx="4635120" cy="44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6"/>
          </p:nvPr>
        </p:nvSpPr>
        <p:spPr>
          <a:xfrm>
            <a:off x="6170257" y="5064775"/>
            <a:ext cx="4635120" cy="795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050618"/>
            <a:ext cx="9144000" cy="2387599"/>
          </a:xfrm>
          <a:prstGeom prst="rect">
            <a:avLst/>
          </a:prstGeom>
        </p:spPr>
        <p:txBody>
          <a:bodyPr anchor="ctr" anchorCtr="0"/>
          <a:lstStyle>
            <a:lvl1pPr algn="ctr">
              <a:defRPr sz="60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65552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4243"/>
              </a:buClr>
              <a:buSzPts val="4400"/>
              <a:buFont typeface="Montserrat"/>
              <a:buNone/>
              <a:defRPr sz="4400" b="0" i="0" u="none" strike="noStrike" cap="none">
                <a:solidFill>
                  <a:srgbClr val="0D42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BF0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D42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BF0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D42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BF0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D42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BF0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D42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BF0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D42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1" r:id="rId3"/>
    <p:sldLayoutId id="214748369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dwheeler.github.io/seanonit/doc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psjamesp/SW24-PowerShellIntr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>
            <a:spLocks noGrp="1"/>
          </p:cNvSpPr>
          <p:nvPr>
            <p:ph type="ctrTitle"/>
          </p:nvPr>
        </p:nvSpPr>
        <p:spPr>
          <a:xfrm>
            <a:off x="2008914" y="1995207"/>
            <a:ext cx="847338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Montserrat SemiBold"/>
              <a:buNone/>
            </a:pPr>
            <a:r>
              <a:rPr lang="en-US" dirty="0"/>
              <a:t>Spiceworld 2024</a:t>
            </a:r>
            <a:br>
              <a:rPr lang="en-US" dirty="0"/>
            </a:br>
            <a:r>
              <a:rPr lang="en-US" dirty="0"/>
              <a:t>Mastering PowerShell </a:t>
            </a:r>
            <a:endParaRPr dirty="0"/>
          </a:p>
        </p:txBody>
      </p:sp>
      <p:sp>
        <p:nvSpPr>
          <p:cNvPr id="263" name="Google Shape;263;p46"/>
          <p:cNvSpPr txBox="1">
            <a:spLocks noGrp="1"/>
          </p:cNvSpPr>
          <p:nvPr>
            <p:ph type="subTitle" idx="1"/>
          </p:nvPr>
        </p:nvSpPr>
        <p:spPr>
          <a:xfrm>
            <a:off x="2008914" y="4474882"/>
            <a:ext cx="6774873" cy="103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Level Up Your IT Game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4B8C-E80B-414A-BC0E-628A79B74F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James Petty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DA1388-BAB3-0C97-9777-ED157023E152}"/>
              </a:ext>
            </a:extLst>
          </p:cNvPr>
          <p:cNvSpPr txBox="1">
            <a:spLocks/>
          </p:cNvSpPr>
          <p:nvPr/>
        </p:nvSpPr>
        <p:spPr>
          <a:xfrm>
            <a:off x="1524000" y="3244417"/>
            <a:ext cx="9144000" cy="2387599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@</a:t>
            </a:r>
            <a:r>
              <a:rPr lang="en-US" sz="4000" dirty="0" err="1"/>
              <a:t>psjamesp</a:t>
            </a:r>
            <a:endParaRPr lang="en-US" sz="4000" dirty="0"/>
          </a:p>
          <a:p>
            <a:r>
              <a:rPr lang="en-US" sz="4000" dirty="0" err="1"/>
              <a:t>Github.com</a:t>
            </a:r>
            <a:r>
              <a:rPr lang="en-US" sz="4000" dirty="0"/>
              <a:t>/</a:t>
            </a:r>
            <a:r>
              <a:rPr lang="en-US" sz="4000" dirty="0" err="1"/>
              <a:t>psjamesp</a:t>
            </a:r>
            <a:endParaRPr lang="en-US" sz="4000" dirty="0"/>
          </a:p>
        </p:txBody>
      </p:sp>
      <p:pic>
        <p:nvPicPr>
          <p:cNvPr id="7" name="Picture 6" descr="A blue and white sign with white text&#10;&#10;Description automatically generated">
            <a:extLst>
              <a:ext uri="{FF2B5EF4-FFF2-40B4-BE49-F238E27FC236}">
                <a16:creationId xmlns:a16="http://schemas.microsoft.com/office/drawing/2014/main" id="{6C811F32-0F81-402B-61E1-B104CB0AF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911" y="5374117"/>
            <a:ext cx="3054178" cy="1221671"/>
          </a:xfrm>
          <a:prstGeom prst="rect">
            <a:avLst/>
          </a:prstGeom>
        </p:spPr>
      </p:pic>
      <p:pic>
        <p:nvPicPr>
          <p:cNvPr id="9" name="Picture 8" descr="A book cover with text and images&#10;&#10;Description automatically generated">
            <a:extLst>
              <a:ext uri="{FF2B5EF4-FFF2-40B4-BE49-F238E27FC236}">
                <a16:creationId xmlns:a16="http://schemas.microsoft.com/office/drawing/2014/main" id="{82760EF3-943E-15C5-12D1-D729DB5F0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4149" y="466546"/>
            <a:ext cx="2212008" cy="2777871"/>
          </a:xfrm>
          <a:prstGeom prst="rect">
            <a:avLst/>
          </a:prstGeom>
        </p:spPr>
      </p:pic>
      <p:pic>
        <p:nvPicPr>
          <p:cNvPr id="11" name="Picture 10" descr="A book cover with a calendar&#10;&#10;Description automatically generated">
            <a:extLst>
              <a:ext uri="{FF2B5EF4-FFF2-40B4-BE49-F238E27FC236}">
                <a16:creationId xmlns:a16="http://schemas.microsoft.com/office/drawing/2014/main" id="{CB72D286-904D-50DE-D98F-038D4F25A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315" y="462468"/>
            <a:ext cx="2217370" cy="27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17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E438B930-6A1B-E2FB-FEF4-C786AE71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ACAD575-E1E6-43C8-0147-08BE3B65869F}"/>
              </a:ext>
            </a:extLst>
          </p:cNvPr>
          <p:cNvSpPr txBox="1">
            <a:spLocks/>
          </p:cNvSpPr>
          <p:nvPr/>
        </p:nvSpPr>
        <p:spPr>
          <a:xfrm>
            <a:off x="1577788" y="837626"/>
            <a:ext cx="9144000" cy="118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4243"/>
              </a:buClr>
              <a:buSzPts val="1800"/>
              <a:buFont typeface="Montserrat"/>
              <a:buNone/>
              <a:defRPr sz="4400" b="0" i="0" u="none" strike="noStrike" cap="none">
                <a:solidFill>
                  <a:srgbClr val="0D42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Sean Wheeler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21063-BA64-A441-52A0-8AD52C0201E8}"/>
              </a:ext>
            </a:extLst>
          </p:cNvPr>
          <p:cNvSpPr txBox="1"/>
          <p:nvPr/>
        </p:nvSpPr>
        <p:spPr>
          <a:xfrm>
            <a:off x="1322898" y="2026770"/>
            <a:ext cx="954620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Microsoft</a:t>
            </a:r>
          </a:p>
          <a:p>
            <a:pPr algn="ctr"/>
            <a:r>
              <a:rPr lang="en-US" sz="3200" dirty="0"/>
              <a:t>Principal Content Developer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>
                <a:hlinkClick r:id="rId3"/>
              </a:rPr>
              <a:t>https://sdwheeler.github.io/seanonit/docs</a:t>
            </a:r>
            <a:endParaRPr lang="en-US" sz="3200" dirty="0"/>
          </a:p>
          <a:p>
            <a:pPr algn="ctr"/>
            <a:endParaRPr lang="en-US" sz="3200" dirty="0"/>
          </a:p>
          <a:p>
            <a:pPr algn="ctr"/>
            <a:r>
              <a:rPr lang="en-US" sz="3200" dirty="0">
                <a:hlinkClick r:id="rId4"/>
              </a:rPr>
              <a:t>https://github.com/psjamesp/SW24-PowerShellIntro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04017849"/>
      </p:ext>
    </p:extLst>
  </p:cSld>
  <p:clrMapOvr>
    <a:masterClrMapping/>
  </p:clrMapOvr>
</p:sld>
</file>

<file path=ppt/theme/theme1.xml><?xml version="1.0" encoding="utf-8"?>
<a:theme xmlns:a="http://schemas.openxmlformats.org/drawingml/2006/main" name="Blu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45</Words>
  <Application>Microsoft Office PowerPoint</Application>
  <PresentationFormat>Widescreen</PresentationFormat>
  <Paragraphs>12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Montserrat SemiBold</vt:lpstr>
      <vt:lpstr>Montserrat</vt:lpstr>
      <vt:lpstr>Blue</vt:lpstr>
      <vt:lpstr>Spiceworld 2024 Mastering PowerShell </vt:lpstr>
      <vt:lpstr>James Petty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Sean Wheeler</dc:creator>
  <cp:lastModifiedBy>Sean Wheeler</cp:lastModifiedBy>
  <cp:revision>1</cp:revision>
  <dcterms:modified xsi:type="dcterms:W3CDTF">2024-11-14T18:46:48Z</dcterms:modified>
</cp:coreProperties>
</file>