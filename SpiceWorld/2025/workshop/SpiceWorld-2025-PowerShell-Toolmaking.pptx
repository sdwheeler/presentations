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6"/>
  </p:notesMasterIdLst>
  <p:sldIdLst>
    <p:sldId id="256" r:id="rId2"/>
    <p:sldId id="298" r:id="rId3"/>
    <p:sldId id="263" r:id="rId4"/>
    <p:sldId id="264" r:id="rId5"/>
    <p:sldId id="288" r:id="rId6"/>
    <p:sldId id="289" r:id="rId7"/>
    <p:sldId id="296" r:id="rId8"/>
    <p:sldId id="290" r:id="rId9"/>
    <p:sldId id="297" r:id="rId10"/>
    <p:sldId id="291" r:id="rId11"/>
    <p:sldId id="292" r:id="rId12"/>
    <p:sldId id="293" r:id="rId13"/>
    <p:sldId id="294" r:id="rId14"/>
    <p:sldId id="295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Medium" panose="00000600000000000000" pitchFamily="2" charset="0"/>
      <p:regular r:id="rId21"/>
      <p:italic r:id="rId22"/>
    </p:embeddedFont>
    <p:embeddedFont>
      <p:font typeface="Montserrat SemiBold" panose="000007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C52"/>
    <a:srgbClr val="C7A6F0"/>
    <a:srgbClr val="74BEB0"/>
    <a:srgbClr val="FAD260"/>
    <a:srgbClr val="AF7FE9"/>
    <a:srgbClr val="50AB9A"/>
    <a:srgbClr val="F8BE17"/>
    <a:srgbClr val="299EBF"/>
    <a:srgbClr val="90D9F8"/>
    <a:srgbClr val="F27C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77C7C-5B1E-4C07-81E3-1B195BB4A0C8}" v="7" dt="2025-11-05T02:16:28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 autoAdjust="0"/>
    <p:restoredTop sz="94688" autoAdjust="0"/>
  </p:normalViewPr>
  <p:slideViewPr>
    <p:cSldViewPr snapToGrid="0">
      <p:cViewPr varScale="1">
        <p:scale>
          <a:sx n="113" d="100"/>
          <a:sy n="113" d="100"/>
        </p:scale>
        <p:origin x="462" y="32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Wheeler" userId="8b895b7b-8e8a-4413-8039-92948f5315b9" providerId="ADAL" clId="{53D69530-A421-4D9A-AB5F-C6F9330E5A72}"/>
    <pc:docChg chg="undo redo custSel addSld delSld modSld sldOrd modMainMaster modShowInfo">
      <pc:chgData name="Sean Wheeler" userId="8b895b7b-8e8a-4413-8039-92948f5315b9" providerId="ADAL" clId="{53D69530-A421-4D9A-AB5F-C6F9330E5A72}" dt="2025-11-05T02:16:40.270" v="3081" actId="1076"/>
      <pc:docMkLst>
        <pc:docMk/>
      </pc:docMkLst>
      <pc:sldChg chg="addSp delSp modSp mod">
        <pc:chgData name="Sean Wheeler" userId="8b895b7b-8e8a-4413-8039-92948f5315b9" providerId="ADAL" clId="{53D69530-A421-4D9A-AB5F-C6F9330E5A72}" dt="2025-11-05T01:58:19.225" v="2897" actId="478"/>
        <pc:sldMkLst>
          <pc:docMk/>
          <pc:sldMk cId="0" sldId="256"/>
        </pc:sldMkLst>
        <pc:spChg chg="add mod">
          <ac:chgData name="Sean Wheeler" userId="8b895b7b-8e8a-4413-8039-92948f5315b9" providerId="ADAL" clId="{53D69530-A421-4D9A-AB5F-C6F9330E5A72}" dt="2025-10-27T19:23:26.660" v="410" actId="14100"/>
          <ac:spMkLst>
            <pc:docMk/>
            <pc:sldMk cId="0" sldId="256"/>
            <ac:spMk id="2" creationId="{0C5AA213-D775-ABE8-2E46-BF210FEDBE61}"/>
          </ac:spMkLst>
        </pc:spChg>
        <pc:spChg chg="mod">
          <ac:chgData name="Sean Wheeler" userId="8b895b7b-8e8a-4413-8039-92948f5315b9" providerId="ADAL" clId="{53D69530-A421-4D9A-AB5F-C6F9330E5A72}" dt="2025-10-27T19:23:58.373" v="411" actId="1076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Sean Wheeler" userId="8b895b7b-8e8a-4413-8039-92948f5315b9" providerId="ADAL" clId="{53D69530-A421-4D9A-AB5F-C6F9330E5A72}" dt="2025-10-27T19:21:22.606" v="322" actId="1076"/>
          <ac:spMkLst>
            <pc:docMk/>
            <pc:sldMk cId="0" sldId="256"/>
            <ac:spMk id="140" creationId="{00000000-0000-0000-0000-000000000000}"/>
          </ac:spMkLst>
        </pc:spChg>
        <pc:picChg chg="add del mod">
          <ac:chgData name="Sean Wheeler" userId="8b895b7b-8e8a-4413-8039-92948f5315b9" providerId="ADAL" clId="{53D69530-A421-4D9A-AB5F-C6F9330E5A72}" dt="2025-11-05T01:58:19.225" v="2897" actId="478"/>
          <ac:picMkLst>
            <pc:docMk/>
            <pc:sldMk cId="0" sldId="256"/>
            <ac:picMk id="4" creationId="{2746B720-E761-10CF-47EF-E3DADEAF8E86}"/>
          </ac:picMkLst>
        </pc:picChg>
        <pc:picChg chg="mod">
          <ac:chgData name="Sean Wheeler" userId="8b895b7b-8e8a-4413-8039-92948f5315b9" providerId="ADAL" clId="{53D69530-A421-4D9A-AB5F-C6F9330E5A72}" dt="2025-10-27T19:23:58.373" v="411" actId="1076"/>
          <ac:picMkLst>
            <pc:docMk/>
            <pc:sldMk cId="0" sldId="256"/>
            <ac:picMk id="138" creationId="{00000000-0000-0000-0000-000000000000}"/>
          </ac:picMkLst>
        </pc:picChg>
      </pc:sldChg>
      <pc:sldChg chg="addSp delSp modSp mod">
        <pc:chgData name="Sean Wheeler" userId="8b895b7b-8e8a-4413-8039-92948f5315b9" providerId="ADAL" clId="{53D69530-A421-4D9A-AB5F-C6F9330E5A72}" dt="2025-10-27T20:01:27.195" v="1086" actId="27636"/>
        <pc:sldMkLst>
          <pc:docMk/>
          <pc:sldMk cId="0" sldId="263"/>
        </pc:sldMkLst>
        <pc:spChg chg="mod">
          <ac:chgData name="Sean Wheeler" userId="8b895b7b-8e8a-4413-8039-92948f5315b9" providerId="ADAL" clId="{53D69530-A421-4D9A-AB5F-C6F9330E5A72}" dt="2025-10-27T18:46:57.752" v="173" actId="20577"/>
          <ac:spMkLst>
            <pc:docMk/>
            <pc:sldMk cId="0" sldId="263"/>
            <ac:spMk id="213" creationId="{00000000-0000-0000-0000-000000000000}"/>
          </ac:spMkLst>
        </pc:spChg>
        <pc:spChg chg="mod">
          <ac:chgData name="Sean Wheeler" userId="8b895b7b-8e8a-4413-8039-92948f5315b9" providerId="ADAL" clId="{53D69530-A421-4D9A-AB5F-C6F9330E5A72}" dt="2025-10-27T20:01:27.195" v="1086" actId="27636"/>
          <ac:spMkLst>
            <pc:docMk/>
            <pc:sldMk cId="0" sldId="263"/>
            <ac:spMk id="215" creationId="{00000000-0000-0000-0000-000000000000}"/>
          </ac:spMkLst>
        </pc:spChg>
        <pc:spChg chg="mod">
          <ac:chgData name="Sean Wheeler" userId="8b895b7b-8e8a-4413-8039-92948f5315b9" providerId="ADAL" clId="{53D69530-A421-4D9A-AB5F-C6F9330E5A72}" dt="2025-10-27T19:11:42.961" v="289" actId="14100"/>
          <ac:spMkLst>
            <pc:docMk/>
            <pc:sldMk cId="0" sldId="263"/>
            <ac:spMk id="218" creationId="{00000000-0000-0000-0000-000000000000}"/>
          </ac:spMkLst>
        </pc:spChg>
        <pc:picChg chg="add mod">
          <ac:chgData name="Sean Wheeler" userId="8b895b7b-8e8a-4413-8039-92948f5315b9" providerId="ADAL" clId="{53D69530-A421-4D9A-AB5F-C6F9330E5A72}" dt="2025-10-27T18:38:43.871" v="62" actId="962"/>
          <ac:picMkLst>
            <pc:docMk/>
            <pc:sldMk cId="0" sldId="263"/>
            <ac:picMk id="3" creationId="{10687564-AF48-0B61-4414-DA76E8C9244D}"/>
          </ac:picMkLst>
        </pc:picChg>
        <pc:picChg chg="add mod">
          <ac:chgData name="Sean Wheeler" userId="8b895b7b-8e8a-4413-8039-92948f5315b9" providerId="ADAL" clId="{53D69530-A421-4D9A-AB5F-C6F9330E5A72}" dt="2025-10-27T19:13:13.563" v="295"/>
          <ac:picMkLst>
            <pc:docMk/>
            <pc:sldMk cId="0" sldId="263"/>
            <ac:picMk id="5" creationId="{6D53AFDB-8842-8C8A-966E-FF70951532A6}"/>
          </ac:picMkLst>
        </pc:picChg>
      </pc:sldChg>
      <pc:sldChg chg="addSp delSp modSp mod">
        <pc:chgData name="Sean Wheeler" userId="8b895b7b-8e8a-4413-8039-92948f5315b9" providerId="ADAL" clId="{53D69530-A421-4D9A-AB5F-C6F9330E5A72}" dt="2025-10-31T13:52:39.895" v="2597" actId="12"/>
        <pc:sldMkLst>
          <pc:docMk/>
          <pc:sldMk cId="0" sldId="264"/>
        </pc:sldMkLst>
        <pc:spChg chg="mod">
          <ac:chgData name="Sean Wheeler" userId="8b895b7b-8e8a-4413-8039-92948f5315b9" providerId="ADAL" clId="{53D69530-A421-4D9A-AB5F-C6F9330E5A72}" dt="2025-10-27T18:41:54.599" v="90" actId="20577"/>
          <ac:spMkLst>
            <pc:docMk/>
            <pc:sldMk cId="0" sldId="264"/>
            <ac:spMk id="223" creationId="{00000000-0000-0000-0000-000000000000}"/>
          </ac:spMkLst>
        </pc:spChg>
        <pc:spChg chg="mod">
          <ac:chgData name="Sean Wheeler" userId="8b895b7b-8e8a-4413-8039-92948f5315b9" providerId="ADAL" clId="{53D69530-A421-4D9A-AB5F-C6F9330E5A72}" dt="2025-10-31T13:52:39.895" v="2597" actId="12"/>
          <ac:spMkLst>
            <pc:docMk/>
            <pc:sldMk cId="0" sldId="264"/>
            <ac:spMk id="224" creationId="{00000000-0000-0000-0000-000000000000}"/>
          </ac:spMkLst>
        </pc:spChg>
        <pc:spChg chg="mod">
          <ac:chgData name="Sean Wheeler" userId="8b895b7b-8e8a-4413-8039-92948f5315b9" providerId="ADAL" clId="{53D69530-A421-4D9A-AB5F-C6F9330E5A72}" dt="2025-10-31T13:52:17.857" v="2596" actId="20577"/>
          <ac:spMkLst>
            <pc:docMk/>
            <pc:sldMk cId="0" sldId="264"/>
            <ac:spMk id="226" creationId="{00000000-0000-0000-0000-000000000000}"/>
          </ac:spMkLst>
        </pc:spChg>
        <pc:picChg chg="add mod">
          <ac:chgData name="Sean Wheeler" userId="8b895b7b-8e8a-4413-8039-92948f5315b9" providerId="ADAL" clId="{53D69530-A421-4D9A-AB5F-C6F9330E5A72}" dt="2025-10-27T18:40:19.879" v="65" actId="962"/>
          <ac:picMkLst>
            <pc:docMk/>
            <pc:sldMk cId="0" sldId="264"/>
            <ac:picMk id="3" creationId="{17A43B03-3DBF-CB62-72ED-E82FF122E9FC}"/>
          </ac:picMkLst>
        </pc:picChg>
        <pc:picChg chg="add mod">
          <ac:chgData name="Sean Wheeler" userId="8b895b7b-8e8a-4413-8039-92948f5315b9" providerId="ADAL" clId="{53D69530-A421-4D9A-AB5F-C6F9330E5A72}" dt="2025-10-27T19:04:00.779" v="287"/>
          <ac:picMkLst>
            <pc:docMk/>
            <pc:sldMk cId="0" sldId="264"/>
            <ac:picMk id="7" creationId="{599F9FE4-07AB-C846-3CB7-DDC9B778988C}"/>
          </ac:picMkLst>
        </pc:picChg>
      </pc:sldChg>
      <pc:sldChg chg="addSp delSp modSp new mod chgLayout">
        <pc:chgData name="Sean Wheeler" userId="8b895b7b-8e8a-4413-8039-92948f5315b9" providerId="ADAL" clId="{53D69530-A421-4D9A-AB5F-C6F9330E5A72}" dt="2025-10-28T17:37:09.226" v="2507"/>
        <pc:sldMkLst>
          <pc:docMk/>
          <pc:sldMk cId="2557261021" sldId="288"/>
        </pc:sldMkLst>
        <pc:spChg chg="mod ord">
          <ac:chgData name="Sean Wheeler" userId="8b895b7b-8e8a-4413-8039-92948f5315b9" providerId="ADAL" clId="{53D69530-A421-4D9A-AB5F-C6F9330E5A72}" dt="2025-10-27T21:03:35.863" v="1577" actId="6264"/>
          <ac:spMkLst>
            <pc:docMk/>
            <pc:sldMk cId="2557261021" sldId="288"/>
            <ac:spMk id="2" creationId="{B63B253B-AC91-F364-5230-F8225D1F8F4D}"/>
          </ac:spMkLst>
        </pc:spChg>
        <pc:spChg chg="mod ord">
          <ac:chgData name="Sean Wheeler" userId="8b895b7b-8e8a-4413-8039-92948f5315b9" providerId="ADAL" clId="{53D69530-A421-4D9A-AB5F-C6F9330E5A72}" dt="2025-10-28T17:37:09.226" v="2507"/>
          <ac:spMkLst>
            <pc:docMk/>
            <pc:sldMk cId="2557261021" sldId="288"/>
            <ac:spMk id="3" creationId="{5D600A0F-07E5-C6B7-94D1-8596D72D8FE3}"/>
          </ac:spMkLst>
        </pc:spChg>
        <pc:spChg chg="mod ord">
          <ac:chgData name="Sean Wheeler" userId="8b895b7b-8e8a-4413-8039-92948f5315b9" providerId="ADAL" clId="{53D69530-A421-4D9A-AB5F-C6F9330E5A72}" dt="2025-10-27T21:04:42.315" v="1588" actId="255"/>
          <ac:spMkLst>
            <pc:docMk/>
            <pc:sldMk cId="2557261021" sldId="288"/>
            <ac:spMk id="4" creationId="{87FEFC45-5A36-8A5C-378C-D6F8061D5843}"/>
          </ac:spMkLst>
        </pc:spChg>
      </pc:sldChg>
      <pc:sldChg chg="modSp new mod">
        <pc:chgData name="Sean Wheeler" userId="8b895b7b-8e8a-4413-8039-92948f5315b9" providerId="ADAL" clId="{53D69530-A421-4D9A-AB5F-C6F9330E5A72}" dt="2025-10-27T21:32:40.007" v="1647" actId="20577"/>
        <pc:sldMkLst>
          <pc:docMk/>
          <pc:sldMk cId="951770230" sldId="289"/>
        </pc:sldMkLst>
        <pc:spChg chg="mod">
          <ac:chgData name="Sean Wheeler" userId="8b895b7b-8e8a-4413-8039-92948f5315b9" providerId="ADAL" clId="{53D69530-A421-4D9A-AB5F-C6F9330E5A72}" dt="2025-10-27T21:06:24.257" v="1595"/>
          <ac:spMkLst>
            <pc:docMk/>
            <pc:sldMk cId="951770230" sldId="289"/>
            <ac:spMk id="2" creationId="{12E00FBD-9F34-9F3C-D088-0209DB488539}"/>
          </ac:spMkLst>
        </pc:spChg>
        <pc:spChg chg="mod">
          <ac:chgData name="Sean Wheeler" userId="8b895b7b-8e8a-4413-8039-92948f5315b9" providerId="ADAL" clId="{53D69530-A421-4D9A-AB5F-C6F9330E5A72}" dt="2025-10-27T21:06:49.406" v="1603" actId="15"/>
          <ac:spMkLst>
            <pc:docMk/>
            <pc:sldMk cId="951770230" sldId="289"/>
            <ac:spMk id="3" creationId="{F2F50E00-7506-F0CE-3022-D15D491CCB1E}"/>
          </ac:spMkLst>
        </pc:spChg>
        <pc:spChg chg="mod">
          <ac:chgData name="Sean Wheeler" userId="8b895b7b-8e8a-4413-8039-92948f5315b9" providerId="ADAL" clId="{53D69530-A421-4D9A-AB5F-C6F9330E5A72}" dt="2025-10-27T21:32:40.007" v="1647" actId="20577"/>
          <ac:spMkLst>
            <pc:docMk/>
            <pc:sldMk cId="951770230" sldId="289"/>
            <ac:spMk id="4" creationId="{BC8CBC26-C8D0-1473-A87B-52513F84F44A}"/>
          </ac:spMkLst>
        </pc:spChg>
      </pc:sldChg>
      <pc:sldChg chg="modSp new mod setBg">
        <pc:chgData name="Sean Wheeler" userId="8b895b7b-8e8a-4413-8039-92948f5315b9" providerId="ADAL" clId="{53D69530-A421-4D9A-AB5F-C6F9330E5A72}" dt="2025-10-31T14:03:55.519" v="2760"/>
        <pc:sldMkLst>
          <pc:docMk/>
          <pc:sldMk cId="3218458389" sldId="290"/>
        </pc:sldMkLst>
        <pc:spChg chg="mod">
          <ac:chgData name="Sean Wheeler" userId="8b895b7b-8e8a-4413-8039-92948f5315b9" providerId="ADAL" clId="{53D69530-A421-4D9A-AB5F-C6F9330E5A72}" dt="2025-10-27T21:44:06.944" v="2032" actId="27636"/>
          <ac:spMkLst>
            <pc:docMk/>
            <pc:sldMk cId="3218458389" sldId="290"/>
            <ac:spMk id="2" creationId="{D5E1470A-5A9F-A12B-8311-05D439007368}"/>
          </ac:spMkLst>
        </pc:spChg>
        <pc:spChg chg="mod">
          <ac:chgData name="Sean Wheeler" userId="8b895b7b-8e8a-4413-8039-92948f5315b9" providerId="ADAL" clId="{53D69530-A421-4D9A-AB5F-C6F9330E5A72}" dt="2025-10-27T21:36:10.990" v="1675" actId="20577"/>
          <ac:spMkLst>
            <pc:docMk/>
            <pc:sldMk cId="3218458389" sldId="290"/>
            <ac:spMk id="3" creationId="{7F2E6596-01AD-A2A3-2584-D3AC9117F47C}"/>
          </ac:spMkLst>
        </pc:spChg>
        <pc:spChg chg="mod">
          <ac:chgData name="Sean Wheeler" userId="8b895b7b-8e8a-4413-8039-92948f5315b9" providerId="ADAL" clId="{53D69530-A421-4D9A-AB5F-C6F9330E5A72}" dt="2025-10-27T21:42:36.584" v="2007" actId="20577"/>
          <ac:spMkLst>
            <pc:docMk/>
            <pc:sldMk cId="3218458389" sldId="290"/>
            <ac:spMk id="4" creationId="{2B1258DD-15A4-DC46-8D83-EA9DCF8AD3A1}"/>
          </ac:spMkLst>
        </pc:spChg>
      </pc:sldChg>
      <pc:sldChg chg="modSp new mod">
        <pc:chgData name="Sean Wheeler" userId="8b895b7b-8e8a-4413-8039-92948f5315b9" providerId="ADAL" clId="{53D69530-A421-4D9A-AB5F-C6F9330E5A72}" dt="2025-10-27T21:44:43.521" v="2035" actId="15"/>
        <pc:sldMkLst>
          <pc:docMk/>
          <pc:sldMk cId="168701441" sldId="291"/>
        </pc:sldMkLst>
        <pc:spChg chg="mod">
          <ac:chgData name="Sean Wheeler" userId="8b895b7b-8e8a-4413-8039-92948f5315b9" providerId="ADAL" clId="{53D69530-A421-4D9A-AB5F-C6F9330E5A72}" dt="2025-10-27T21:44:06.876" v="2031"/>
          <ac:spMkLst>
            <pc:docMk/>
            <pc:sldMk cId="168701441" sldId="291"/>
            <ac:spMk id="2" creationId="{8EA7E036-0A25-625B-EE1C-B6156EE55222}"/>
          </ac:spMkLst>
        </pc:spChg>
        <pc:spChg chg="mod">
          <ac:chgData name="Sean Wheeler" userId="8b895b7b-8e8a-4413-8039-92948f5315b9" providerId="ADAL" clId="{53D69530-A421-4D9A-AB5F-C6F9330E5A72}" dt="2025-10-27T21:44:43.521" v="2035" actId="15"/>
          <ac:spMkLst>
            <pc:docMk/>
            <pc:sldMk cId="168701441" sldId="291"/>
            <ac:spMk id="3" creationId="{3A2935AF-2030-30C7-6B03-DA712D534E0F}"/>
          </ac:spMkLst>
        </pc:spChg>
      </pc:sldChg>
      <pc:sldChg chg="modSp new mod">
        <pc:chgData name="Sean Wheeler" userId="8b895b7b-8e8a-4413-8039-92948f5315b9" providerId="ADAL" clId="{53D69530-A421-4D9A-AB5F-C6F9330E5A72}" dt="2025-10-28T02:22:28.940" v="2469" actId="20577"/>
        <pc:sldMkLst>
          <pc:docMk/>
          <pc:sldMk cId="2526391941" sldId="292"/>
        </pc:sldMkLst>
        <pc:spChg chg="mod">
          <ac:chgData name="Sean Wheeler" userId="8b895b7b-8e8a-4413-8039-92948f5315b9" providerId="ADAL" clId="{53D69530-A421-4D9A-AB5F-C6F9330E5A72}" dt="2025-10-27T21:45:49.305" v="2049" actId="20577"/>
          <ac:spMkLst>
            <pc:docMk/>
            <pc:sldMk cId="2526391941" sldId="292"/>
            <ac:spMk id="2" creationId="{05348F2A-2DCB-C25B-0F1A-E8D6A8FEEAFE}"/>
          </ac:spMkLst>
        </pc:spChg>
        <pc:spChg chg="mod">
          <ac:chgData name="Sean Wheeler" userId="8b895b7b-8e8a-4413-8039-92948f5315b9" providerId="ADAL" clId="{53D69530-A421-4D9A-AB5F-C6F9330E5A72}" dt="2025-10-28T02:20:34.954" v="2428"/>
          <ac:spMkLst>
            <pc:docMk/>
            <pc:sldMk cId="2526391941" sldId="292"/>
            <ac:spMk id="3" creationId="{4D3036A8-9D29-34A2-C562-9A628570D533}"/>
          </ac:spMkLst>
        </pc:spChg>
        <pc:spChg chg="mod">
          <ac:chgData name="Sean Wheeler" userId="8b895b7b-8e8a-4413-8039-92948f5315b9" providerId="ADAL" clId="{53D69530-A421-4D9A-AB5F-C6F9330E5A72}" dt="2025-10-28T02:22:28.940" v="2469" actId="20577"/>
          <ac:spMkLst>
            <pc:docMk/>
            <pc:sldMk cId="2526391941" sldId="292"/>
            <ac:spMk id="4" creationId="{2F8E1A49-0A0C-5E12-85D1-5B8B04C9F545}"/>
          </ac:spMkLst>
        </pc:spChg>
      </pc:sldChg>
      <pc:sldChg chg="modSp new mod">
        <pc:chgData name="Sean Wheeler" userId="8b895b7b-8e8a-4413-8039-92948f5315b9" providerId="ADAL" clId="{53D69530-A421-4D9A-AB5F-C6F9330E5A72}" dt="2025-10-28T02:28:05.178" v="2478" actId="20577"/>
        <pc:sldMkLst>
          <pc:docMk/>
          <pc:sldMk cId="2064032818" sldId="293"/>
        </pc:sldMkLst>
        <pc:spChg chg="mod">
          <ac:chgData name="Sean Wheeler" userId="8b895b7b-8e8a-4413-8039-92948f5315b9" providerId="ADAL" clId="{53D69530-A421-4D9A-AB5F-C6F9330E5A72}" dt="2025-10-27T21:48:16.913" v="2117" actId="27636"/>
          <ac:spMkLst>
            <pc:docMk/>
            <pc:sldMk cId="2064032818" sldId="293"/>
            <ac:spMk id="2" creationId="{7CD7C718-ECF3-5322-8D29-DBB70D2C0E5C}"/>
          </ac:spMkLst>
        </pc:spChg>
        <pc:spChg chg="mod">
          <ac:chgData name="Sean Wheeler" userId="8b895b7b-8e8a-4413-8039-92948f5315b9" providerId="ADAL" clId="{53D69530-A421-4D9A-AB5F-C6F9330E5A72}" dt="2025-10-27T21:48:08.591" v="2114" actId="20577"/>
          <ac:spMkLst>
            <pc:docMk/>
            <pc:sldMk cId="2064032818" sldId="293"/>
            <ac:spMk id="3" creationId="{827D85AB-BAA7-B2F8-421E-E51B3F6C9A8F}"/>
          </ac:spMkLst>
        </pc:spChg>
        <pc:spChg chg="mod">
          <ac:chgData name="Sean Wheeler" userId="8b895b7b-8e8a-4413-8039-92948f5315b9" providerId="ADAL" clId="{53D69530-A421-4D9A-AB5F-C6F9330E5A72}" dt="2025-10-28T02:28:05.178" v="2478" actId="20577"/>
          <ac:spMkLst>
            <pc:docMk/>
            <pc:sldMk cId="2064032818" sldId="293"/>
            <ac:spMk id="4" creationId="{92BF9543-A2FA-1358-5947-E324E44DB71F}"/>
          </ac:spMkLst>
        </pc:spChg>
      </pc:sldChg>
      <pc:sldChg chg="modSp new mod">
        <pc:chgData name="Sean Wheeler" userId="8b895b7b-8e8a-4413-8039-92948f5315b9" providerId="ADAL" clId="{53D69530-A421-4D9A-AB5F-C6F9330E5A72}" dt="2025-10-27T21:58:07.325" v="2352" actId="20577"/>
        <pc:sldMkLst>
          <pc:docMk/>
          <pc:sldMk cId="2578128128" sldId="294"/>
        </pc:sldMkLst>
        <pc:spChg chg="mod">
          <ac:chgData name="Sean Wheeler" userId="8b895b7b-8e8a-4413-8039-92948f5315b9" providerId="ADAL" clId="{53D69530-A421-4D9A-AB5F-C6F9330E5A72}" dt="2025-10-27T21:57:22.759" v="2287" actId="27636"/>
          <ac:spMkLst>
            <pc:docMk/>
            <pc:sldMk cId="2578128128" sldId="294"/>
            <ac:spMk id="2" creationId="{2F250F58-E66F-1045-C408-FB0997AA20B4}"/>
          </ac:spMkLst>
        </pc:spChg>
        <pc:spChg chg="mod">
          <ac:chgData name="Sean Wheeler" userId="8b895b7b-8e8a-4413-8039-92948f5315b9" providerId="ADAL" clId="{53D69530-A421-4D9A-AB5F-C6F9330E5A72}" dt="2025-10-27T21:52:39.053" v="2208" actId="20577"/>
          <ac:spMkLst>
            <pc:docMk/>
            <pc:sldMk cId="2578128128" sldId="294"/>
            <ac:spMk id="3" creationId="{455AE15E-92D5-F5FD-E86F-4C935D5C727F}"/>
          </ac:spMkLst>
        </pc:spChg>
        <pc:spChg chg="mod">
          <ac:chgData name="Sean Wheeler" userId="8b895b7b-8e8a-4413-8039-92948f5315b9" providerId="ADAL" clId="{53D69530-A421-4D9A-AB5F-C6F9330E5A72}" dt="2025-10-27T21:58:07.325" v="2352" actId="20577"/>
          <ac:spMkLst>
            <pc:docMk/>
            <pc:sldMk cId="2578128128" sldId="294"/>
            <ac:spMk id="4" creationId="{CD84ABA0-2AA9-CBFF-B8B7-65713B0C716D}"/>
          </ac:spMkLst>
        </pc:spChg>
      </pc:sldChg>
      <pc:sldChg chg="addSp delSp modSp new mod">
        <pc:chgData name="Sean Wheeler" userId="8b895b7b-8e8a-4413-8039-92948f5315b9" providerId="ADAL" clId="{53D69530-A421-4D9A-AB5F-C6F9330E5A72}" dt="2025-10-27T22:03:29.672" v="2379" actId="1076"/>
        <pc:sldMkLst>
          <pc:docMk/>
          <pc:sldMk cId="2877456111" sldId="295"/>
        </pc:sldMkLst>
        <pc:spChg chg="mod">
          <ac:chgData name="Sean Wheeler" userId="8b895b7b-8e8a-4413-8039-92948f5315b9" providerId="ADAL" clId="{53D69530-A421-4D9A-AB5F-C6F9330E5A72}" dt="2025-10-27T21:58:38.957" v="2371" actId="20577"/>
          <ac:spMkLst>
            <pc:docMk/>
            <pc:sldMk cId="2877456111" sldId="295"/>
            <ac:spMk id="2" creationId="{5B4601B7-0F3F-9B53-A8BE-8C728F7D7251}"/>
          </ac:spMkLst>
        </pc:spChg>
        <pc:picChg chg="add mod">
          <ac:chgData name="Sean Wheeler" userId="8b895b7b-8e8a-4413-8039-92948f5315b9" providerId="ADAL" clId="{53D69530-A421-4D9A-AB5F-C6F9330E5A72}" dt="2025-10-27T22:03:29.672" v="2379" actId="1076"/>
          <ac:picMkLst>
            <pc:docMk/>
            <pc:sldMk cId="2877456111" sldId="295"/>
            <ac:picMk id="1030" creationId="{7790089D-BB24-DD96-C77B-C4C650546BD2}"/>
          </ac:picMkLst>
        </pc:picChg>
      </pc:sldChg>
      <pc:sldChg chg="addSp delSp modSp new mod">
        <pc:chgData name="Sean Wheeler" userId="8b895b7b-8e8a-4413-8039-92948f5315b9" providerId="ADAL" clId="{53D69530-A421-4D9A-AB5F-C6F9330E5A72}" dt="2025-10-31T14:11:45.757" v="2837"/>
        <pc:sldMkLst>
          <pc:docMk/>
          <pc:sldMk cId="3551304508" sldId="296"/>
        </pc:sldMkLst>
        <pc:spChg chg="mod">
          <ac:chgData name="Sean Wheeler" userId="8b895b7b-8e8a-4413-8039-92948f5315b9" providerId="ADAL" clId="{53D69530-A421-4D9A-AB5F-C6F9330E5A72}" dt="2025-10-31T13:54:50.996" v="2690" actId="20577"/>
          <ac:spMkLst>
            <pc:docMk/>
            <pc:sldMk cId="3551304508" sldId="296"/>
            <ac:spMk id="2" creationId="{0740EB0F-6ED0-FD81-8FAF-50A4F1C3ABE9}"/>
          </ac:spMkLst>
        </pc:spChg>
        <pc:spChg chg="add mod">
          <ac:chgData name="Sean Wheeler" userId="8b895b7b-8e8a-4413-8039-92948f5315b9" providerId="ADAL" clId="{53D69530-A421-4D9A-AB5F-C6F9330E5A72}" dt="2025-10-31T14:06:43.868" v="2808" actId="207"/>
          <ac:spMkLst>
            <pc:docMk/>
            <pc:sldMk cId="3551304508" sldId="296"/>
            <ac:spMk id="8" creationId="{7CFACC2F-8D3B-55CB-95F7-7B283DEFCD63}"/>
          </ac:spMkLst>
        </pc:spChg>
        <pc:spChg chg="add mod">
          <ac:chgData name="Sean Wheeler" userId="8b895b7b-8e8a-4413-8039-92948f5315b9" providerId="ADAL" clId="{53D69530-A421-4D9A-AB5F-C6F9330E5A72}" dt="2025-10-31T14:06:43.868" v="2808" actId="207"/>
          <ac:spMkLst>
            <pc:docMk/>
            <pc:sldMk cId="3551304508" sldId="296"/>
            <ac:spMk id="9" creationId="{9DCEFF5B-243F-0E33-98C1-707C0F10CFD5}"/>
          </ac:spMkLst>
        </pc:spChg>
        <pc:spChg chg="mod">
          <ac:chgData name="Sean Wheeler" userId="8b895b7b-8e8a-4413-8039-92948f5315b9" providerId="ADAL" clId="{53D69530-A421-4D9A-AB5F-C6F9330E5A72}" dt="2025-10-31T13:59:53.103" v="2715"/>
          <ac:spMkLst>
            <pc:docMk/>
            <pc:sldMk cId="3551304508" sldId="296"/>
            <ac:spMk id="11" creationId="{D72A71D5-53DB-8472-7F6F-F8096E726B80}"/>
          </ac:spMkLst>
        </pc:spChg>
        <pc:spChg chg="mod">
          <ac:chgData name="Sean Wheeler" userId="8b895b7b-8e8a-4413-8039-92948f5315b9" providerId="ADAL" clId="{53D69530-A421-4D9A-AB5F-C6F9330E5A72}" dt="2025-10-31T14:06:46.446" v="2810" actId="207"/>
          <ac:spMkLst>
            <pc:docMk/>
            <pc:sldMk cId="3551304508" sldId="296"/>
            <ac:spMk id="12" creationId="{853B5F1F-F22F-05CA-1CAF-D5115521A5E9}"/>
          </ac:spMkLst>
        </pc:spChg>
        <pc:spChg chg="mod">
          <ac:chgData name="Sean Wheeler" userId="8b895b7b-8e8a-4413-8039-92948f5315b9" providerId="ADAL" clId="{53D69530-A421-4D9A-AB5F-C6F9330E5A72}" dt="2025-10-31T13:59:53.661" v="2716"/>
          <ac:spMkLst>
            <pc:docMk/>
            <pc:sldMk cId="3551304508" sldId="296"/>
            <ac:spMk id="14" creationId="{CA9461B2-0638-D5EB-4C4B-59D83DB01D46}"/>
          </ac:spMkLst>
        </pc:spChg>
        <pc:spChg chg="mod">
          <ac:chgData name="Sean Wheeler" userId="8b895b7b-8e8a-4413-8039-92948f5315b9" providerId="ADAL" clId="{53D69530-A421-4D9A-AB5F-C6F9330E5A72}" dt="2025-10-31T14:06:42.226" v="2807" actId="207"/>
          <ac:spMkLst>
            <pc:docMk/>
            <pc:sldMk cId="3551304508" sldId="296"/>
            <ac:spMk id="15" creationId="{358B00CF-6A3C-3694-B607-0F210B4D1337}"/>
          </ac:spMkLst>
        </pc:spChg>
        <pc:spChg chg="mod">
          <ac:chgData name="Sean Wheeler" userId="8b895b7b-8e8a-4413-8039-92948f5315b9" providerId="ADAL" clId="{53D69530-A421-4D9A-AB5F-C6F9330E5A72}" dt="2025-10-31T13:59:54.123" v="2717"/>
          <ac:spMkLst>
            <pc:docMk/>
            <pc:sldMk cId="3551304508" sldId="296"/>
            <ac:spMk id="17" creationId="{80E8FFC1-4784-9B4E-FAC1-0F6FC9879DD4}"/>
          </ac:spMkLst>
        </pc:spChg>
        <pc:spChg chg="mod">
          <ac:chgData name="Sean Wheeler" userId="8b895b7b-8e8a-4413-8039-92948f5315b9" providerId="ADAL" clId="{53D69530-A421-4D9A-AB5F-C6F9330E5A72}" dt="2025-10-31T14:06:38.452" v="2806" actId="207"/>
          <ac:spMkLst>
            <pc:docMk/>
            <pc:sldMk cId="3551304508" sldId="296"/>
            <ac:spMk id="18" creationId="{85FA570A-646D-4A26-37BE-5E86F52E315F}"/>
          </ac:spMkLst>
        </pc:spChg>
        <pc:spChg chg="mod">
          <ac:chgData name="Sean Wheeler" userId="8b895b7b-8e8a-4413-8039-92948f5315b9" providerId="ADAL" clId="{53D69530-A421-4D9A-AB5F-C6F9330E5A72}" dt="2025-10-31T14:10:03.777" v="2835" actId="207"/>
          <ac:spMkLst>
            <pc:docMk/>
            <pc:sldMk cId="3551304508" sldId="296"/>
            <ac:spMk id="20" creationId="{BB3FC542-287D-0E95-BDA9-8B5834041F57}"/>
          </ac:spMkLst>
        </pc:spChg>
        <pc:spChg chg="mod">
          <ac:chgData name="Sean Wheeler" userId="8b895b7b-8e8a-4413-8039-92948f5315b9" providerId="ADAL" clId="{53D69530-A421-4D9A-AB5F-C6F9330E5A72}" dt="2025-10-31T14:10:03.777" v="2835" actId="207"/>
          <ac:spMkLst>
            <pc:docMk/>
            <pc:sldMk cId="3551304508" sldId="296"/>
            <ac:spMk id="21" creationId="{CE8D73EA-30A4-6B47-0BA2-ADD05E96B5BA}"/>
          </ac:spMkLst>
        </pc:spChg>
        <pc:grpChg chg="add mod topLvl">
          <ac:chgData name="Sean Wheeler" userId="8b895b7b-8e8a-4413-8039-92948f5315b9" providerId="ADAL" clId="{53D69530-A421-4D9A-AB5F-C6F9330E5A72}" dt="2025-10-31T14:09:50.343" v="2834" actId="165"/>
          <ac:grpSpMkLst>
            <pc:docMk/>
            <pc:sldMk cId="3551304508" sldId="296"/>
            <ac:grpSpMk id="7" creationId="{47812B3C-1F1B-DA83-140A-2A906A86C8DF}"/>
          </ac:grpSpMkLst>
        </pc:grpChg>
        <pc:grpChg chg="add mod">
          <ac:chgData name="Sean Wheeler" userId="8b895b7b-8e8a-4413-8039-92948f5315b9" providerId="ADAL" clId="{53D69530-A421-4D9A-AB5F-C6F9330E5A72}" dt="2025-10-31T14:07:37.914" v="2823" actId="1076"/>
          <ac:grpSpMkLst>
            <pc:docMk/>
            <pc:sldMk cId="3551304508" sldId="296"/>
            <ac:grpSpMk id="10" creationId="{F66F15F3-7569-F155-4BE2-C00B4EF7D82D}"/>
          </ac:grpSpMkLst>
        </pc:grpChg>
        <pc:grpChg chg="add mod">
          <ac:chgData name="Sean Wheeler" userId="8b895b7b-8e8a-4413-8039-92948f5315b9" providerId="ADAL" clId="{53D69530-A421-4D9A-AB5F-C6F9330E5A72}" dt="2025-10-31T14:07:37.914" v="2823" actId="1076"/>
          <ac:grpSpMkLst>
            <pc:docMk/>
            <pc:sldMk cId="3551304508" sldId="296"/>
            <ac:grpSpMk id="13" creationId="{7B099809-4AD1-EC30-32FE-23C6988A0BD6}"/>
          </ac:grpSpMkLst>
        </pc:grpChg>
        <pc:grpChg chg="add mod">
          <ac:chgData name="Sean Wheeler" userId="8b895b7b-8e8a-4413-8039-92948f5315b9" providerId="ADAL" clId="{53D69530-A421-4D9A-AB5F-C6F9330E5A72}" dt="2025-10-31T14:07:37.914" v="2823" actId="1076"/>
          <ac:grpSpMkLst>
            <pc:docMk/>
            <pc:sldMk cId="3551304508" sldId="296"/>
            <ac:grpSpMk id="16" creationId="{93D1BEC9-9C28-BB9E-64D9-2D5D76358822}"/>
          </ac:grpSpMkLst>
        </pc:grpChg>
        <pc:grpChg chg="add mod topLvl">
          <ac:chgData name="Sean Wheeler" userId="8b895b7b-8e8a-4413-8039-92948f5315b9" providerId="ADAL" clId="{53D69530-A421-4D9A-AB5F-C6F9330E5A72}" dt="2025-10-31T14:10:03.777" v="2835" actId="207"/>
          <ac:grpSpMkLst>
            <pc:docMk/>
            <pc:sldMk cId="3551304508" sldId="296"/>
            <ac:grpSpMk id="19" creationId="{5050A60B-F074-8ED4-593F-70003D35D5BC}"/>
          </ac:grpSpMkLst>
        </pc:grpChg>
        <pc:grpChg chg="add">
          <ac:chgData name="Sean Wheeler" userId="8b895b7b-8e8a-4413-8039-92948f5315b9" providerId="ADAL" clId="{53D69530-A421-4D9A-AB5F-C6F9330E5A72}" dt="2025-10-31T14:10:27.830" v="2836" actId="164"/>
          <ac:grpSpMkLst>
            <pc:docMk/>
            <pc:sldMk cId="3551304508" sldId="296"/>
            <ac:grpSpMk id="23" creationId="{F9DB71A4-668A-95AA-1839-3C0B8BC17744}"/>
          </ac:grpSpMkLst>
        </pc:grpChg>
        <pc:graphicFrameChg chg="add mod modGraphic">
          <ac:chgData name="Sean Wheeler" userId="8b895b7b-8e8a-4413-8039-92948f5315b9" providerId="ADAL" clId="{53D69530-A421-4D9A-AB5F-C6F9330E5A72}" dt="2025-10-31T14:11:45.757" v="2837"/>
          <ac:graphicFrameMkLst>
            <pc:docMk/>
            <pc:sldMk cId="3551304508" sldId="296"/>
            <ac:graphicFrameMk id="6" creationId="{BF1509E1-B943-888F-37A6-B06088403EA2}"/>
          </ac:graphicFrameMkLst>
        </pc:graphicFrameChg>
      </pc:sldChg>
      <pc:sldChg chg="modSp new mod">
        <pc:chgData name="Sean Wheeler" userId="8b895b7b-8e8a-4413-8039-92948f5315b9" providerId="ADAL" clId="{53D69530-A421-4D9A-AB5F-C6F9330E5A72}" dt="2025-10-31T16:09:35.072" v="2891" actId="6549"/>
        <pc:sldMkLst>
          <pc:docMk/>
          <pc:sldMk cId="1795981972" sldId="297"/>
        </pc:sldMkLst>
        <pc:spChg chg="mod">
          <ac:chgData name="Sean Wheeler" userId="8b895b7b-8e8a-4413-8039-92948f5315b9" providerId="ADAL" clId="{53D69530-A421-4D9A-AB5F-C6F9330E5A72}" dt="2025-10-31T14:15:53.950" v="2856" actId="27636"/>
          <ac:spMkLst>
            <pc:docMk/>
            <pc:sldMk cId="1795981972" sldId="297"/>
            <ac:spMk id="2" creationId="{68AE5537-DA7D-7EA6-A7B2-4C41988CDA4E}"/>
          </ac:spMkLst>
        </pc:spChg>
        <pc:spChg chg="mod">
          <ac:chgData name="Sean Wheeler" userId="8b895b7b-8e8a-4413-8039-92948f5315b9" providerId="ADAL" clId="{53D69530-A421-4D9A-AB5F-C6F9330E5A72}" dt="2025-10-31T14:15:39.699" v="2854" actId="20577"/>
          <ac:spMkLst>
            <pc:docMk/>
            <pc:sldMk cId="1795981972" sldId="297"/>
            <ac:spMk id="3" creationId="{4B1E63EC-27CE-5F91-2AFC-FDFE069A695F}"/>
          </ac:spMkLst>
        </pc:spChg>
        <pc:spChg chg="mod">
          <ac:chgData name="Sean Wheeler" userId="8b895b7b-8e8a-4413-8039-92948f5315b9" providerId="ADAL" clId="{53D69530-A421-4D9A-AB5F-C6F9330E5A72}" dt="2025-10-31T16:09:35.072" v="2891" actId="6549"/>
          <ac:spMkLst>
            <pc:docMk/>
            <pc:sldMk cId="1795981972" sldId="297"/>
            <ac:spMk id="4" creationId="{603BF2B9-F5C9-B458-1E29-1D07E6313825}"/>
          </ac:spMkLst>
        </pc:spChg>
      </pc:sldChg>
      <pc:sldChg chg="addSp delSp modSp new mod">
        <pc:chgData name="Sean Wheeler" userId="8b895b7b-8e8a-4413-8039-92948f5315b9" providerId="ADAL" clId="{53D69530-A421-4D9A-AB5F-C6F9330E5A72}" dt="2025-11-05T02:16:40.270" v="3081" actId="1076"/>
        <pc:sldMkLst>
          <pc:docMk/>
          <pc:sldMk cId="1633834369" sldId="298"/>
        </pc:sldMkLst>
        <pc:spChg chg="add mod">
          <ac:chgData name="Sean Wheeler" userId="8b895b7b-8e8a-4413-8039-92948f5315b9" providerId="ADAL" clId="{53D69530-A421-4D9A-AB5F-C6F9330E5A72}" dt="2025-11-05T02:01:58.234" v="3050" actId="1076"/>
          <ac:spMkLst>
            <pc:docMk/>
            <pc:sldMk cId="1633834369" sldId="298"/>
            <ac:spMk id="4" creationId="{4F91DD83-8EBF-FD5D-5A3C-6CCD856CD966}"/>
          </ac:spMkLst>
        </pc:spChg>
        <pc:spChg chg="add mod">
          <ac:chgData name="Sean Wheeler" userId="8b895b7b-8e8a-4413-8039-92948f5315b9" providerId="ADAL" clId="{53D69530-A421-4D9A-AB5F-C6F9330E5A72}" dt="2025-11-05T02:03:00.570" v="3076" actId="20577"/>
          <ac:spMkLst>
            <pc:docMk/>
            <pc:sldMk cId="1633834369" sldId="298"/>
            <ac:spMk id="5" creationId="{B33FCB6C-06E5-60F8-82E4-7C6838B340FB}"/>
          </ac:spMkLst>
        </pc:spChg>
        <pc:picChg chg="add del mod">
          <ac:chgData name="Sean Wheeler" userId="8b895b7b-8e8a-4413-8039-92948f5315b9" providerId="ADAL" clId="{53D69530-A421-4D9A-AB5F-C6F9330E5A72}" dt="2025-11-05T02:16:25.316" v="3077" actId="478"/>
          <ac:picMkLst>
            <pc:docMk/>
            <pc:sldMk cId="1633834369" sldId="298"/>
            <ac:picMk id="3" creationId="{A62DCF86-BDEF-6618-5E90-8A1D569E8292}"/>
          </ac:picMkLst>
        </pc:picChg>
        <pc:picChg chg="add mod">
          <ac:chgData name="Sean Wheeler" userId="8b895b7b-8e8a-4413-8039-92948f5315b9" providerId="ADAL" clId="{53D69530-A421-4D9A-AB5F-C6F9330E5A72}" dt="2025-11-05T02:16:40.270" v="3081" actId="1076"/>
          <ac:picMkLst>
            <pc:docMk/>
            <pc:sldMk cId="1633834369" sldId="298"/>
            <ac:picMk id="6" creationId="{798CB90F-6BBB-5442-EAE7-8CB84B664FE8}"/>
          </ac:picMkLst>
        </pc:picChg>
      </pc:sldChg>
      <pc:sldMasterChg chg="modSp delSldLayout modSldLayout sldLayoutOrd">
        <pc:chgData name="Sean Wheeler" userId="8b895b7b-8e8a-4413-8039-92948f5315b9" providerId="ADAL" clId="{53D69530-A421-4D9A-AB5F-C6F9330E5A72}" dt="2025-11-05T01:18:14.759" v="2893" actId="735"/>
        <pc:sldMasterMkLst>
          <pc:docMk/>
          <pc:sldMasterMk cId="0" sldId="2147483668"/>
        </pc:sldMasterMkLst>
        <pc:sldLayoutChg chg="addSp modSp ord">
          <pc:chgData name="Sean Wheeler" userId="8b895b7b-8e8a-4413-8039-92948f5315b9" providerId="ADAL" clId="{53D69530-A421-4D9A-AB5F-C6F9330E5A72}" dt="2025-10-27T20:21:20.432" v="1393"/>
          <pc:sldLayoutMkLst>
            <pc:docMk/>
            <pc:sldMasterMk cId="0" sldId="2147483668"/>
            <pc:sldLayoutMk cId="0" sldId="2147483648"/>
          </pc:sldLayoutMkLst>
          <pc:picChg chg="add mod">
            <ac:chgData name="Sean Wheeler" userId="8b895b7b-8e8a-4413-8039-92948f5315b9" providerId="ADAL" clId="{53D69530-A421-4D9A-AB5F-C6F9330E5A72}" dt="2025-10-27T20:21:20.432" v="1393"/>
            <ac:picMkLst>
              <pc:docMk/>
              <pc:sldMasterMk cId="0" sldId="2147483668"/>
              <pc:sldLayoutMk cId="0" sldId="2147483648"/>
              <ac:picMk id="2" creationId="{D7864ABA-EBAD-40B4-9D00-4B77260F35C8}"/>
            </ac:picMkLst>
          </pc:picChg>
        </pc:sldLayoutChg>
        <pc:sldLayoutChg chg="ord">
          <pc:chgData name="Sean Wheeler" userId="8b895b7b-8e8a-4413-8039-92948f5315b9" providerId="ADAL" clId="{53D69530-A421-4D9A-AB5F-C6F9330E5A72}" dt="2025-10-27T20:21:11.162" v="1391" actId="20578"/>
          <pc:sldLayoutMkLst>
            <pc:docMk/>
            <pc:sldMasterMk cId="0" sldId="2147483668"/>
            <pc:sldLayoutMk cId="0" sldId="2147483653"/>
          </pc:sldLayoutMkLst>
        </pc:sldLayoutChg>
        <pc:sldLayoutChg chg="addSp delSp modSp mod">
          <pc:chgData name="Sean Wheeler" userId="8b895b7b-8e8a-4413-8039-92948f5315b9" providerId="ADAL" clId="{53D69530-A421-4D9A-AB5F-C6F9330E5A72}" dt="2025-11-05T01:17:29.240" v="2892" actId="735"/>
          <pc:sldLayoutMkLst>
            <pc:docMk/>
            <pc:sldMasterMk cId="0" sldId="2147483668"/>
            <pc:sldLayoutMk cId="0" sldId="2147483658"/>
          </pc:sldLayoutMkLst>
          <pc:spChg chg="add mod">
            <ac:chgData name="Sean Wheeler" userId="8b895b7b-8e8a-4413-8039-92948f5315b9" providerId="ADAL" clId="{53D69530-A421-4D9A-AB5F-C6F9330E5A72}" dt="2025-10-27T20:01:36.202" v="1088" actId="14100"/>
            <ac:spMkLst>
              <pc:docMk/>
              <pc:sldMasterMk cId="0" sldId="2147483668"/>
              <pc:sldLayoutMk cId="0" sldId="2147483658"/>
              <ac:spMk id="2" creationId="{77783B35-261D-3B25-3977-BB33A8D17790}"/>
            </ac:spMkLst>
          </pc:spChg>
          <pc:spChg chg="add mod">
            <ac:chgData name="Sean Wheeler" userId="8b895b7b-8e8a-4413-8039-92948f5315b9" providerId="ADAL" clId="{53D69530-A421-4D9A-AB5F-C6F9330E5A72}" dt="2025-10-27T20:25:22.263" v="1416" actId="14100"/>
            <ac:spMkLst>
              <pc:docMk/>
              <pc:sldMasterMk cId="0" sldId="2147483668"/>
              <pc:sldLayoutMk cId="0" sldId="2147483658"/>
              <ac:spMk id="4" creationId="{25430077-C290-C3AB-F525-CE3042A4A8F7}"/>
            </ac:spMkLst>
          </pc:spChg>
        </pc:sldLayoutChg>
        <pc:sldLayoutChg chg="addSp delSp modSp mod ord">
          <pc:chgData name="Sean Wheeler" userId="8b895b7b-8e8a-4413-8039-92948f5315b9" providerId="ADAL" clId="{53D69530-A421-4D9A-AB5F-C6F9330E5A72}" dt="2025-10-27T20:25:30.708" v="1419" actId="14100"/>
          <pc:sldLayoutMkLst>
            <pc:docMk/>
            <pc:sldMasterMk cId="0" sldId="2147483668"/>
            <pc:sldLayoutMk cId="0" sldId="2147483666"/>
          </pc:sldLayoutMkLst>
          <pc:spChg chg="add mod">
            <ac:chgData name="Sean Wheeler" userId="8b895b7b-8e8a-4413-8039-92948f5315b9" providerId="ADAL" clId="{53D69530-A421-4D9A-AB5F-C6F9330E5A72}" dt="2025-10-27T20:02:24.458" v="1093" actId="14100"/>
            <ac:spMkLst>
              <pc:docMk/>
              <pc:sldMasterMk cId="0" sldId="2147483668"/>
              <pc:sldLayoutMk cId="0" sldId="2147483666"/>
              <ac:spMk id="4" creationId="{A5B82EF5-5258-C6E5-FDB9-40F8D026BF54}"/>
            </ac:spMkLst>
          </pc:spChg>
          <pc:spChg chg="add mod">
            <ac:chgData name="Sean Wheeler" userId="8b895b7b-8e8a-4413-8039-92948f5315b9" providerId="ADAL" clId="{53D69530-A421-4D9A-AB5F-C6F9330E5A72}" dt="2025-10-27T20:25:30.708" v="1419" actId="14100"/>
            <ac:spMkLst>
              <pc:docMk/>
              <pc:sldMasterMk cId="0" sldId="2147483668"/>
              <pc:sldLayoutMk cId="0" sldId="2147483666"/>
              <ac:spMk id="6" creationId="{071082AF-B1F8-DFF0-6FD0-7FDB36FB621E}"/>
            </ac:spMkLst>
          </pc:spChg>
        </pc:sldLayoutChg>
        <pc:sldLayoutChg chg="addSp delSp modSp mod">
          <pc:chgData name="Sean Wheeler" userId="8b895b7b-8e8a-4413-8039-92948f5315b9" providerId="ADAL" clId="{53D69530-A421-4D9A-AB5F-C6F9330E5A72}" dt="2025-10-27T20:25:38.629" v="1422"/>
          <pc:sldLayoutMkLst>
            <pc:docMk/>
            <pc:sldMasterMk cId="0" sldId="2147483668"/>
            <pc:sldLayoutMk cId="1305829279" sldId="2147483669"/>
          </pc:sldLayoutMkLst>
          <pc:spChg chg="add mod">
            <ac:chgData name="Sean Wheeler" userId="8b895b7b-8e8a-4413-8039-92948f5315b9" providerId="ADAL" clId="{53D69530-A421-4D9A-AB5F-C6F9330E5A72}" dt="2025-10-27T20:25:38.629" v="1422"/>
            <ac:spMkLst>
              <pc:docMk/>
              <pc:sldMasterMk cId="0" sldId="2147483668"/>
              <pc:sldLayoutMk cId="1305829279" sldId="2147483669"/>
              <ac:spMk id="6" creationId="{B3197812-D3EC-2846-506F-7E4E36086AB2}"/>
            </ac:spMkLst>
          </pc:spChg>
          <pc:spChg chg="mod">
            <ac:chgData name="Sean Wheeler" userId="8b895b7b-8e8a-4413-8039-92948f5315b9" providerId="ADAL" clId="{53D69530-A421-4D9A-AB5F-C6F9330E5A72}" dt="2025-10-27T20:19:04.032" v="1388" actId="14100"/>
            <ac:spMkLst>
              <pc:docMk/>
              <pc:sldMasterMk cId="0" sldId="2147483668"/>
              <pc:sldLayoutMk cId="1305829279" sldId="2147483669"/>
              <ac:spMk id="120" creationId="{00000000-0000-0000-0000-000000000000}"/>
            </ac:spMkLst>
          </pc:spChg>
          <pc:picChg chg="add mod">
            <ac:chgData name="Sean Wheeler" userId="8b895b7b-8e8a-4413-8039-92948f5315b9" providerId="ADAL" clId="{53D69530-A421-4D9A-AB5F-C6F9330E5A72}" dt="2025-10-27T20:20:06.310" v="1390"/>
            <ac:picMkLst>
              <pc:docMk/>
              <pc:sldMasterMk cId="0" sldId="2147483668"/>
              <pc:sldLayoutMk cId="1305829279" sldId="2147483669"/>
              <ac:picMk id="4" creationId="{1A9D17EE-7407-64D3-F828-CA53D3E714F0}"/>
            </ac:picMkLst>
          </pc:picChg>
        </pc:sldLayoutChg>
        <pc:sldLayoutChg chg="addSp delSp modSp mod">
          <pc:chgData name="Sean Wheeler" userId="8b895b7b-8e8a-4413-8039-92948f5315b9" providerId="ADAL" clId="{53D69530-A421-4D9A-AB5F-C6F9330E5A72}" dt="2025-10-27T21:03:25.003" v="1576" actId="14100"/>
          <pc:sldLayoutMkLst>
            <pc:docMk/>
            <pc:sldMasterMk cId="0" sldId="2147483668"/>
            <pc:sldLayoutMk cId="3585288279" sldId="2147483670"/>
          </pc:sldLayoutMkLst>
          <pc:spChg chg="add mod">
            <ac:chgData name="Sean Wheeler" userId="8b895b7b-8e8a-4413-8039-92948f5315b9" providerId="ADAL" clId="{53D69530-A421-4D9A-AB5F-C6F9330E5A72}" dt="2025-10-27T21:03:22.500" v="1575" actId="14100"/>
            <ac:spMkLst>
              <pc:docMk/>
              <pc:sldMasterMk cId="0" sldId="2147483668"/>
              <pc:sldLayoutMk cId="3585288279" sldId="2147483670"/>
              <ac:spMk id="2" creationId="{8E3A26FF-9C1C-B151-1DB5-254666046C09}"/>
            </ac:spMkLst>
          </pc:spChg>
          <pc:spChg chg="add mod">
            <ac:chgData name="Sean Wheeler" userId="8b895b7b-8e8a-4413-8039-92948f5315b9" providerId="ADAL" clId="{53D69530-A421-4D9A-AB5F-C6F9330E5A72}" dt="2025-10-27T21:03:25.003" v="1576" actId="14100"/>
            <ac:spMkLst>
              <pc:docMk/>
              <pc:sldMasterMk cId="0" sldId="2147483668"/>
              <pc:sldLayoutMk cId="3585288279" sldId="2147483670"/>
              <ac:spMk id="3" creationId="{9193A47D-2928-FEAF-F197-1397A8C7E2B2}"/>
            </ac:spMkLst>
          </pc:spChg>
          <pc:spChg chg="mod">
            <ac:chgData name="Sean Wheeler" userId="8b895b7b-8e8a-4413-8039-92948f5315b9" providerId="ADAL" clId="{53D69530-A421-4D9A-AB5F-C6F9330E5A72}" dt="2025-10-27T20:59:26.207" v="1544" actId="14100"/>
            <ac:spMkLst>
              <pc:docMk/>
              <pc:sldMasterMk cId="0" sldId="2147483668"/>
              <pc:sldLayoutMk cId="3585288279" sldId="2147483670"/>
              <ac:spMk id="120" creationId="{00000000-0000-0000-0000-000000000000}"/>
            </ac:spMkLst>
          </pc:spChg>
        </pc:sldLayoutChg>
        <pc:sldLayoutChg chg="addSp modSp mod">
          <pc:chgData name="Sean Wheeler" userId="8b895b7b-8e8a-4413-8039-92948f5315b9" providerId="ADAL" clId="{53D69530-A421-4D9A-AB5F-C6F9330E5A72}" dt="2025-10-27T21:03:09.621" v="1574" actId="14100"/>
          <pc:sldLayoutMkLst>
            <pc:docMk/>
            <pc:sldMasterMk cId="0" sldId="2147483668"/>
            <pc:sldLayoutMk cId="296298591" sldId="2147483671"/>
          </pc:sldLayoutMkLst>
          <pc:spChg chg="add mod">
            <ac:chgData name="Sean Wheeler" userId="8b895b7b-8e8a-4413-8039-92948f5315b9" providerId="ADAL" clId="{53D69530-A421-4D9A-AB5F-C6F9330E5A72}" dt="2025-10-27T21:03:09.621" v="1574" actId="14100"/>
            <ac:spMkLst>
              <pc:docMk/>
              <pc:sldMasterMk cId="0" sldId="2147483668"/>
              <pc:sldLayoutMk cId="296298591" sldId="2147483671"/>
              <ac:spMk id="2" creationId="{CA0CA16C-4A48-DDF3-4630-54F8CAC79C5B}"/>
            </ac:spMkLst>
          </pc:spChg>
          <pc:spChg chg="mod">
            <ac:chgData name="Sean Wheeler" userId="8b895b7b-8e8a-4413-8039-92948f5315b9" providerId="ADAL" clId="{53D69530-A421-4D9A-AB5F-C6F9330E5A72}" dt="2025-10-27T21:03:06.469" v="1573" actId="14100"/>
            <ac:spMkLst>
              <pc:docMk/>
              <pc:sldMasterMk cId="0" sldId="2147483668"/>
              <pc:sldLayoutMk cId="296298591" sldId="2147483671"/>
              <ac:spMk id="3" creationId="{F439B602-1D05-B601-916A-3FC6287AF8EA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E84108-E354-4163-AC1C-DDE71E96D50A}" type="doc">
      <dgm:prSet loTypeId="urn:microsoft.com/office/officeart/2005/8/layout/target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9CDD5A-D6FB-47D3-8710-BB1363925ACA}">
      <dgm:prSet custT="1"/>
      <dgm:spPr>
        <a:solidFill>
          <a:srgbClr val="299EBF"/>
        </a:solidFill>
      </dgm:spPr>
      <dgm:t>
        <a:bodyPr/>
        <a:lstStyle/>
        <a:p>
          <a:pPr algn="ctr"/>
          <a:r>
            <a:rPr lang="en-US" sz="3600" b="0" i="0" dirty="0"/>
            <a:t>Global scope</a:t>
          </a:r>
          <a:endParaRPr lang="en-US" sz="3600" dirty="0"/>
        </a:p>
      </dgm:t>
    </dgm:pt>
    <dgm:pt modelId="{A5400AA3-B2B8-4A62-9069-42470EB7D1B2}" type="parTrans" cxnId="{22E63BAD-D4ED-4721-BECA-CFE81B6D5A7F}">
      <dgm:prSet/>
      <dgm:spPr/>
      <dgm:t>
        <a:bodyPr/>
        <a:lstStyle/>
        <a:p>
          <a:endParaRPr lang="en-US"/>
        </a:p>
      </dgm:t>
    </dgm:pt>
    <dgm:pt modelId="{4D574EAB-4440-45A4-AC66-0706B22FB0AC}" type="sibTrans" cxnId="{22E63BAD-D4ED-4721-BECA-CFE81B6D5A7F}">
      <dgm:prSet/>
      <dgm:spPr/>
      <dgm:t>
        <a:bodyPr/>
        <a:lstStyle/>
        <a:p>
          <a:endParaRPr lang="en-US"/>
        </a:p>
      </dgm:t>
    </dgm:pt>
    <dgm:pt modelId="{E74204A7-8B52-4696-9BD4-072013DB1D8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pPr algn="ctr"/>
          <a:r>
            <a:rPr lang="en-US" sz="3600" b="0" i="0" dirty="0"/>
            <a:t>Script scope 1</a:t>
          </a:r>
          <a:endParaRPr lang="en-US" sz="3600" dirty="0"/>
        </a:p>
      </dgm:t>
    </dgm:pt>
    <dgm:pt modelId="{86539428-AE62-48D0-AC78-A83B344B464A}" type="parTrans" cxnId="{E47B9C5F-1994-421E-9CF5-356B00820D74}">
      <dgm:prSet/>
      <dgm:spPr/>
      <dgm:t>
        <a:bodyPr/>
        <a:lstStyle/>
        <a:p>
          <a:endParaRPr lang="en-US"/>
        </a:p>
      </dgm:t>
    </dgm:pt>
    <dgm:pt modelId="{3142A4DC-8F75-4617-BDEB-BDE5821028AA}" type="sibTrans" cxnId="{E47B9C5F-1994-421E-9CF5-356B00820D74}">
      <dgm:prSet/>
      <dgm:spPr/>
      <dgm:t>
        <a:bodyPr/>
        <a:lstStyle/>
        <a:p>
          <a:endParaRPr lang="en-US"/>
        </a:p>
      </dgm:t>
    </dgm:pt>
    <dgm:pt modelId="{A9B7F8B0-5C3E-472C-94B6-FA6B7E5A72F7}">
      <dgm:prSet custT="1"/>
      <dgm:spPr>
        <a:solidFill>
          <a:srgbClr val="F48C52"/>
        </a:solidFill>
        <a:ln>
          <a:noFill/>
        </a:ln>
      </dgm:spPr>
      <dgm:t>
        <a:bodyPr anchor="t" anchorCtr="0"/>
        <a:lstStyle/>
        <a:p>
          <a:r>
            <a:rPr lang="en-US" sz="3600" b="0" i="0" dirty="0"/>
            <a:t>Script scope 2</a:t>
          </a:r>
          <a:endParaRPr lang="en-US" sz="3600" dirty="0"/>
        </a:p>
      </dgm:t>
    </dgm:pt>
    <dgm:pt modelId="{02D35F5F-7ACD-436A-A8D0-4920D255DC4B}" type="sibTrans" cxnId="{062DCC35-8DC8-41FD-A1E5-87596A1AB895}">
      <dgm:prSet/>
      <dgm:spPr/>
      <dgm:t>
        <a:bodyPr/>
        <a:lstStyle/>
        <a:p>
          <a:endParaRPr lang="en-US"/>
        </a:p>
      </dgm:t>
    </dgm:pt>
    <dgm:pt modelId="{0BE551A8-02A7-463E-8517-4BDACFD690C1}" type="parTrans" cxnId="{062DCC35-8DC8-41FD-A1E5-87596A1AB895}">
      <dgm:prSet/>
      <dgm:spPr/>
      <dgm:t>
        <a:bodyPr/>
        <a:lstStyle/>
        <a:p>
          <a:endParaRPr lang="en-US"/>
        </a:p>
      </dgm:t>
    </dgm:pt>
    <dgm:pt modelId="{D33DEC12-1958-4381-A7E3-FF824C7BD65B}" type="pres">
      <dgm:prSet presAssocID="{2AE84108-E354-4163-AC1C-DDE71E96D50A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47A87E8E-C5EA-4E7A-A33A-2D2E2E0C4A9F}" type="pres">
      <dgm:prSet presAssocID="{2AE84108-E354-4163-AC1C-DDE71E96D50A}" presName="outerBox" presStyleCnt="0"/>
      <dgm:spPr/>
    </dgm:pt>
    <dgm:pt modelId="{E3F3CC70-80DD-4468-B69A-53748BDB54F4}" type="pres">
      <dgm:prSet presAssocID="{2AE84108-E354-4163-AC1C-DDE71E96D50A}" presName="outerBoxParent" presStyleLbl="node1" presStyleIdx="0" presStyleCnt="1" custLinFactNeighborX="-4" custLinFactNeighborY="-4362"/>
      <dgm:spPr/>
    </dgm:pt>
    <dgm:pt modelId="{F9C00DDE-524B-4B4E-BE8F-99DF091DD75A}" type="pres">
      <dgm:prSet presAssocID="{2AE84108-E354-4163-AC1C-DDE71E96D50A}" presName="outerBoxChildren" presStyleCnt="0"/>
      <dgm:spPr/>
    </dgm:pt>
    <dgm:pt modelId="{CD251FD6-2489-4BC9-A81C-DCA80BE84820}" type="pres">
      <dgm:prSet presAssocID="{E74204A7-8B52-4696-9BD4-072013DB1D87}" presName="oChild" presStyleLbl="fgAcc1" presStyleIdx="0" presStyleCnt="2" custScaleY="149487" custLinFactNeighborX="57530" custLinFactNeighborY="-11250">
        <dgm:presLayoutVars>
          <dgm:bulletEnabled val="1"/>
        </dgm:presLayoutVars>
      </dgm:prSet>
      <dgm:spPr/>
    </dgm:pt>
    <dgm:pt modelId="{A5DE5004-A70A-42D7-8230-0768AB3EA757}" type="pres">
      <dgm:prSet presAssocID="{3142A4DC-8F75-4617-BDEB-BDE5821028AA}" presName="outerSibTrans" presStyleCnt="0"/>
      <dgm:spPr/>
    </dgm:pt>
    <dgm:pt modelId="{306CDEB2-AE9A-4228-9CAC-AC949B733007}" type="pres">
      <dgm:prSet presAssocID="{A9B7F8B0-5C3E-472C-94B6-FA6B7E5A72F7}" presName="oChild" presStyleLbl="fgAcc1" presStyleIdx="1" presStyleCnt="2" custScaleY="149027" custLinFactX="1248" custLinFactNeighborX="100000" custLinFactNeighborY="-9719">
        <dgm:presLayoutVars>
          <dgm:bulletEnabled val="1"/>
        </dgm:presLayoutVars>
      </dgm:prSet>
      <dgm:spPr/>
    </dgm:pt>
  </dgm:ptLst>
  <dgm:cxnLst>
    <dgm:cxn modelId="{D8056203-697C-421C-BBE7-E998BE93D9A5}" type="presOf" srcId="{8D9CDD5A-D6FB-47D3-8710-BB1363925ACA}" destId="{E3F3CC70-80DD-4468-B69A-53748BDB54F4}" srcOrd="0" destOrd="0" presId="urn:microsoft.com/office/officeart/2005/8/layout/target2"/>
    <dgm:cxn modelId="{A44E1F0A-53C7-4DB6-81A4-86F69B10B03C}" type="presOf" srcId="{2AE84108-E354-4163-AC1C-DDE71E96D50A}" destId="{D33DEC12-1958-4381-A7E3-FF824C7BD65B}" srcOrd="0" destOrd="0" presId="urn:microsoft.com/office/officeart/2005/8/layout/target2"/>
    <dgm:cxn modelId="{F130B81F-8240-4E4F-AD68-DF1BBC377BAF}" type="presOf" srcId="{A9B7F8B0-5C3E-472C-94B6-FA6B7E5A72F7}" destId="{306CDEB2-AE9A-4228-9CAC-AC949B733007}" srcOrd="0" destOrd="0" presId="urn:microsoft.com/office/officeart/2005/8/layout/target2"/>
    <dgm:cxn modelId="{062DCC35-8DC8-41FD-A1E5-87596A1AB895}" srcId="{8D9CDD5A-D6FB-47D3-8710-BB1363925ACA}" destId="{A9B7F8B0-5C3E-472C-94B6-FA6B7E5A72F7}" srcOrd="1" destOrd="0" parTransId="{0BE551A8-02A7-463E-8517-4BDACFD690C1}" sibTransId="{02D35F5F-7ACD-436A-A8D0-4920D255DC4B}"/>
    <dgm:cxn modelId="{7A76603C-D4BE-4706-B2FB-C7FC4E2022CD}" type="presOf" srcId="{E74204A7-8B52-4696-9BD4-072013DB1D87}" destId="{CD251FD6-2489-4BC9-A81C-DCA80BE84820}" srcOrd="0" destOrd="0" presId="urn:microsoft.com/office/officeart/2005/8/layout/target2"/>
    <dgm:cxn modelId="{E47B9C5F-1994-421E-9CF5-356B00820D74}" srcId="{8D9CDD5A-D6FB-47D3-8710-BB1363925ACA}" destId="{E74204A7-8B52-4696-9BD4-072013DB1D87}" srcOrd="0" destOrd="0" parTransId="{86539428-AE62-48D0-AC78-A83B344B464A}" sibTransId="{3142A4DC-8F75-4617-BDEB-BDE5821028AA}"/>
    <dgm:cxn modelId="{22E63BAD-D4ED-4721-BECA-CFE81B6D5A7F}" srcId="{2AE84108-E354-4163-AC1C-DDE71E96D50A}" destId="{8D9CDD5A-D6FB-47D3-8710-BB1363925ACA}" srcOrd="0" destOrd="0" parTransId="{A5400AA3-B2B8-4A62-9069-42470EB7D1B2}" sibTransId="{4D574EAB-4440-45A4-AC66-0706B22FB0AC}"/>
    <dgm:cxn modelId="{9905BACA-83FC-41DB-BB24-054C028035C7}" type="presParOf" srcId="{D33DEC12-1958-4381-A7E3-FF824C7BD65B}" destId="{47A87E8E-C5EA-4E7A-A33A-2D2E2E0C4A9F}" srcOrd="0" destOrd="0" presId="urn:microsoft.com/office/officeart/2005/8/layout/target2"/>
    <dgm:cxn modelId="{F45958C9-C613-4B8E-95B0-BE2BF83763CC}" type="presParOf" srcId="{47A87E8E-C5EA-4E7A-A33A-2D2E2E0C4A9F}" destId="{E3F3CC70-80DD-4468-B69A-53748BDB54F4}" srcOrd="0" destOrd="0" presId="urn:microsoft.com/office/officeart/2005/8/layout/target2"/>
    <dgm:cxn modelId="{6A9AD568-6A3F-4448-B264-888FFA1576BC}" type="presParOf" srcId="{47A87E8E-C5EA-4E7A-A33A-2D2E2E0C4A9F}" destId="{F9C00DDE-524B-4B4E-BE8F-99DF091DD75A}" srcOrd="1" destOrd="0" presId="urn:microsoft.com/office/officeart/2005/8/layout/target2"/>
    <dgm:cxn modelId="{9D30F4BC-72B1-4960-934C-669C93BF628F}" type="presParOf" srcId="{F9C00DDE-524B-4B4E-BE8F-99DF091DD75A}" destId="{CD251FD6-2489-4BC9-A81C-DCA80BE84820}" srcOrd="0" destOrd="0" presId="urn:microsoft.com/office/officeart/2005/8/layout/target2"/>
    <dgm:cxn modelId="{F878CF39-440F-4A75-B5A8-60AC80F9B465}" type="presParOf" srcId="{F9C00DDE-524B-4B4E-BE8F-99DF091DD75A}" destId="{A5DE5004-A70A-42D7-8230-0768AB3EA757}" srcOrd="1" destOrd="0" presId="urn:microsoft.com/office/officeart/2005/8/layout/target2"/>
    <dgm:cxn modelId="{6991235D-6E8F-4E9C-BBB9-0728A89AD9A6}" type="presParOf" srcId="{F9C00DDE-524B-4B4E-BE8F-99DF091DD75A}" destId="{306CDEB2-AE9A-4228-9CAC-AC949B733007}" srcOrd="2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3CC70-80DD-4468-B69A-53748BDB54F4}">
      <dsp:nvSpPr>
        <dsp:cNvPr id="0" name=""/>
        <dsp:cNvSpPr/>
      </dsp:nvSpPr>
      <dsp:spPr>
        <a:xfrm>
          <a:off x="0" y="0"/>
          <a:ext cx="7164386" cy="3311579"/>
        </a:xfrm>
        <a:prstGeom prst="roundRect">
          <a:avLst>
            <a:gd name="adj" fmla="val 8500"/>
          </a:avLst>
        </a:prstGeom>
        <a:solidFill>
          <a:srgbClr val="299EB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204444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Global scope</a:t>
          </a:r>
          <a:endParaRPr lang="en-US" sz="3600" kern="1200" dirty="0"/>
        </a:p>
      </dsp:txBody>
      <dsp:txXfrm>
        <a:off x="82444" y="82444"/>
        <a:ext cx="6999498" cy="3146691"/>
      </dsp:txXfrm>
    </dsp:sp>
    <dsp:sp modelId="{CD251FD6-2489-4BC9-A81C-DCA80BE84820}">
      <dsp:nvSpPr>
        <dsp:cNvPr id="0" name=""/>
        <dsp:cNvSpPr/>
      </dsp:nvSpPr>
      <dsp:spPr>
        <a:xfrm>
          <a:off x="209750" y="953831"/>
          <a:ext cx="3373173" cy="2227671"/>
        </a:xfrm>
        <a:prstGeom prst="roundRect">
          <a:avLst>
            <a:gd name="adj" fmla="val 10500"/>
          </a:avLst>
        </a:prstGeom>
        <a:solidFill>
          <a:srgbClr val="F48C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1</a:t>
          </a:r>
          <a:endParaRPr lang="en-US" sz="3600" kern="1200" dirty="0"/>
        </a:p>
      </dsp:txBody>
      <dsp:txXfrm>
        <a:off x="278259" y="1022340"/>
        <a:ext cx="3236155" cy="2090653"/>
      </dsp:txXfrm>
    </dsp:sp>
    <dsp:sp modelId="{306CDEB2-AE9A-4228-9CAC-AC949B733007}">
      <dsp:nvSpPr>
        <dsp:cNvPr id="0" name=""/>
        <dsp:cNvSpPr/>
      </dsp:nvSpPr>
      <dsp:spPr>
        <a:xfrm>
          <a:off x="3700901" y="980074"/>
          <a:ext cx="3373173" cy="2220816"/>
        </a:xfrm>
        <a:prstGeom prst="roundRect">
          <a:avLst>
            <a:gd name="adj" fmla="val 10500"/>
          </a:avLst>
        </a:prstGeom>
        <a:solidFill>
          <a:srgbClr val="F48C5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i="0" kern="1200" dirty="0"/>
            <a:t>Script scope 2</a:t>
          </a:r>
          <a:endParaRPr lang="en-US" sz="3600" kern="1200" dirty="0"/>
        </a:p>
      </dsp:txBody>
      <dsp:txXfrm>
        <a:off x="3769199" y="1048372"/>
        <a:ext cx="3236577" cy="2084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2f882bb8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2f882bb8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2f882bb89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2f882bb89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 userDrawn="1">
  <p:cSld name="1_Custom Layout 5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274329" y="274325"/>
            <a:ext cx="8631465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65" name="Google Shape;65;p11"/>
          <p:cNvSpPr txBox="1"/>
          <p:nvPr/>
        </p:nvSpPr>
        <p:spPr>
          <a:xfrm>
            <a:off x="1752100" y="1660925"/>
            <a:ext cx="4872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1" title="footer-orange.png"/>
          <p:cNvPicPr preferRelativeResize="0"/>
          <p:nvPr/>
        </p:nvPicPr>
        <p:blipFill rotWithShape="1">
          <a:blip r:embed="rId2">
            <a:alphaModFix/>
          </a:blip>
          <a:srcRect l="4438" r="4429"/>
          <a:stretch/>
        </p:blipFill>
        <p:spPr>
          <a:xfrm>
            <a:off x="0" y="4434830"/>
            <a:ext cx="9144004" cy="7086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9B602-1D05-B601-916A-3FC6287AF8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062880"/>
            <a:ext cx="3959265" cy="3309095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oogle Shape;102;p16" title="spiaceworld-2025-logo.png">
            <a:extLst>
              <a:ext uri="{FF2B5EF4-FFF2-40B4-BE49-F238E27FC236}">
                <a16:creationId xmlns:a16="http://schemas.microsoft.com/office/drawing/2014/main" id="{C2344129-CA17-5DA8-6F3E-D77F0F9D9BD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0CA16C-4A48-DDF3-4630-54F8CAC79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10099" y="1062880"/>
            <a:ext cx="3995695" cy="3309095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298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 userDrawn="1">
  <p:cSld name="CUSTOM_5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2" title="solid-orange-withpixels-top.png"/>
          <p:cNvPicPr preferRelativeResize="0"/>
          <p:nvPr/>
        </p:nvPicPr>
        <p:blipFill rotWithShape="1">
          <a:blip r:embed="rId2">
            <a:alphaModFix/>
          </a:blip>
          <a:srcRect l="21860" t="-32595" r="21725" b="85197"/>
          <a:stretch/>
        </p:blipFill>
        <p:spPr>
          <a:xfrm rot="5400000">
            <a:off x="-1360338" y="1350912"/>
            <a:ext cx="5158576" cy="24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>
            <a:spLocks noGrp="1"/>
          </p:cNvSpPr>
          <p:nvPr>
            <p:ph type="pic" idx="2"/>
          </p:nvPr>
        </p:nvSpPr>
        <p:spPr>
          <a:xfrm>
            <a:off x="914400" y="4542561"/>
            <a:ext cx="1194300" cy="39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3" name="Google Shape;73;p12" title="spiaceworld-2025-logo.png"/>
          <p:cNvPicPr preferRelativeResize="0"/>
          <p:nvPr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3;p11">
            <a:extLst>
              <a:ext uri="{FF2B5EF4-FFF2-40B4-BE49-F238E27FC236}">
                <a16:creationId xmlns:a16="http://schemas.microsoft.com/office/drawing/2014/main" id="{77783B35-261D-3B25-3977-BB33A8D177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114" y="274325"/>
            <a:ext cx="799168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5430077-C290-C3AB-F525-CE3042A4A8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114" y="1290638"/>
            <a:ext cx="7991680" cy="3081337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 preserve="1" userDrawn="1">
  <p:cSld name="Custom Layout 1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 title="footer-blu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5" y="4493623"/>
            <a:ext cx="9136072" cy="6566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274326" y="274325"/>
            <a:ext cx="8555037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4" name="Google Shape;102;p16" title="spiaceworld-2025-logo.png">
            <a:extLst>
              <a:ext uri="{FF2B5EF4-FFF2-40B4-BE49-F238E27FC236}">
                <a16:creationId xmlns:a16="http://schemas.microsoft.com/office/drawing/2014/main" id="{1A9D17EE-7407-64D3-F828-CA53D3E714F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197812-D3EC-2846-506F-7E4E36086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290638"/>
            <a:ext cx="8631156" cy="3081337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82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3" preserve="1" userDrawn="1">
  <p:cSld name="1_Custom Layout 1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 title="footer-blu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65" y="4493623"/>
            <a:ext cx="9136072" cy="65665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274326" y="274325"/>
            <a:ext cx="8631468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Google Shape;102;p16" title="spiaceworld-2025-logo.png">
            <a:extLst>
              <a:ext uri="{FF2B5EF4-FFF2-40B4-BE49-F238E27FC236}">
                <a16:creationId xmlns:a16="http://schemas.microsoft.com/office/drawing/2014/main" id="{1A9D17EE-7407-64D3-F828-CA53D3E714F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E3A26FF-9C1C-B151-1DB5-254666046C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060397"/>
            <a:ext cx="3959265" cy="3311579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3A47D-2928-FEAF-F197-1397A8C7E2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10099" y="1060396"/>
            <a:ext cx="3995695" cy="3311579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288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4" userDrawn="1">
  <p:cSld name="CUSTOM_13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>
            <a:spLocks noGrp="1"/>
          </p:cNvSpPr>
          <p:nvPr>
            <p:ph type="pic" idx="2"/>
          </p:nvPr>
        </p:nvSpPr>
        <p:spPr>
          <a:xfrm>
            <a:off x="914400" y="4542561"/>
            <a:ext cx="1194300" cy="397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7" name="Google Shape;127;p20" title="spiaceworld-2025-logo.png"/>
          <p:cNvPicPr preferRelativeResize="0"/>
          <p:nvPr/>
        </p:nvPicPr>
        <p:blipFill rotWithShape="1">
          <a:blip r:embed="rId2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solid-blue-withpixels-top.png"/>
          <p:cNvPicPr preferRelativeResize="0"/>
          <p:nvPr/>
        </p:nvPicPr>
        <p:blipFill rotWithShape="1">
          <a:blip r:embed="rId3">
            <a:alphaModFix/>
          </a:blip>
          <a:srcRect l="21713" t="-2716" r="21725" b="85926"/>
          <a:stretch/>
        </p:blipFill>
        <p:spPr>
          <a:xfrm rot="5400000">
            <a:off x="-2166938" y="2144713"/>
            <a:ext cx="5172076" cy="8635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3;p11">
            <a:extLst>
              <a:ext uri="{FF2B5EF4-FFF2-40B4-BE49-F238E27FC236}">
                <a16:creationId xmlns:a16="http://schemas.microsoft.com/office/drawing/2014/main" id="{A5B82EF5-5258-C6E5-FDB9-40F8D026BF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114" y="274325"/>
            <a:ext cx="799168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800"/>
              <a:buFont typeface="Montserrat"/>
              <a:buNone/>
              <a:defRPr b="1">
                <a:solidFill>
                  <a:srgbClr val="1E41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1082AF-B1F8-DFF0-6FD0-7FDB36FB62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114" y="1290638"/>
            <a:ext cx="7991680" cy="3081337"/>
          </a:xfrm>
        </p:spPr>
        <p:txBody>
          <a:bodyPr/>
          <a:lstStyle>
            <a:lvl1pPr marL="346075" indent="-231775">
              <a:buFont typeface="Arial" panose="020B0604020202020204" pitchFamily="34" charset="0"/>
              <a:buChar char="•"/>
              <a:defRPr/>
            </a:lvl1pPr>
            <a:lvl2pPr marL="568325" indent="-222250">
              <a:buFont typeface="Courier New" panose="02070309020205020404" pitchFamily="49" charset="0"/>
              <a:buChar char="o"/>
              <a:defRPr/>
            </a:lvl2pPr>
            <a:lvl3pPr marL="798513" indent="-230188">
              <a:buFont typeface="Wingdings" panose="05000000000000000000" pitchFamily="2" charset="2"/>
              <a:buChar char="§"/>
              <a:defRPr/>
            </a:lvl3pPr>
            <a:lvl4pPr marL="1030288" indent="-231775">
              <a:buFont typeface="Wingdings" panose="05000000000000000000" pitchFamily="2" charset="2"/>
              <a:buChar char="v"/>
              <a:defRPr/>
            </a:lvl4pPr>
            <a:lvl5pPr marL="1260475" indent="-230188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footer-fullcol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434830"/>
            <a:ext cx="9144004" cy="70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02;p16" title="spiaceworld-2025-logo.png">
            <a:extLst>
              <a:ext uri="{FF2B5EF4-FFF2-40B4-BE49-F238E27FC236}">
                <a16:creationId xmlns:a16="http://schemas.microsoft.com/office/drawing/2014/main" id="{D7864ABA-EBAD-40B4-9D00-4B77260F35C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5884" b="5884"/>
          <a:stretch/>
        </p:blipFill>
        <p:spPr>
          <a:xfrm>
            <a:off x="7737909" y="4694732"/>
            <a:ext cx="1194424" cy="2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25" y="1434375"/>
            <a:ext cx="91440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1250" y="2228150"/>
            <a:ext cx="91440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500"/>
              <a:buFont typeface="Montserrat Medium"/>
              <a:buNone/>
              <a:defRPr sz="2500">
                <a:solidFill>
                  <a:srgbClr val="1E41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>
            <a:spLocks noGrp="1"/>
          </p:cNvSpPr>
          <p:nvPr>
            <p:ph type="pic" idx="2"/>
          </p:nvPr>
        </p:nvSpPr>
        <p:spPr>
          <a:xfrm>
            <a:off x="4870256" y="3102371"/>
            <a:ext cx="1626300" cy="540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" name="Google Shape;33;p7"/>
          <p:cNvCxnSpPr/>
          <p:nvPr/>
        </p:nvCxnSpPr>
        <p:spPr>
          <a:xfrm>
            <a:off x="4601691" y="3089275"/>
            <a:ext cx="0" cy="567000"/>
          </a:xfrm>
          <a:prstGeom prst="straightConnector1">
            <a:avLst/>
          </a:prstGeom>
          <a:noFill/>
          <a:ln w="8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" name="Google Shape;34;p7" title="spiaceworld-2025-logo.png"/>
          <p:cNvPicPr preferRelativeResize="0"/>
          <p:nvPr/>
        </p:nvPicPr>
        <p:blipFill rotWithShape="1">
          <a:blip r:embed="rId2">
            <a:alphaModFix/>
          </a:blip>
          <a:srcRect t="5884" b="5884"/>
          <a:stretch/>
        </p:blipFill>
        <p:spPr>
          <a:xfrm>
            <a:off x="2701897" y="3182202"/>
            <a:ext cx="1626300" cy="381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7" title="solid-orange-withpixels-top.png"/>
          <p:cNvPicPr preferRelativeResize="0"/>
          <p:nvPr/>
        </p:nvPicPr>
        <p:blipFill rotWithShape="1">
          <a:blip r:embed="rId3">
            <a:alphaModFix/>
          </a:blip>
          <a:srcRect l="21860" t="-32595" r="21725" b="85197"/>
          <a:stretch/>
        </p:blipFill>
        <p:spPr>
          <a:xfrm rot="5400000">
            <a:off x="-1360338" y="1350912"/>
            <a:ext cx="5158576" cy="24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7" title="solid-orange-withpixels-top.png"/>
          <p:cNvPicPr preferRelativeResize="0"/>
          <p:nvPr/>
        </p:nvPicPr>
        <p:blipFill rotWithShape="1">
          <a:blip r:embed="rId3">
            <a:alphaModFix/>
          </a:blip>
          <a:srcRect l="21860" t="-32595" r="21725" b="85197"/>
          <a:stretch/>
        </p:blipFill>
        <p:spPr>
          <a:xfrm rot="-5400000">
            <a:off x="5345762" y="1352800"/>
            <a:ext cx="5158576" cy="24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9">
  <p:cSld name="CUSTOM_8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title"/>
          </p:nvPr>
        </p:nvSpPr>
        <p:spPr>
          <a:xfrm>
            <a:off x="25" y="1434375"/>
            <a:ext cx="91440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3200"/>
              <a:buFont typeface="Montserrat SemiBold"/>
              <a:buNone/>
              <a:defRPr sz="320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1250" y="2228150"/>
            <a:ext cx="91440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E4143"/>
              </a:buClr>
              <a:buSzPts val="2500"/>
              <a:buFont typeface="Montserrat Medium"/>
              <a:buNone/>
              <a:defRPr sz="2500">
                <a:solidFill>
                  <a:srgbClr val="1E414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>
            <a:spLocks noGrp="1"/>
          </p:cNvSpPr>
          <p:nvPr>
            <p:ph type="pic" idx="2"/>
          </p:nvPr>
        </p:nvSpPr>
        <p:spPr>
          <a:xfrm>
            <a:off x="4870256" y="3102371"/>
            <a:ext cx="1626300" cy="540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9" name="Google Shape;89;p15"/>
          <p:cNvCxnSpPr/>
          <p:nvPr/>
        </p:nvCxnSpPr>
        <p:spPr>
          <a:xfrm>
            <a:off x="4601691" y="3089275"/>
            <a:ext cx="0" cy="567000"/>
          </a:xfrm>
          <a:prstGeom prst="straightConnector1">
            <a:avLst/>
          </a:prstGeom>
          <a:noFill/>
          <a:ln w="8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" name="Google Shape;90;p15" title="spiaceworld-2025-logo.png"/>
          <p:cNvPicPr preferRelativeResize="0"/>
          <p:nvPr/>
        </p:nvPicPr>
        <p:blipFill rotWithShape="1">
          <a:blip r:embed="rId2">
            <a:alphaModFix/>
          </a:blip>
          <a:srcRect t="5884" b="5884"/>
          <a:stretch/>
        </p:blipFill>
        <p:spPr>
          <a:xfrm>
            <a:off x="2701897" y="3182202"/>
            <a:ext cx="1626300" cy="381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 title="solid-blue-withpixels-top.png"/>
          <p:cNvPicPr preferRelativeResize="0"/>
          <p:nvPr/>
        </p:nvPicPr>
        <p:blipFill rotWithShape="1">
          <a:blip r:embed="rId3">
            <a:alphaModFix/>
          </a:blip>
          <a:srcRect l="21713" t="-4690" r="21725" b="85105"/>
          <a:stretch/>
        </p:blipFill>
        <p:spPr>
          <a:xfrm rot="-5400000">
            <a:off x="6066987" y="2072837"/>
            <a:ext cx="5172076" cy="100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 title="solid-blue-withpixels-top.png"/>
          <p:cNvPicPr preferRelativeResize="0"/>
          <p:nvPr/>
        </p:nvPicPr>
        <p:blipFill rotWithShape="1">
          <a:blip r:embed="rId3">
            <a:alphaModFix/>
          </a:blip>
          <a:srcRect l="21713" t="-4690" r="21725" b="85105"/>
          <a:stretch/>
        </p:blipFill>
        <p:spPr>
          <a:xfrm rot="5400000">
            <a:off x="-2082363" y="2072837"/>
            <a:ext cx="5172076" cy="10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58" r:id="rId2"/>
    <p:sldLayoutId id="2147483669" r:id="rId3"/>
    <p:sldLayoutId id="2147483670" r:id="rId4"/>
    <p:sldLayoutId id="2147483666" r:id="rId5"/>
    <p:sldLayoutId id="2147483648" r:id="rId6"/>
    <p:sldLayoutId id="2147483653" r:id="rId7"/>
    <p:sldLayoutId id="214748366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dwheeler/seanonit/blob/main/content/downloads/spiceworld/SpiceWorld-2025-PowerShell-Toolmaking.pdf" TargetMode="External"/><Relationship Id="rId2" Type="http://schemas.openxmlformats.org/officeDocument/2006/relationships/hyperlink" Target="https://seanonit.org/docs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seanonit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hyperlink" Target="https://shortcutyour.life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oshCode/PowerShellPracticeAndStyle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092" y="464311"/>
            <a:ext cx="4861752" cy="6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6103844" y="464311"/>
            <a:ext cx="1557088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rgbClr val="F17C38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4000" b="1" dirty="0">
              <a:solidFill>
                <a:srgbClr val="F17C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1668795" y="1408804"/>
            <a:ext cx="5806409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1E414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PowerShell Toolmaking</a:t>
            </a:r>
            <a:endParaRPr sz="3500" dirty="0">
              <a:solidFill>
                <a:srgbClr val="1E4143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5AA213-D775-ABE8-2E46-BF210FEDBE61}"/>
              </a:ext>
            </a:extLst>
          </p:cNvPr>
          <p:cNvSpPr txBox="1"/>
          <p:nvPr/>
        </p:nvSpPr>
        <p:spPr>
          <a:xfrm>
            <a:off x="1668795" y="2248584"/>
            <a:ext cx="5806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Montserrat SemiBold" panose="00000700000000000000" pitchFamily="2" charset="0"/>
              </a:rPr>
              <a:t>Create shareable tools that other people will want to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91DD83-8EBF-FD5D-5A3C-6CCD856CD966}"/>
              </a:ext>
            </a:extLst>
          </p:cNvPr>
          <p:cNvSpPr txBox="1"/>
          <p:nvPr/>
        </p:nvSpPr>
        <p:spPr>
          <a:xfrm>
            <a:off x="391886" y="1186754"/>
            <a:ext cx="3848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Download the PDF to follow along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QR Code or</a:t>
            </a:r>
          </a:p>
          <a:p>
            <a:endParaRPr lang="en-US" dirty="0"/>
          </a:p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https://seanonit.org/docs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the  </a:t>
            </a:r>
            <a:r>
              <a:rPr lang="en-US" dirty="0">
                <a:hlinkClick r:id="rId3"/>
              </a:rPr>
              <a:t>PowerShell Toolmaking</a:t>
            </a:r>
            <a:r>
              <a:rPr lang="en-US" dirty="0"/>
              <a:t> link under Public Speaking</a:t>
            </a:r>
          </a:p>
        </p:txBody>
      </p:sp>
      <p:sp>
        <p:nvSpPr>
          <p:cNvPr id="5" name="Google Shape;213;p29">
            <a:extLst>
              <a:ext uri="{FF2B5EF4-FFF2-40B4-BE49-F238E27FC236}">
                <a16:creationId xmlns:a16="http://schemas.microsoft.com/office/drawing/2014/main" id="{B33FCB6C-06E5-60F8-82E4-7C6838B340FB}"/>
              </a:ext>
            </a:extLst>
          </p:cNvPr>
          <p:cNvSpPr txBox="1">
            <a:spLocks/>
          </p:cNvSpPr>
          <p:nvPr/>
        </p:nvSpPr>
        <p:spPr>
          <a:xfrm>
            <a:off x="391886" y="179614"/>
            <a:ext cx="8360228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PowerShell Toolmaking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CB90F-6BBB-5442-EAE7-8CB84B664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214" y="749299"/>
            <a:ext cx="36449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3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>
            <a:spLocks noGrp="1"/>
          </p:cNvSpPr>
          <p:nvPr>
            <p:ph type="title"/>
          </p:nvPr>
        </p:nvSpPr>
        <p:spPr>
          <a:xfrm>
            <a:off x="914400" y="189662"/>
            <a:ext cx="63429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Sean Wheeler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subTitle" idx="4294967295"/>
          </p:nvPr>
        </p:nvSpPr>
        <p:spPr>
          <a:xfrm>
            <a:off x="914400" y="634937"/>
            <a:ext cx="55473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Principal Content Developer, Microsoft</a:t>
            </a:r>
            <a:endParaRPr dirty="0"/>
          </a:p>
        </p:txBody>
      </p:sp>
      <p:sp>
        <p:nvSpPr>
          <p:cNvPr id="216" name="Google Shape;216;p29"/>
          <p:cNvSpPr/>
          <p:nvPr/>
        </p:nvSpPr>
        <p:spPr>
          <a:xfrm>
            <a:off x="5440885" y="1290833"/>
            <a:ext cx="2926200" cy="2926200"/>
          </a:xfrm>
          <a:prstGeom prst="rect">
            <a:avLst/>
          </a:prstGeom>
          <a:solidFill>
            <a:srgbClr val="1B97B9"/>
          </a:solidFill>
          <a:ln>
            <a:noFill/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pic>
        <p:nvPicPr>
          <p:cNvPr id="3" name="Picture Placeholder 2" descr="A person with a beard wearing a headset&#10;&#10;AI-generated content may be incorrect.">
            <a:extLst>
              <a:ext uri="{FF2B5EF4-FFF2-40B4-BE49-F238E27FC236}">
                <a16:creationId xmlns:a16="http://schemas.microsoft.com/office/drawing/2014/main" id="{10687564-AF48-0B61-4414-DA76E8C9244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8889" b="8889"/>
          <a:stretch>
            <a:fillRect/>
          </a:stretch>
        </p:blipFill>
        <p:spPr>
          <a:xfrm>
            <a:off x="5249863" y="1119188"/>
            <a:ext cx="2925762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9"/>
          <p:cNvSpPr txBox="1"/>
          <p:nvPr/>
        </p:nvSpPr>
        <p:spPr>
          <a:xfrm>
            <a:off x="914400" y="1290825"/>
            <a:ext cx="3936900" cy="311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As the lead Content Developer for PowerShell, I create and maintain the core PowerShell documentation, developer guides, and command reference.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I’m an avid supporter of the PowerShell community. I am a frequent speaker at PowerShell user groups and conferences.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In my career, I’ve created and delivered numerous scripting, debugging, and troubleshooting workshops for internal and external customers.</a:t>
            </a:r>
            <a:endParaRPr sz="12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Picture 4">
            <a:hlinkClick r:id="rId4"/>
            <a:extLst>
              <a:ext uri="{FF2B5EF4-FFF2-40B4-BE49-F238E27FC236}">
                <a16:creationId xmlns:a16="http://schemas.microsoft.com/office/drawing/2014/main" id="{6D53AFDB-8842-8C8A-966E-FF70951532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1" y="4538062"/>
            <a:ext cx="1665585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>
            <a:spLocks noGrp="1"/>
          </p:cNvSpPr>
          <p:nvPr>
            <p:ph type="title"/>
          </p:nvPr>
        </p:nvSpPr>
        <p:spPr>
          <a:xfrm>
            <a:off x="914400" y="189662"/>
            <a:ext cx="63429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Steven Judd</a:t>
            </a:r>
            <a:endParaRPr sz="2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0"/>
          <p:cNvSpPr txBox="1">
            <a:spLocks noGrp="1"/>
          </p:cNvSpPr>
          <p:nvPr>
            <p:ph type="subTitle" idx="4294967295"/>
          </p:nvPr>
        </p:nvSpPr>
        <p:spPr>
          <a:xfrm>
            <a:off x="914400" y="630936"/>
            <a:ext cx="55473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Infrastructure Engineer, </a:t>
            </a:r>
            <a:r>
              <a:rPr lang="en-US" dirty="0" err="1"/>
              <a:t>Tenstreet</a:t>
            </a:r>
            <a:r>
              <a:rPr lang="en-US" dirty="0"/>
              <a:t>, LLC</a:t>
            </a:r>
          </a:p>
        </p:txBody>
      </p:sp>
      <p:sp>
        <p:nvSpPr>
          <p:cNvPr id="225" name="Google Shape;225;p30"/>
          <p:cNvSpPr/>
          <p:nvPr/>
        </p:nvSpPr>
        <p:spPr>
          <a:xfrm>
            <a:off x="5440885" y="1290833"/>
            <a:ext cx="2926200" cy="2926200"/>
          </a:xfrm>
          <a:prstGeom prst="rect">
            <a:avLst/>
          </a:prstGeom>
          <a:solidFill>
            <a:srgbClr val="76569D"/>
          </a:solidFill>
          <a:ln>
            <a:noFill/>
          </a:ln>
        </p:spPr>
        <p:txBody>
          <a:bodyPr spcFirstLastPara="1" wrap="square" lIns="82600" tIns="82600" rIns="82600" bIns="82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4"/>
          </a:p>
        </p:txBody>
      </p:sp>
      <p:sp>
        <p:nvSpPr>
          <p:cNvPr id="226" name="Google Shape;226;p30"/>
          <p:cNvSpPr txBox="1"/>
          <p:nvPr/>
        </p:nvSpPr>
        <p:spPr>
          <a:xfrm>
            <a:off x="914400" y="1290833"/>
            <a:ext cx="3936900" cy="37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/>
              <a:t>As a Microsoft MVP for PowerShell, I have a passion for automation using PowerShell and DevOps Agile principles. </a:t>
            </a:r>
          </a:p>
          <a:p>
            <a:pPr lvl="0"/>
            <a:endParaRPr lang="en-US" sz="1200" dirty="0"/>
          </a:p>
          <a:p>
            <a:pPr lvl="0"/>
            <a:r>
              <a:rPr lang="en-US" sz="1200" dirty="0"/>
              <a:t>I have been working with Developers as the "Ops" of DevOps for more than 30 years, before I even knew what DevOps was. I developed a PowerShell training program to help people learn automation and accelerate their career.</a:t>
            </a:r>
          </a:p>
          <a:p>
            <a:pPr lvl="0"/>
            <a:endParaRPr lang="en-US" sz="1200" dirty="0"/>
          </a:p>
          <a:p>
            <a:pPr lvl="0"/>
            <a:r>
              <a:rPr lang="en-US" sz="1200" dirty="0"/>
              <a:t>I spend my free time learning more about PowerShell and other technologies and hanging out in the PowerShell Discord.</a:t>
            </a:r>
            <a:endParaRPr sz="11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Placeholder 2" descr="A person wearing a hat and headphones&#10;&#10;AI-generated content may be incorrect.">
            <a:extLst>
              <a:ext uri="{FF2B5EF4-FFF2-40B4-BE49-F238E27FC236}">
                <a16:creationId xmlns:a16="http://schemas.microsoft.com/office/drawing/2014/main" id="{17A43B03-3DBF-CB62-72ED-E82FF122E9F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249863" y="1119188"/>
            <a:ext cx="2925762" cy="292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599F9FE4-07AB-C846-3CB7-DDC9B7789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549046"/>
            <a:ext cx="2143018" cy="404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253B-AC91-F364-5230-F8225D1F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9" y="274325"/>
            <a:ext cx="8631465" cy="725700"/>
          </a:xfrm>
        </p:spPr>
        <p:txBody>
          <a:bodyPr/>
          <a:lstStyle/>
          <a:p>
            <a:r>
              <a:rPr lang="en" dirty="0"/>
              <a:t>Goals &amp; Expectations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00A0F-07E5-C6B7-94D1-8596D72D8F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638" y="1000125"/>
            <a:ext cx="3959225" cy="3371850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dirty="0"/>
              <a:t>Goals</a:t>
            </a:r>
          </a:p>
          <a:p>
            <a:r>
              <a:rPr lang="en-US" dirty="0"/>
              <a:t>Quick review of the fundamentals</a:t>
            </a:r>
          </a:p>
          <a:p>
            <a:r>
              <a:rPr lang="en-US" dirty="0"/>
              <a:t>Turn one-liners and scripts into advanced functions</a:t>
            </a:r>
          </a:p>
          <a:p>
            <a:r>
              <a:rPr lang="en-US" dirty="0"/>
              <a:t>Anatomy of a function</a:t>
            </a:r>
          </a:p>
          <a:p>
            <a:pPr lvl="1"/>
            <a:r>
              <a:rPr lang="en-US" dirty="0"/>
              <a:t>Pipelining, validation, tab completion</a:t>
            </a:r>
          </a:p>
          <a:p>
            <a:r>
              <a:rPr lang="en-US" dirty="0"/>
              <a:t>Create user documentation using Comment-based help</a:t>
            </a:r>
          </a:p>
          <a:p>
            <a:r>
              <a:rPr lang="en-US" dirty="0"/>
              <a:t>Package functions into structured modules</a:t>
            </a:r>
          </a:p>
          <a:p>
            <a:pPr lvl="1"/>
            <a:r>
              <a:rPr lang="en-US" dirty="0"/>
              <a:t>Public vs. Private functions</a:t>
            </a:r>
          </a:p>
          <a:p>
            <a:pPr lvl="1"/>
            <a:r>
              <a:rPr lang="en-US" dirty="0"/>
              <a:t>Multi-file vs. monolithic</a:t>
            </a:r>
          </a:p>
          <a:p>
            <a:r>
              <a:rPr lang="en-US" dirty="0"/>
              <a:t>Command design principles</a:t>
            </a:r>
          </a:p>
          <a:p>
            <a:r>
              <a:rPr lang="en-US" dirty="0"/>
              <a:t>Publish modules to a shareable </a:t>
            </a:r>
            <a:r>
              <a:rPr lang="en-US" dirty="0" err="1"/>
              <a:t>PSRepository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EFC45-5A36-8A5C-378C-D6F8061D58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10138" y="1000125"/>
            <a:ext cx="3995737" cy="337185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500" dirty="0"/>
              <a:t>Expectations</a:t>
            </a:r>
          </a:p>
          <a:p>
            <a:r>
              <a:rPr lang="en-US" sz="1500" dirty="0"/>
              <a:t>Some experience writing PowerShell scripts</a:t>
            </a:r>
          </a:p>
          <a:p>
            <a:r>
              <a:rPr lang="en-US" sz="1500" dirty="0"/>
              <a:t>VS Code with PowerShell extension</a:t>
            </a:r>
          </a:p>
          <a:p>
            <a:r>
              <a:rPr lang="en-US" sz="1500" dirty="0"/>
              <a:t>PowerShell 7 (or 5.1)</a:t>
            </a:r>
          </a:p>
        </p:txBody>
      </p:sp>
    </p:spTree>
    <p:extLst>
      <p:ext uri="{BB962C8B-B14F-4D97-AF65-F5344CB8AC3E}">
        <p14:creationId xmlns:p14="http://schemas.microsoft.com/office/powerpoint/2010/main" val="2557261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0FBD-9F34-9F3C-D088-0209DB48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fundamentals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50E00-7506-F0CE-3022-D15D491CC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 policy overview</a:t>
            </a:r>
          </a:p>
          <a:p>
            <a:pPr lvl="1"/>
            <a:r>
              <a:rPr lang="en-US" dirty="0"/>
              <a:t>Security feature – not a security boundary</a:t>
            </a:r>
          </a:p>
          <a:p>
            <a:pPr lvl="1"/>
            <a:r>
              <a:rPr lang="en-US" dirty="0"/>
              <a:t>Windows-only</a:t>
            </a:r>
          </a:p>
          <a:p>
            <a:r>
              <a:rPr lang="en-US" dirty="0"/>
              <a:t>Command types and their precedence</a:t>
            </a:r>
          </a:p>
          <a:p>
            <a:pPr lvl="1"/>
            <a:r>
              <a:rPr lang="en-US" dirty="0"/>
              <a:t>Alias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Cmdlet</a:t>
            </a:r>
          </a:p>
          <a:p>
            <a:pPr lvl="1"/>
            <a:r>
              <a:rPr lang="en-US" dirty="0"/>
              <a:t>External executable files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CBC26-C8D0-1473-A87B-52513F84F4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Scripts &amp; functions</a:t>
            </a:r>
          </a:p>
          <a:p>
            <a:pPr lvl="1"/>
            <a:r>
              <a:rPr lang="en-US" dirty="0"/>
              <a:t>Purpose</a:t>
            </a:r>
          </a:p>
          <a:p>
            <a:pPr lvl="1"/>
            <a:r>
              <a:rPr lang="en-US" dirty="0"/>
              <a:t>Batch scripts vs. tools</a:t>
            </a:r>
          </a:p>
          <a:p>
            <a:pPr lvl="1"/>
            <a:r>
              <a:rPr lang="en-US" dirty="0" err="1"/>
              <a:t>Scriptblocks</a:t>
            </a:r>
            <a:endParaRPr lang="en-US" dirty="0"/>
          </a:p>
          <a:p>
            <a:pPr lvl="1"/>
            <a:r>
              <a:rPr lang="en-US" dirty="0"/>
              <a:t>Profiles and dot-sourcing</a:t>
            </a:r>
          </a:p>
          <a:p>
            <a:r>
              <a:rPr lang="en-US" dirty="0"/>
              <a:t>Variable scopes</a:t>
            </a:r>
          </a:p>
          <a:p>
            <a:pPr lvl="1"/>
            <a:r>
              <a:rPr lang="en-US" dirty="0"/>
              <a:t>Global</a:t>
            </a:r>
          </a:p>
          <a:p>
            <a:pPr lvl="1"/>
            <a:r>
              <a:rPr lang="en-US" dirty="0"/>
              <a:t>Local</a:t>
            </a:r>
          </a:p>
          <a:p>
            <a:pPr lvl="1"/>
            <a:r>
              <a:rPr lang="en-US" dirty="0"/>
              <a:t>Script</a:t>
            </a:r>
          </a:p>
          <a:p>
            <a:pPr lvl="1"/>
            <a:r>
              <a:rPr lang="en-US" dirty="0"/>
              <a:t>Private</a:t>
            </a:r>
          </a:p>
        </p:txBody>
      </p:sp>
    </p:spTree>
    <p:extLst>
      <p:ext uri="{BB962C8B-B14F-4D97-AF65-F5344CB8AC3E}">
        <p14:creationId xmlns:p14="http://schemas.microsoft.com/office/powerpoint/2010/main" val="951770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EB0F-6ED0-FD81-8FAF-50A4F1C3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1509E1-B943-888F-37A6-B06088403E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661647"/>
              </p:ext>
            </p:extLst>
          </p:nvPr>
        </p:nvGraphicFramePr>
        <p:xfrm>
          <a:off x="274639" y="1060397"/>
          <a:ext cx="7164386" cy="3311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66F15F3-7569-F155-4BE2-C00B4EF7D82D}"/>
              </a:ext>
            </a:extLst>
          </p:cNvPr>
          <p:cNvGrpSpPr/>
          <p:nvPr/>
        </p:nvGrpSpPr>
        <p:grpSpPr>
          <a:xfrm>
            <a:off x="878746" y="3694332"/>
            <a:ext cx="2721703" cy="357291"/>
            <a:chOff x="98981" y="1490210"/>
            <a:chExt cx="1864121" cy="1490210"/>
          </a:xfrm>
          <a:solidFill>
            <a:srgbClr val="C7A6F0"/>
          </a:solidFill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72A71D5-53DB-8472-7F6F-F8096E726B80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853B5F1F-F22F-05CA-1CAF-D5115521A5E9}"/>
                </a:ext>
              </a:extLst>
            </p:cNvPr>
            <p:cNvSpPr txBox="1"/>
            <p:nvPr/>
          </p:nvSpPr>
          <p:spPr>
            <a:xfrm>
              <a:off x="144809" y="1586498"/>
              <a:ext cx="1772463" cy="1107559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</a:t>
              </a:r>
              <a:r>
                <a:rPr lang="en-US" sz="1500" kern="1200" dirty="0"/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099809-4AD1-EC30-32FE-23C6988A0BD6}"/>
              </a:ext>
            </a:extLst>
          </p:cNvPr>
          <p:cNvGrpSpPr/>
          <p:nvPr/>
        </p:nvGrpSpPr>
        <p:grpSpPr>
          <a:xfrm>
            <a:off x="878747" y="3259084"/>
            <a:ext cx="2721703" cy="357291"/>
            <a:chOff x="98981" y="1490210"/>
            <a:chExt cx="1864121" cy="1490210"/>
          </a:xfrm>
          <a:solidFill>
            <a:srgbClr val="74BEB0"/>
          </a:solidFill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A9461B2-0638-D5EB-4C4B-59D83DB01D46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358B00CF-6A3C-3694-B607-0F210B4D1337}"/>
                </a:ext>
              </a:extLst>
            </p:cNvPr>
            <p:cNvSpPr txBox="1"/>
            <p:nvPr/>
          </p:nvSpPr>
          <p:spPr>
            <a:xfrm>
              <a:off x="144808" y="1583562"/>
              <a:ext cx="1772463" cy="115725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2</a:t>
              </a:r>
              <a:endParaRPr lang="en-US" sz="1500" kern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1BEC9-9C28-BB9E-64D9-2D5D76358822}"/>
              </a:ext>
            </a:extLst>
          </p:cNvPr>
          <p:cNvGrpSpPr/>
          <p:nvPr/>
        </p:nvGrpSpPr>
        <p:grpSpPr>
          <a:xfrm>
            <a:off x="878748" y="2823836"/>
            <a:ext cx="2721703" cy="357291"/>
            <a:chOff x="98981" y="1490210"/>
            <a:chExt cx="1864121" cy="1490210"/>
          </a:xfrm>
          <a:solidFill>
            <a:srgbClr val="FAD260"/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0E8FFC1-4784-9B4E-FAC1-0F6FC9879DD4}"/>
                </a:ext>
              </a:extLst>
            </p:cNvPr>
            <p:cNvSpPr/>
            <p:nvPr/>
          </p:nvSpPr>
          <p:spPr>
            <a:xfrm>
              <a:off x="98981" y="1490210"/>
              <a:ext cx="1864121" cy="1490210"/>
            </a:xfrm>
            <a:prstGeom prst="roundRect">
              <a:avLst>
                <a:gd name="adj" fmla="val 10500"/>
              </a:avLst>
            </a:prstGeom>
            <a:grpFill/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85FA570A-646D-4A26-37BE-5E86F52E315F}"/>
                </a:ext>
              </a:extLst>
            </p:cNvPr>
            <p:cNvSpPr txBox="1"/>
            <p:nvPr/>
          </p:nvSpPr>
          <p:spPr>
            <a:xfrm>
              <a:off x="144807" y="1649495"/>
              <a:ext cx="1772463" cy="1171632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t" anchorCtr="0">
              <a:noAutofit/>
            </a:bodyPr>
            <a:lstStyle/>
            <a:p>
              <a:pPr lvl="1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500" b="0" i="0" kern="1200" dirty="0"/>
                <a:t>Function scope 1</a:t>
              </a:r>
              <a:endParaRPr lang="en-US" sz="1500" kern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DB71A4-668A-95AA-1839-3C0B8BC17744}"/>
              </a:ext>
            </a:extLst>
          </p:cNvPr>
          <p:cNvGrpSpPr/>
          <p:nvPr/>
        </p:nvGrpSpPr>
        <p:grpSpPr>
          <a:xfrm>
            <a:off x="4224472" y="2834824"/>
            <a:ext cx="2881177" cy="941491"/>
            <a:chOff x="4224473" y="2834824"/>
            <a:chExt cx="2176660" cy="94149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812B3C-1F1B-DA83-140A-2A906A86C8DF}"/>
                </a:ext>
              </a:extLst>
            </p:cNvPr>
            <p:cNvGrpSpPr/>
            <p:nvPr/>
          </p:nvGrpSpPr>
          <p:grpSpPr>
            <a:xfrm>
              <a:off x="4224473" y="2834824"/>
              <a:ext cx="2176660" cy="941491"/>
              <a:chOff x="98981" y="1490210"/>
              <a:chExt cx="1864121" cy="1490210"/>
            </a:xfrm>
            <a:solidFill>
              <a:schemeClr val="bg1"/>
            </a:solidFill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CFACC2F-8D3B-55CB-95F7-7B283DEFCD63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: Rounded Corners 4">
                <a:extLst>
                  <a:ext uri="{FF2B5EF4-FFF2-40B4-BE49-F238E27FC236}">
                    <a16:creationId xmlns:a16="http://schemas.microsoft.com/office/drawing/2014/main" id="{9DCEFF5B-243F-0E33-98C1-707C0F10CFD5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4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050A60B-F074-8ED4-593F-70003D35D5BC}"/>
                </a:ext>
              </a:extLst>
            </p:cNvPr>
            <p:cNvGrpSpPr/>
            <p:nvPr/>
          </p:nvGrpSpPr>
          <p:grpSpPr>
            <a:xfrm>
              <a:off x="4380743" y="3305570"/>
              <a:ext cx="1864121" cy="357291"/>
              <a:chOff x="98981" y="1490210"/>
              <a:chExt cx="1864121" cy="1490210"/>
            </a:xfrm>
            <a:solidFill>
              <a:srgbClr val="90D9F8"/>
            </a:solidFill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B3FC542-287D-0E95-BDA9-8B5834041F57}"/>
                  </a:ext>
                </a:extLst>
              </p:cNvPr>
              <p:cNvSpPr/>
              <p:nvPr/>
            </p:nvSpPr>
            <p:spPr>
              <a:xfrm>
                <a:off x="98981" y="1490210"/>
                <a:ext cx="1864121" cy="1490210"/>
              </a:xfrm>
              <a:prstGeom prst="roundRect">
                <a:avLst>
                  <a:gd name="adj" fmla="val 105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: Rounded Corners 4">
                <a:extLst>
                  <a:ext uri="{FF2B5EF4-FFF2-40B4-BE49-F238E27FC236}">
                    <a16:creationId xmlns:a16="http://schemas.microsoft.com/office/drawing/2014/main" id="{CE8D73EA-30A4-6B47-0BA2-ADD05E96B5BA}"/>
                  </a:ext>
                </a:extLst>
              </p:cNvPr>
              <p:cNvSpPr txBox="1"/>
              <p:nvPr/>
            </p:nvSpPr>
            <p:spPr>
              <a:xfrm>
                <a:off x="144810" y="1536039"/>
                <a:ext cx="1772463" cy="139855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72390" tIns="72390" rIns="72390" bIns="72390" numCol="1" spcCol="1270" anchor="t" anchorCtr="0">
                <a:noAutofit/>
              </a:bodyPr>
              <a:lstStyle/>
              <a:p>
                <a:pPr lvl="1"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500" b="0" i="0" kern="1200" dirty="0"/>
                  <a:t>Function scope </a:t>
                </a:r>
                <a:r>
                  <a:rPr lang="en-US" sz="1500" kern="1200" dirty="0"/>
                  <a:t>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130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5E1470A-5A9F-A12B-8311-05D439007368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2E6596-01AD-A2A3-2584-D3AC9117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function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258DD-15A4-DC46-8D83-EA9DCF8AD3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Scriptblocks</a:t>
            </a:r>
            <a:r>
              <a:rPr lang="en-US" dirty="0"/>
              <a:t> vs. functions vs. filters vs. scripts</a:t>
            </a:r>
          </a:p>
          <a:p>
            <a:r>
              <a:rPr lang="en-US" dirty="0" err="1"/>
              <a:t>Scriptblock</a:t>
            </a:r>
            <a:r>
              <a:rPr lang="en-US" dirty="0"/>
              <a:t> labels</a:t>
            </a:r>
          </a:p>
          <a:p>
            <a:pPr lvl="1"/>
            <a:r>
              <a:rPr lang="en-US" dirty="0"/>
              <a:t>begin, process, end, clean</a:t>
            </a:r>
          </a:p>
          <a:p>
            <a:pPr lvl="1"/>
            <a:r>
              <a:rPr lang="en-US" dirty="0"/>
              <a:t>Default is end</a:t>
            </a:r>
          </a:p>
          <a:p>
            <a:r>
              <a:rPr lang="en-US" dirty="0"/>
              <a:t>Advanced functions</a:t>
            </a:r>
          </a:p>
          <a:p>
            <a:pPr lvl="1"/>
            <a:r>
              <a:rPr lang="en-US" dirty="0"/>
              <a:t>[</a:t>
            </a:r>
            <a:r>
              <a:rPr lang="en-US" dirty="0" err="1"/>
              <a:t>CmdletBinding</a:t>
            </a:r>
            <a:r>
              <a:rPr lang="en-US" dirty="0"/>
              <a:t>()] and [Parameter()] attributes</a:t>
            </a:r>
          </a:p>
          <a:p>
            <a:pPr lvl="1"/>
            <a:r>
              <a:rPr lang="en-US" dirty="0"/>
              <a:t>Parameter validation</a:t>
            </a:r>
          </a:p>
          <a:p>
            <a:pPr lvl="1"/>
            <a:r>
              <a:rPr lang="en-US" dirty="0"/>
              <a:t>Pipeline input</a:t>
            </a:r>
          </a:p>
          <a:p>
            <a:pPr lvl="1"/>
            <a:r>
              <a:rPr lang="en-US" dirty="0"/>
              <a:t>Parameter sets</a:t>
            </a:r>
          </a:p>
          <a:p>
            <a:pPr lvl="1"/>
            <a:r>
              <a:rPr lang="en-US" dirty="0"/>
              <a:t>Argument completion</a:t>
            </a:r>
          </a:p>
        </p:txBody>
      </p:sp>
    </p:spTree>
    <p:extLst>
      <p:ext uri="{BB962C8B-B14F-4D97-AF65-F5344CB8AC3E}">
        <p14:creationId xmlns:p14="http://schemas.microsoft.com/office/powerpoint/2010/main" val="3218458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8AE5537-DA7D-7EA6-A7B2-4C41988CDA4E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1E63EC-27CE-5F91-2AFC-FDFE069A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BF2B9-F5C9-B458-1E29-1D07E63138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114" y="912266"/>
            <a:ext cx="6096286" cy="35231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Variables</a:t>
            </a:r>
          </a:p>
          <a:p>
            <a:pPr lvl="1"/>
            <a:r>
              <a:rPr lang="en-US" dirty="0"/>
              <a:t>Use Pascal Case for variables defined as parameters</a:t>
            </a:r>
          </a:p>
          <a:p>
            <a:pPr lvl="1"/>
            <a:r>
              <a:rPr lang="en-US" dirty="0"/>
              <a:t>Use Camel Case for variables defined in the code</a:t>
            </a:r>
          </a:p>
          <a:p>
            <a:r>
              <a:rPr lang="en-US" dirty="0"/>
              <a:t>Use single quotes for non-expanding text and double quotes for expanding text</a:t>
            </a:r>
          </a:p>
          <a:p>
            <a:pPr lvl="1"/>
            <a:r>
              <a:rPr lang="en-US" dirty="0"/>
              <a:t>$var1 = 'this is some text'</a:t>
            </a:r>
          </a:p>
          <a:p>
            <a:pPr lvl="1"/>
            <a:r>
              <a:rPr lang="en-US" dirty="0"/>
              <a:t>$var2 = "Profile path: $PROFILE"</a:t>
            </a:r>
          </a:p>
          <a:p>
            <a:r>
              <a:rPr lang="en-US" dirty="0"/>
              <a:t>Keep your line length below 120 characters</a:t>
            </a:r>
          </a:p>
          <a:p>
            <a:pPr lvl="1"/>
            <a:r>
              <a:rPr lang="en-US" dirty="0"/>
              <a:t>Use the natural line continuation characters</a:t>
            </a:r>
          </a:p>
          <a:p>
            <a:pPr lvl="1"/>
            <a:r>
              <a:rPr lang="en-US" dirty="0"/>
              <a:t>Use splatting</a:t>
            </a:r>
          </a:p>
          <a:p>
            <a:pPr lvl="1"/>
            <a:r>
              <a:rPr lang="en-US" dirty="0"/>
              <a:t>Use the Join operator</a:t>
            </a:r>
          </a:p>
          <a:p>
            <a:r>
              <a:rPr lang="en-US" dirty="0"/>
              <a:t>Use switch statements rather than complex if/elseif/else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/>
              <a:t>See </a:t>
            </a:r>
            <a:r>
              <a:rPr lang="en-US">
                <a:hlinkClick r:id="rId2"/>
              </a:rPr>
              <a:t>The </a:t>
            </a:r>
            <a:r>
              <a:rPr lang="en-US" dirty="0">
                <a:hlinkClick r:id="rId2"/>
              </a:rPr>
              <a:t>Unofficial PowerShell Best Practices and Style Guide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8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7E036-0A25-625B-EE1C-B6156EE5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Comment-based help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935AF-2030-30C7-6B03-DA712D534E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r>
              <a:rPr lang="en-US" dirty="0"/>
              <a:t>Quick overview of Help system</a:t>
            </a:r>
          </a:p>
          <a:p>
            <a:r>
              <a:rPr lang="en-US" dirty="0"/>
              <a:t>Syntax and pitfalls</a:t>
            </a:r>
          </a:p>
          <a:p>
            <a:pPr lvl="1"/>
            <a:r>
              <a:rPr lang="en-US" dirty="0"/>
              <a:t>location in code</a:t>
            </a:r>
          </a:p>
          <a:p>
            <a:pPr lvl="1"/>
            <a:r>
              <a:rPr lang="en-US" dirty="0"/>
              <a:t>comment styling - `#` vs `&lt;# #&gt;`</a:t>
            </a:r>
          </a:p>
          <a:p>
            <a:pPr lvl="1"/>
            <a:r>
              <a:rPr lang="en-US" dirty="0"/>
              <a:t>markup and formatting</a:t>
            </a:r>
          </a:p>
          <a:p>
            <a:pPr lvl="1"/>
            <a:r>
              <a:rPr lang="en-US" dirty="0"/>
              <a:t>Singletons, multiline, single instance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A9585-AE23-5BBD-FA97-6E891F4554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1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48F2A-2DCB-C25B-0F1A-E8D6A8FE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036A8-9D29-34A2-C562-9A628570D5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Structure</a:t>
            </a:r>
          </a:p>
          <a:p>
            <a:r>
              <a:rPr lang="en-US" dirty="0"/>
              <a:t>Module manifest</a:t>
            </a:r>
          </a:p>
          <a:p>
            <a:r>
              <a:rPr lang="en-US" dirty="0"/>
              <a:t>Public vs private functions</a:t>
            </a:r>
          </a:p>
          <a:p>
            <a:r>
              <a:rPr lang="en-US" dirty="0"/>
              <a:t>Monolithic vs multiple files</a:t>
            </a:r>
          </a:p>
          <a:p>
            <a:r>
              <a:rPr lang="en-US" dirty="0"/>
              <a:t>Templating (Plaster or Stucco)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E1A49-0A0C-5E12-85D1-5B8B04C9F5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Other resources</a:t>
            </a:r>
          </a:p>
          <a:p>
            <a:r>
              <a:rPr lang="en-US" dirty="0"/>
              <a:t>Help file</a:t>
            </a:r>
          </a:p>
          <a:p>
            <a:r>
              <a:rPr lang="en-US" dirty="0"/>
              <a:t>Format files (intermediate)</a:t>
            </a:r>
          </a:p>
          <a:p>
            <a:r>
              <a:rPr lang="en-US" dirty="0"/>
              <a:t>Type files (advanced)</a:t>
            </a:r>
          </a:p>
          <a:p>
            <a:r>
              <a:rPr lang="en-US" dirty="0"/>
              <a:t>Other data files (as needed)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9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CD7C718-ECF3-5322-8D29-DBB70D2C0E5C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7D85AB-BAA7-B2F8-421E-E51B3F6C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F9543-A2FA-1358-5947-E324E44DB7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Commands are single purpose</a:t>
            </a:r>
          </a:p>
          <a:p>
            <a:pPr lvl="1"/>
            <a:r>
              <a:rPr lang="en-US" dirty="0"/>
              <a:t>CRUD operations</a:t>
            </a:r>
          </a:p>
          <a:p>
            <a:r>
              <a:rPr lang="en-US" dirty="0"/>
              <a:t>Use approved verbs and consistent nouns</a:t>
            </a:r>
          </a:p>
          <a:p>
            <a:pPr lvl="1"/>
            <a:r>
              <a:rPr lang="en-US" dirty="0"/>
              <a:t>New/Get/Set/Update/Remove/Add</a:t>
            </a:r>
          </a:p>
          <a:p>
            <a:r>
              <a:rPr lang="en-US" dirty="0"/>
              <a:t>Parameter naming for the pipeline</a:t>
            </a:r>
          </a:p>
          <a:p>
            <a:r>
              <a:rPr lang="en-US" dirty="0"/>
              <a:t>Error handling</a:t>
            </a:r>
          </a:p>
          <a:p>
            <a:pPr lvl="1"/>
            <a:r>
              <a:rPr lang="en-US" dirty="0"/>
              <a:t>Write-Error vs throw</a:t>
            </a:r>
          </a:p>
          <a:p>
            <a:pPr lvl="1"/>
            <a:r>
              <a:rPr lang="en-US" dirty="0"/>
              <a:t>Try/catch/finally</a:t>
            </a:r>
          </a:p>
          <a:p>
            <a:pPr lvl="1"/>
            <a:r>
              <a:rPr lang="en-US" dirty="0"/>
              <a:t>$</a:t>
            </a:r>
            <a:r>
              <a:rPr lang="en-US" dirty="0" err="1"/>
              <a:t>ErrorActionPreference</a:t>
            </a:r>
            <a:endParaRPr lang="en-US" dirty="0"/>
          </a:p>
          <a:p>
            <a:pPr lvl="1"/>
            <a:r>
              <a:rPr lang="en-US" dirty="0" err="1"/>
              <a:t>ShouldProcess</a:t>
            </a:r>
            <a:r>
              <a:rPr lang="en-US" dirty="0"/>
              <a:t> - </a:t>
            </a:r>
            <a:r>
              <a:rPr lang="en-US" dirty="0" err="1"/>
              <a:t>WhatIf</a:t>
            </a:r>
            <a:r>
              <a:rPr lang="en-US" dirty="0"/>
              <a:t>/Confirm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32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F250F58-E66F-1045-C408-FB0997AA20B4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>
            <a:normAutofit fontScale="77500" lnSpcReduction="20000"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5AE15E-92D5-F5FD-E86F-4C935D5C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modules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4ABA0-2AA9-CBFF-B8B7-65713B0C71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PowerShellGet</a:t>
            </a:r>
            <a:r>
              <a:rPr lang="en-US" dirty="0"/>
              <a:t> vs. PSResourceGet module</a:t>
            </a:r>
          </a:p>
          <a:p>
            <a:r>
              <a:rPr lang="en-US" dirty="0"/>
              <a:t>Publishing to a repository</a:t>
            </a:r>
          </a:p>
          <a:p>
            <a:pPr lvl="1"/>
            <a:r>
              <a:rPr lang="en-US" dirty="0" err="1"/>
              <a:t>PowerShellGallery</a:t>
            </a:r>
            <a:endParaRPr lang="en-US" dirty="0"/>
          </a:p>
          <a:p>
            <a:pPr lvl="1"/>
            <a:r>
              <a:rPr lang="en-US" dirty="0"/>
              <a:t>Private repositories</a:t>
            </a:r>
          </a:p>
        </p:txBody>
      </p:sp>
    </p:spTree>
    <p:extLst>
      <p:ext uri="{BB962C8B-B14F-4D97-AF65-F5344CB8AC3E}">
        <p14:creationId xmlns:p14="http://schemas.microsoft.com/office/powerpoint/2010/main" val="2578128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01B7-0F3F-9B53-A8BE-8C728F7D7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coming!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C131E-296D-6802-9DBA-618769F19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790089D-BB24-DD96-C77B-C4C650546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974" y="2795150"/>
            <a:ext cx="1823997" cy="182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74561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617</Words>
  <Application>Microsoft Office PowerPoint</Application>
  <PresentationFormat>On-screen Show (16:9)</PresentationFormat>
  <Paragraphs>128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Montserrat Medium</vt:lpstr>
      <vt:lpstr>Courier New</vt:lpstr>
      <vt:lpstr>Montserrat</vt:lpstr>
      <vt:lpstr>Arial</vt:lpstr>
      <vt:lpstr>Montserrat SemiBold</vt:lpstr>
      <vt:lpstr>Wingdings</vt:lpstr>
      <vt:lpstr>Simple Light</vt:lpstr>
      <vt:lpstr>PowerPoint Presentation</vt:lpstr>
      <vt:lpstr>PowerPoint Presentation</vt:lpstr>
      <vt:lpstr>Sean Wheeler</vt:lpstr>
      <vt:lpstr>Steven Judd</vt:lpstr>
      <vt:lpstr>Goals &amp; Expectations</vt:lpstr>
      <vt:lpstr>PowerShell fundamentals</vt:lpstr>
      <vt:lpstr>Scopes</vt:lpstr>
      <vt:lpstr>Anatomy of a function</vt:lpstr>
      <vt:lpstr>Coding style</vt:lpstr>
      <vt:lpstr>Comment-based help</vt:lpstr>
      <vt:lpstr>Module design</vt:lpstr>
      <vt:lpstr>Command design</vt:lpstr>
      <vt:lpstr>Publishing modules</vt:lpstr>
      <vt:lpstr>Thanks for coming!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Sean Wheeler</cp:lastModifiedBy>
  <cp:revision>3</cp:revision>
  <dcterms:modified xsi:type="dcterms:W3CDTF">2025-11-05T02:16:40Z</dcterms:modified>
</cp:coreProperties>
</file>