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4"/>
    <p:sldMasterId id="2147483695" r:id="rId5"/>
    <p:sldMasterId id="2147483684" r:id="rId6"/>
  </p:sldMasterIdLst>
  <p:notesMasterIdLst>
    <p:notesMasterId r:id="rId8"/>
  </p:notesMasterIdLst>
  <p:handoutMasterIdLst>
    <p:handoutMasterId r:id="rId9"/>
  </p:handoutMasterIdLst>
  <p:sldIdLst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fore the session" id="{9248E0E9-B469-42C5-B521-34DBB63F9E0C}">
          <p14:sldIdLst/>
        </p14:section>
        <p14:section name="The session" id="{9BCE8471-468A-4538-82B3-E4E62B0A593E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4ED"/>
    <a:srgbClr val="3B2A47"/>
    <a:srgbClr val="3B2B46"/>
    <a:srgbClr val="346297"/>
    <a:srgbClr val="000000"/>
    <a:srgbClr val="FFFFFF"/>
    <a:srgbClr val="346296"/>
    <a:srgbClr val="E646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E75434-DA6E-4E92-B2BC-EA1596793E03}" v="1" dt="2026-05-04T07:26:07.9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08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ffroy Dubreuil" userId="36186b9b-dc71-47e0-bff2-bd95e619117d" providerId="ADAL" clId="{77CD6894-02A7-403D-85B8-E33CDE72DEFB}"/>
    <pc:docChg chg="undo custSel delSld modSld delMainMaster modSection">
      <pc:chgData name="Geoffroy Dubreuil" userId="36186b9b-dc71-47e0-bff2-bd95e619117d" providerId="ADAL" clId="{77CD6894-02A7-403D-85B8-E33CDE72DEFB}" dt="2026-05-04T07:30:44.640" v="56" actId="47"/>
      <pc:docMkLst>
        <pc:docMk/>
      </pc:docMkLst>
      <pc:sldChg chg="del">
        <pc:chgData name="Geoffroy Dubreuil" userId="36186b9b-dc71-47e0-bff2-bd95e619117d" providerId="ADAL" clId="{77CD6894-02A7-403D-85B8-E33CDE72DEFB}" dt="2026-05-04T07:30:40.139" v="55" actId="47"/>
        <pc:sldMkLst>
          <pc:docMk/>
          <pc:sldMk cId="2970004164" sldId="259"/>
        </pc:sldMkLst>
      </pc:sldChg>
      <pc:sldChg chg="del">
        <pc:chgData name="Geoffroy Dubreuil" userId="36186b9b-dc71-47e0-bff2-bd95e619117d" providerId="ADAL" clId="{77CD6894-02A7-403D-85B8-E33CDE72DEFB}" dt="2026-05-04T07:30:44.640" v="56" actId="47"/>
        <pc:sldMkLst>
          <pc:docMk/>
          <pc:sldMk cId="1101361508" sldId="260"/>
        </pc:sldMkLst>
      </pc:sldChg>
      <pc:sldChg chg="addSp delSp modSp mod">
        <pc:chgData name="Geoffroy Dubreuil" userId="36186b9b-dc71-47e0-bff2-bd95e619117d" providerId="ADAL" clId="{77CD6894-02A7-403D-85B8-E33CDE72DEFB}" dt="2026-05-04T07:26:07.988" v="54"/>
        <pc:sldMkLst>
          <pc:docMk/>
          <pc:sldMk cId="3984835757" sldId="261"/>
        </pc:sldMkLst>
        <pc:picChg chg="add del mod">
          <ac:chgData name="Geoffroy Dubreuil" userId="36186b9b-dc71-47e0-bff2-bd95e619117d" providerId="ADAL" clId="{77CD6894-02A7-403D-85B8-E33CDE72DEFB}" dt="2026-05-04T07:25:37.647" v="46" actId="22"/>
          <ac:picMkLst>
            <pc:docMk/>
            <pc:sldMk cId="3984835757" sldId="261"/>
            <ac:picMk id="3" creationId="{E9649686-4027-E2C5-04EC-4AA7DA2DEEFD}"/>
          </ac:picMkLst>
        </pc:picChg>
        <pc:picChg chg="add del mod">
          <ac:chgData name="Geoffroy Dubreuil" userId="36186b9b-dc71-47e0-bff2-bd95e619117d" providerId="ADAL" clId="{77CD6894-02A7-403D-85B8-E33CDE72DEFB}" dt="2026-05-04T07:26:05.944" v="52" actId="21"/>
          <ac:picMkLst>
            <pc:docMk/>
            <pc:sldMk cId="3984835757" sldId="261"/>
            <ac:picMk id="6" creationId="{56B20C8F-B2CB-B1F9-8E7F-3897FE369D5D}"/>
          </ac:picMkLst>
        </pc:picChg>
        <pc:picChg chg="add mod">
          <ac:chgData name="Geoffroy Dubreuil" userId="36186b9b-dc71-47e0-bff2-bd95e619117d" providerId="ADAL" clId="{77CD6894-02A7-403D-85B8-E33CDE72DEFB}" dt="2026-05-04T07:26:07.988" v="54"/>
          <ac:picMkLst>
            <pc:docMk/>
            <pc:sldMk cId="3984835757" sldId="261"/>
            <ac:picMk id="7" creationId="{56B20C8F-B2CB-B1F9-8E7F-3897FE369D5D}"/>
          </ac:picMkLst>
        </pc:picChg>
        <pc:picChg chg="del">
          <ac:chgData name="Geoffroy Dubreuil" userId="36186b9b-dc71-47e0-bff2-bd95e619117d" providerId="ADAL" clId="{77CD6894-02A7-403D-85B8-E33CDE72DEFB}" dt="2026-05-04T07:26:07.703" v="53" actId="478"/>
          <ac:picMkLst>
            <pc:docMk/>
            <pc:sldMk cId="3984835757" sldId="261"/>
            <ac:picMk id="8" creationId="{C4BDF3A9-64A1-2EA9-AABD-6B9AFBACBB04}"/>
          </ac:picMkLst>
        </pc:picChg>
      </pc:sldChg>
      <pc:sldChg chg="del">
        <pc:chgData name="Geoffroy Dubreuil" userId="36186b9b-dc71-47e0-bff2-bd95e619117d" providerId="ADAL" clId="{77CD6894-02A7-403D-85B8-E33CDE72DEFB}" dt="2026-05-04T07:30:44.640" v="56" actId="47"/>
        <pc:sldMkLst>
          <pc:docMk/>
          <pc:sldMk cId="2416780850" sldId="262"/>
        </pc:sldMkLst>
      </pc:sldChg>
      <pc:sldChg chg="del">
        <pc:chgData name="Geoffroy Dubreuil" userId="36186b9b-dc71-47e0-bff2-bd95e619117d" providerId="ADAL" clId="{77CD6894-02A7-403D-85B8-E33CDE72DEFB}" dt="2026-05-04T07:30:44.640" v="56" actId="47"/>
        <pc:sldMkLst>
          <pc:docMk/>
          <pc:sldMk cId="3422363708" sldId="263"/>
        </pc:sldMkLst>
      </pc:sldChg>
      <pc:sldChg chg="del">
        <pc:chgData name="Geoffroy Dubreuil" userId="36186b9b-dc71-47e0-bff2-bd95e619117d" providerId="ADAL" clId="{77CD6894-02A7-403D-85B8-E33CDE72DEFB}" dt="2026-05-04T07:30:44.640" v="56" actId="47"/>
        <pc:sldMkLst>
          <pc:docMk/>
          <pc:sldMk cId="3317259441" sldId="264"/>
        </pc:sldMkLst>
      </pc:sldChg>
      <pc:sldChg chg="del">
        <pc:chgData name="Geoffroy Dubreuil" userId="36186b9b-dc71-47e0-bff2-bd95e619117d" providerId="ADAL" clId="{77CD6894-02A7-403D-85B8-E33CDE72DEFB}" dt="2026-05-04T07:30:44.640" v="56" actId="47"/>
        <pc:sldMkLst>
          <pc:docMk/>
          <pc:sldMk cId="3434842826" sldId="265"/>
        </pc:sldMkLst>
      </pc:sldChg>
      <pc:sldChg chg="del">
        <pc:chgData name="Geoffroy Dubreuil" userId="36186b9b-dc71-47e0-bff2-bd95e619117d" providerId="ADAL" clId="{77CD6894-02A7-403D-85B8-E33CDE72DEFB}" dt="2026-05-04T07:30:44.640" v="56" actId="47"/>
        <pc:sldMkLst>
          <pc:docMk/>
          <pc:sldMk cId="2961006699" sldId="266"/>
        </pc:sldMkLst>
      </pc:sldChg>
      <pc:sldChg chg="del">
        <pc:chgData name="Geoffroy Dubreuil" userId="36186b9b-dc71-47e0-bff2-bd95e619117d" providerId="ADAL" clId="{77CD6894-02A7-403D-85B8-E33CDE72DEFB}" dt="2026-05-04T07:30:44.640" v="56" actId="47"/>
        <pc:sldMkLst>
          <pc:docMk/>
          <pc:sldMk cId="751095604" sldId="267"/>
        </pc:sldMkLst>
      </pc:sldChg>
      <pc:sldChg chg="del">
        <pc:chgData name="Geoffroy Dubreuil" userId="36186b9b-dc71-47e0-bff2-bd95e619117d" providerId="ADAL" clId="{77CD6894-02A7-403D-85B8-E33CDE72DEFB}" dt="2026-05-04T07:30:40.139" v="55" actId="47"/>
        <pc:sldMkLst>
          <pc:docMk/>
          <pc:sldMk cId="986012733" sldId="269"/>
        </pc:sldMkLst>
      </pc:sldChg>
      <pc:sldChg chg="del">
        <pc:chgData name="Geoffroy Dubreuil" userId="36186b9b-dc71-47e0-bff2-bd95e619117d" providerId="ADAL" clId="{77CD6894-02A7-403D-85B8-E33CDE72DEFB}" dt="2026-05-04T07:30:40.139" v="55" actId="47"/>
        <pc:sldMkLst>
          <pc:docMk/>
          <pc:sldMk cId="73231530" sldId="270"/>
        </pc:sldMkLst>
      </pc:sldChg>
      <pc:sldChg chg="del">
        <pc:chgData name="Geoffroy Dubreuil" userId="36186b9b-dc71-47e0-bff2-bd95e619117d" providerId="ADAL" clId="{77CD6894-02A7-403D-85B8-E33CDE72DEFB}" dt="2026-05-04T07:30:40.139" v="55" actId="47"/>
        <pc:sldMkLst>
          <pc:docMk/>
          <pc:sldMk cId="2831095747" sldId="271"/>
        </pc:sldMkLst>
      </pc:sldChg>
      <pc:sldChg chg="del">
        <pc:chgData name="Geoffroy Dubreuil" userId="36186b9b-dc71-47e0-bff2-bd95e619117d" providerId="ADAL" clId="{77CD6894-02A7-403D-85B8-E33CDE72DEFB}" dt="2026-05-04T07:30:40.139" v="55" actId="47"/>
        <pc:sldMkLst>
          <pc:docMk/>
          <pc:sldMk cId="3315886587" sldId="272"/>
        </pc:sldMkLst>
      </pc:sldChg>
      <pc:sldChg chg="del">
        <pc:chgData name="Geoffroy Dubreuil" userId="36186b9b-dc71-47e0-bff2-bd95e619117d" providerId="ADAL" clId="{77CD6894-02A7-403D-85B8-E33CDE72DEFB}" dt="2026-05-04T07:30:40.139" v="55" actId="47"/>
        <pc:sldMkLst>
          <pc:docMk/>
          <pc:sldMk cId="2193816839" sldId="273"/>
        </pc:sldMkLst>
      </pc:sldChg>
      <pc:sldChg chg="del">
        <pc:chgData name="Geoffroy Dubreuil" userId="36186b9b-dc71-47e0-bff2-bd95e619117d" providerId="ADAL" clId="{77CD6894-02A7-403D-85B8-E33CDE72DEFB}" dt="2026-05-04T07:30:44.640" v="56" actId="47"/>
        <pc:sldMkLst>
          <pc:docMk/>
          <pc:sldMk cId="923274605" sldId="274"/>
        </pc:sldMkLst>
      </pc:sldChg>
      <pc:sldMasterChg chg="del delSldLayout">
        <pc:chgData name="Geoffroy Dubreuil" userId="36186b9b-dc71-47e0-bff2-bd95e619117d" providerId="ADAL" clId="{77CD6894-02A7-403D-85B8-E33CDE72DEFB}" dt="2026-05-04T07:30:40.139" v="55" actId="47"/>
        <pc:sldMasterMkLst>
          <pc:docMk/>
          <pc:sldMasterMk cId="1739929472" sldId="2147483648"/>
        </pc:sldMasterMkLst>
        <pc:sldLayoutChg chg="del">
          <pc:chgData name="Geoffroy Dubreuil" userId="36186b9b-dc71-47e0-bff2-bd95e619117d" providerId="ADAL" clId="{77CD6894-02A7-403D-85B8-E33CDE72DEFB}" dt="2026-05-04T07:30:40.139" v="55" actId="47"/>
          <pc:sldLayoutMkLst>
            <pc:docMk/>
            <pc:sldMasterMk cId="1739929472" sldId="2147483648"/>
            <pc:sldLayoutMk cId="1910342157" sldId="214748364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ABDC4E67-8CB2-26CB-9842-22F9A691D9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E31EB5F-53B0-CDA3-72A4-3FA9BE40D0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40670-43D7-400A-ABC5-B69E064DBB37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0EB1E06-E4F0-A1A2-1EFB-AD58FA1AF7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7061963-6110-4C16-C593-C8C56E4881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274045-2E90-4839-9E75-1C1FCF04B58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01830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1B03A4-75C9-4E3D-9183-2102CA9AEC33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839206-A81D-4F76-8486-302187992F7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807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9600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41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lue">
    <p:bg>
      <p:bgPr>
        <a:solidFill>
          <a:srgbClr val="3462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615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1666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5659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4C786-AD10-7D88-1933-9D7659D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314" y="1852863"/>
            <a:ext cx="7886486" cy="432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Your bio</a:t>
            </a:r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BA7B894-6BCA-2B29-BA04-8AAB1735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313" y="324853"/>
            <a:ext cx="78864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Speaker’s name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3374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FF0C1-723F-8331-7203-2AD1CA308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00EBD9-8D5A-98D4-BC92-CE5E1C756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723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D202-8931-7832-6C93-86B82B686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BBC0C-D418-7F75-653D-7BD01A94C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02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93987-4D9C-734A-F0DD-FA7C5E5BF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C8F2A-06F7-926F-11A3-0E18B5E01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7603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D26B-2105-B752-1559-A5E7E3580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B2030-5E24-3C76-AF6E-BEABDB29D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0EF88D-DEBE-FA6D-7C2B-49DE203B9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025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0F04B-2070-B32A-26F9-689ACEB17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72153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51C8F-389D-6D1D-529E-8F7B5D256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AB8FD-3AC0-420A-CD1A-4BB2C4DEB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E0881B-0B39-A9CB-08B8-7FA6C0D98A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27CCB1-27F7-D503-AC18-183950FAE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728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E4D49-1A5A-DFCF-8CA7-93B2889E2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019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04708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1FA22-F0C4-1510-0E4C-953C802C4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6368D-1D41-F3F9-3D07-85EFF2CFB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83765E-1500-5380-7D29-9BED9AFAF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41347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19606-9316-A7A0-65BC-635A494F0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637042-5D0D-C650-5659-376D12BF8F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F090A-47F3-1576-D5A3-105EE33762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4897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3B042-3840-06BB-E1DF-E9094D819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C1C5E-7112-083E-8A66-4B30A4DD3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364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sv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image" Target="../media/image3.svg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.svg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10.xml"/><Relationship Id="rId15" Type="http://schemas.openxmlformats.org/officeDocument/2006/relationships/image" Target="../media/image5.svg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427B60B6-58D4-7B9F-C29A-CE66AF93F596}"/>
              </a:ext>
            </a:extLst>
          </p:cNvPr>
          <p:cNvSpPr txBox="1">
            <a:spLocks/>
          </p:cNvSpPr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5000">
                <a:latin typeface="Stencil" panose="040409050D0802020404" pitchFamily="82" charset="0"/>
              </a:rPr>
              <a:t> </a:t>
            </a:r>
            <a:endParaRPr lang="en-DE" sz="2500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877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E6A8F4F5-7628-E9E8-23A7-09169C6794F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FC40251A-A850-BFFB-8B10-8DF9490B82FC}"/>
              </a:ext>
            </a:extLst>
          </p:cNvPr>
          <p:cNvSpPr txBox="1">
            <a:spLocks/>
          </p:cNvSpPr>
          <p:nvPr userDrawn="1"/>
        </p:nvSpPr>
        <p:spPr>
          <a:xfrm>
            <a:off x="7001786" y="6335963"/>
            <a:ext cx="305661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>
                <a:solidFill>
                  <a:srgbClr val="3B2B46"/>
                </a:solidFill>
              </a:rPr>
              <a:t>@yourfavoritesocmedhandle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4BA6D3-5703-2B33-8381-A6B521E4EF59}"/>
              </a:ext>
            </a:extLst>
          </p:cNvPr>
          <p:cNvSpPr/>
          <p:nvPr userDrawn="1"/>
        </p:nvSpPr>
        <p:spPr>
          <a:xfrm>
            <a:off x="6636662" y="6335963"/>
            <a:ext cx="365125" cy="522037"/>
          </a:xfrm>
          <a:prstGeom prst="rect">
            <a:avLst/>
          </a:prstGeom>
          <a:solidFill>
            <a:srgbClr val="3B2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5940FBC8-A0C6-2B5F-1902-D32A817C99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02387" y="6400644"/>
            <a:ext cx="233674" cy="23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531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5400" b="1" kern="1200" dirty="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GB" sz="3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1B01AB94-EEA2-3211-2551-34A16625A1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57010D-0C09-8FBA-F719-A4ED7C3FC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332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054D6-CB61-3142-2199-DDEA2FD48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6122872C-58E4-4D8E-43AD-82C6D51A6C2A}"/>
              </a:ext>
            </a:extLst>
          </p:cNvPr>
          <p:cNvSpPr txBox="1">
            <a:spLocks/>
          </p:cNvSpPr>
          <p:nvPr userDrawn="1"/>
        </p:nvSpPr>
        <p:spPr>
          <a:xfrm>
            <a:off x="7001786" y="6335963"/>
            <a:ext cx="305661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>
                <a:solidFill>
                  <a:srgbClr val="3B2B46"/>
                </a:solidFill>
              </a:rPr>
              <a:t>@yourfavoritesocmedhandle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59BD5C5E-FB1B-A32E-1927-AB6A3C9A66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22738" y="196674"/>
            <a:ext cx="1062038" cy="904875"/>
          </a:xfrm>
          <a:prstGeom prst="rect">
            <a:avLst/>
          </a:prstGeom>
        </p:spPr>
      </p:pic>
      <p:pic>
        <p:nvPicPr>
          <p:cNvPr id="12" name="Image 11" descr="Une image contenant Police, Graphique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9DA822DC-EA6F-C834-636F-0CFA0983C12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716" y="1147469"/>
            <a:ext cx="1169451" cy="376843"/>
          </a:xfrm>
          <a:prstGeom prst="rect">
            <a:avLst/>
          </a:prstGeom>
        </p:spPr>
      </p:pic>
      <p:pic>
        <p:nvPicPr>
          <p:cNvPr id="15" name="Graphique 14">
            <a:extLst>
              <a:ext uri="{FF2B5EF4-FFF2-40B4-BE49-F238E27FC236}">
                <a16:creationId xmlns:a16="http://schemas.microsoft.com/office/drawing/2014/main" id="{E16A90F8-D789-E1FC-28F1-B2BFBC4CCE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36662" y="6335963"/>
            <a:ext cx="365125" cy="36512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26EC41D-2CB6-0B12-C26A-46F016046178}"/>
              </a:ext>
            </a:extLst>
          </p:cNvPr>
          <p:cNvSpPr/>
          <p:nvPr userDrawn="1"/>
        </p:nvSpPr>
        <p:spPr>
          <a:xfrm>
            <a:off x="6636662" y="6335963"/>
            <a:ext cx="365125" cy="522037"/>
          </a:xfrm>
          <a:prstGeom prst="rect">
            <a:avLst/>
          </a:prstGeom>
          <a:solidFill>
            <a:srgbClr val="3B2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4" name="Graphique 23">
            <a:extLst>
              <a:ext uri="{FF2B5EF4-FFF2-40B4-BE49-F238E27FC236}">
                <a16:creationId xmlns:a16="http://schemas.microsoft.com/office/drawing/2014/main" id="{14057C36-7CA7-EB30-FD33-9F60CDAC50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02387" y="6400644"/>
            <a:ext cx="233674" cy="23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699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kern="120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3200" kern="1200">
          <a:solidFill>
            <a:srgbClr val="346297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531CB4D-40EE-4CEA-4C1F-A86C158A8A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09061" y="630961"/>
            <a:ext cx="9733280" cy="1325563"/>
          </a:xfrm>
        </p:spPr>
        <p:txBody>
          <a:bodyPr/>
          <a:lstStyle/>
          <a:p>
            <a:pPr rtl="0" eaLnBrk="1" latinLnBrk="0" hangingPunct="1"/>
            <a:r>
              <a:rPr lang="fr-FR" sz="4000" b="1" kern="1200" err="1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Many</a:t>
            </a:r>
            <a:r>
              <a:rPr lang="fr-FR" sz="4000" b="1" kern="1200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fr-FR" sz="4000" b="1" kern="1200" err="1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thanks</a:t>
            </a:r>
            <a:r>
              <a:rPr lang="fr-FR" sz="4000" b="1" kern="1200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to </a:t>
            </a:r>
            <a:r>
              <a:rPr lang="fr-FR" sz="4000" b="1" kern="1200" err="1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our</a:t>
            </a:r>
            <a:r>
              <a:rPr lang="fr-FR" sz="4000" b="1" kern="1200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sponsors:</a:t>
            </a:r>
            <a:endParaRPr lang="en-DE">
              <a:solidFill>
                <a:srgbClr val="3B2A47"/>
              </a:solidFill>
            </a:endParaRPr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56B20C8F-B2CB-B1F9-8E7F-3897FE369D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2212" y="2226290"/>
            <a:ext cx="8666977" cy="2650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835757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Speaker's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">
  <a:themeElements>
    <a:clrScheme name="PSConfE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6198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PSConfEU202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bdc9a1f-962e-4235-838d-61f9c438f4db">
      <Terms xmlns="http://schemas.microsoft.com/office/infopath/2007/PartnerControls"/>
    </lcf76f155ced4ddcb4097134ff3c332f>
    <TaxCatchAll xmlns="de47e97d-64fd-4aef-b10e-fd7d6cfcfcf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3502FDC476714EB47BD1BE2BFD7B3D" ma:contentTypeVersion="13" ma:contentTypeDescription="Create a new document." ma:contentTypeScope="" ma:versionID="0d4fb5ca5076182280cb93c7d6bdff79">
  <xsd:schema xmlns:xsd="http://www.w3.org/2001/XMLSchema" xmlns:xs="http://www.w3.org/2001/XMLSchema" xmlns:p="http://schemas.microsoft.com/office/2006/metadata/properties" xmlns:ns2="abdc9a1f-962e-4235-838d-61f9c438f4db" xmlns:ns3="de47e97d-64fd-4aef-b10e-fd7d6cfcfcf4" targetNamespace="http://schemas.microsoft.com/office/2006/metadata/properties" ma:root="true" ma:fieldsID="da14a0effa8c0f0120811d0692d695e7" ns2:_="" ns3:_="">
    <xsd:import namespace="abdc9a1f-962e-4235-838d-61f9c438f4db"/>
    <xsd:import namespace="de47e97d-64fd-4aef-b10e-fd7d6cfcfcf4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dc9a1f-962e-4235-838d-61f9c438f4d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bd613703-4b30-4a23-b3bf-9e58a81c4a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47e97d-64fd-4aef-b10e-fd7d6cfcfcf4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f96598e-1e7b-44ab-a102-458ae76ccdba}" ma:internalName="TaxCatchAll" ma:showField="CatchAllData" ma:web="de47e97d-64fd-4aef-b10e-fd7d6cfcfcf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A9C06E3-346E-408E-B352-32E922A070CE}">
  <ds:schemaRefs>
    <ds:schemaRef ds:uri="2347cc20-e10c-452d-848a-c18e83138525"/>
    <ds:schemaRef ds:uri="58c243a5-121d-4837-b81c-114e1b569ece"/>
    <ds:schemaRef ds:uri="77f18391-c91f-4725-9130-63caf76c1806"/>
    <ds:schemaRef ds:uri="85c0ce47-fe9c-4809-bf88-519c39a738e6"/>
    <ds:schemaRef ds:uri="abdc9a1f-962e-4235-838d-61f9c438f4db"/>
    <ds:schemaRef ds:uri="de47e97d-64fd-4aef-b10e-fd7d6cfcfcf4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7D9B22B-F436-4FE5-B6C0-65AB2260F5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6BCA2A1-3F98-472E-9107-2C3FC65FCDA7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Grand écran</PresentationFormat>
  <Paragraphs>2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1</vt:i4>
      </vt:variant>
    </vt:vector>
  </HeadingPairs>
  <TitlesOfParts>
    <vt:vector size="8" baseType="lpstr">
      <vt:lpstr>Arial</vt:lpstr>
      <vt:lpstr>Calibri</vt:lpstr>
      <vt:lpstr>Stencil</vt:lpstr>
      <vt:lpstr>Wingdings</vt:lpstr>
      <vt:lpstr>Blank</vt:lpstr>
      <vt:lpstr>Speaker's slide</vt:lpstr>
      <vt:lpstr>Content</vt:lpstr>
      <vt:lpstr>Many thanks to our sponsors: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Geoffroy Dubreuil</cp:lastModifiedBy>
  <cp:revision>1</cp:revision>
  <dcterms:created xsi:type="dcterms:W3CDTF">2024-03-26T13:08:23Z</dcterms:created>
  <dcterms:modified xsi:type="dcterms:W3CDTF">2026-05-04T07:30:50Z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0x010100333502FDC476714EB47BD1BE2BFD7B3D</vt:lpwstr>
  </property>
  <property fmtid="{D5CDD505-2E9C-101B-9397-08002B2CF9AE}" pid="3" name="MediaServiceImageTags">
    <vt:lpwstr/>
  </property>
</Properties>
</file>