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14"/>
  </p:notesMasterIdLst>
  <p:handoutMasterIdLst>
    <p:handoutMasterId r:id="rId15"/>
  </p:handoutMasterIdLst>
  <p:sldIdLst>
    <p:sldId id="271" r:id="rId8"/>
    <p:sldId id="272" r:id="rId9"/>
    <p:sldId id="273" r:id="rId10"/>
    <p:sldId id="261" r:id="rId11"/>
    <p:sldId id="267"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Lst>
        </p14:section>
        <p14:section name="The session" id="{9BCE8471-468A-4538-82B3-E4E62B0A593E}">
          <p14:sldIdLst>
            <p14:sldId id="273"/>
            <p14:sldId id="261"/>
            <p14:sldId id="267"/>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4ED"/>
    <a:srgbClr val="3B2A47"/>
    <a:srgbClr val="3B2B46"/>
    <a:srgbClr val="346297"/>
    <a:srgbClr val="000000"/>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94613-0E0F-4922-8038-9CE4744493F1}" v="1" dt="2026-06-02T08:05:18.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92" d="100"/>
          <a:sy n="92" d="100"/>
        </p:scale>
        <p:origin x="80"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Wheeler" userId="3e7f51299f225c99" providerId="LiveId" clId="{731068E6-5077-4FB3-869C-4E68B251A54E}"/>
    <pc:docChg chg="undo custSel delSld modSld modMainMaster modSection modShowInfo">
      <pc:chgData name="Sean Wheeler" userId="3e7f51299f225c99" providerId="LiveId" clId="{731068E6-5077-4FB3-869C-4E68B251A54E}" dt="2026-06-03T08:50:21.186" v="409" actId="20577"/>
      <pc:docMkLst>
        <pc:docMk/>
      </pc:docMkLst>
      <pc:sldChg chg="del">
        <pc:chgData name="Sean Wheeler" userId="3e7f51299f225c99" providerId="LiveId" clId="{731068E6-5077-4FB3-869C-4E68B251A54E}" dt="2026-06-02T08:19:09.527" v="349" actId="47"/>
        <pc:sldMkLst>
          <pc:docMk/>
          <pc:sldMk cId="2970004164" sldId="259"/>
        </pc:sldMkLst>
      </pc:sldChg>
      <pc:sldChg chg="del">
        <pc:chgData name="Sean Wheeler" userId="3e7f51299f225c99" providerId="LiveId" clId="{731068E6-5077-4FB3-869C-4E68B251A54E}" dt="2026-06-02T08:15:20.327" v="337" actId="47"/>
        <pc:sldMkLst>
          <pc:docMk/>
          <pc:sldMk cId="1101361508" sldId="260"/>
        </pc:sldMkLst>
      </pc:sldChg>
      <pc:sldChg chg="del">
        <pc:chgData name="Sean Wheeler" userId="3e7f51299f225c99" providerId="LiveId" clId="{731068E6-5077-4FB3-869C-4E68B251A54E}" dt="2026-06-02T08:15:20.327" v="337" actId="47"/>
        <pc:sldMkLst>
          <pc:docMk/>
          <pc:sldMk cId="2416780850" sldId="262"/>
        </pc:sldMkLst>
      </pc:sldChg>
      <pc:sldChg chg="del">
        <pc:chgData name="Sean Wheeler" userId="3e7f51299f225c99" providerId="LiveId" clId="{731068E6-5077-4FB3-869C-4E68B251A54E}" dt="2026-06-02T08:15:20.327" v="337" actId="47"/>
        <pc:sldMkLst>
          <pc:docMk/>
          <pc:sldMk cId="3422363708" sldId="263"/>
        </pc:sldMkLst>
      </pc:sldChg>
      <pc:sldChg chg="del">
        <pc:chgData name="Sean Wheeler" userId="3e7f51299f225c99" providerId="LiveId" clId="{731068E6-5077-4FB3-869C-4E68B251A54E}" dt="2026-06-02T08:15:20.327" v="337" actId="47"/>
        <pc:sldMkLst>
          <pc:docMk/>
          <pc:sldMk cId="3317259441" sldId="264"/>
        </pc:sldMkLst>
      </pc:sldChg>
      <pc:sldChg chg="del">
        <pc:chgData name="Sean Wheeler" userId="3e7f51299f225c99" providerId="LiveId" clId="{731068E6-5077-4FB3-869C-4E68B251A54E}" dt="2026-06-02T08:15:20.327" v="337" actId="47"/>
        <pc:sldMkLst>
          <pc:docMk/>
          <pc:sldMk cId="3434842826" sldId="265"/>
        </pc:sldMkLst>
      </pc:sldChg>
      <pc:sldChg chg="del">
        <pc:chgData name="Sean Wheeler" userId="3e7f51299f225c99" providerId="LiveId" clId="{731068E6-5077-4FB3-869C-4E68B251A54E}" dt="2026-06-02T08:15:20.327" v="337" actId="47"/>
        <pc:sldMkLst>
          <pc:docMk/>
          <pc:sldMk cId="2961006699" sldId="266"/>
        </pc:sldMkLst>
      </pc:sldChg>
      <pc:sldChg chg="addSp delSp modSp mod modClrScheme chgLayout">
        <pc:chgData name="Sean Wheeler" userId="3e7f51299f225c99" providerId="LiveId" clId="{731068E6-5077-4FB3-869C-4E68B251A54E}" dt="2026-06-03T08:47:24.927" v="388" actId="6549"/>
        <pc:sldMkLst>
          <pc:docMk/>
          <pc:sldMk cId="751095604" sldId="267"/>
        </pc:sldMkLst>
        <pc:spChg chg="mod ord">
          <ac:chgData name="Sean Wheeler" userId="3e7f51299f225c99" providerId="LiveId" clId="{731068E6-5077-4FB3-869C-4E68B251A54E}" dt="2026-06-02T08:14:45.590" v="334" actId="14100"/>
          <ac:spMkLst>
            <pc:docMk/>
            <pc:sldMk cId="751095604" sldId="267"/>
            <ac:spMk id="2" creationId="{B63F84C9-7486-D81C-EDE7-12CE856D5B81}"/>
          </ac:spMkLst>
        </pc:spChg>
        <pc:spChg chg="mod">
          <ac:chgData name="Sean Wheeler" userId="3e7f51299f225c99" providerId="LiveId" clId="{731068E6-5077-4FB3-869C-4E68B251A54E}" dt="2026-06-03T08:47:24.927" v="388" actId="6549"/>
          <ac:spMkLst>
            <pc:docMk/>
            <pc:sldMk cId="751095604" sldId="267"/>
            <ac:spMk id="5" creationId="{93312970-1382-905E-DF3A-5D367E6E7736}"/>
          </ac:spMkLst>
        </pc:spChg>
        <pc:spChg chg="add del mod">
          <ac:chgData name="Sean Wheeler" userId="3e7f51299f225c99" providerId="LiveId" clId="{731068E6-5077-4FB3-869C-4E68B251A54E}" dt="2026-06-02T08:13:12.239" v="331" actId="6264"/>
          <ac:spMkLst>
            <pc:docMk/>
            <pc:sldMk cId="751095604" sldId="267"/>
            <ac:spMk id="7" creationId="{5FBC6B90-89B6-1AF6-E788-7EA0F4FB58A8}"/>
          </ac:spMkLst>
        </pc:spChg>
        <pc:spChg chg="del">
          <ac:chgData name="Sean Wheeler" userId="3e7f51299f225c99" providerId="LiveId" clId="{731068E6-5077-4FB3-869C-4E68B251A54E}" dt="2026-06-02T08:03:18.515" v="113" actId="21"/>
          <ac:spMkLst>
            <pc:docMk/>
            <pc:sldMk cId="751095604" sldId="267"/>
            <ac:spMk id="8" creationId="{E1AB71D8-13B6-19D4-D417-35FE98068B94}"/>
          </ac:spMkLst>
        </pc:spChg>
        <pc:spChg chg="add del mod ord">
          <ac:chgData name="Sean Wheeler" userId="3e7f51299f225c99" providerId="LiveId" clId="{731068E6-5077-4FB3-869C-4E68B251A54E}" dt="2026-06-02T08:13:16.297" v="332" actId="478"/>
          <ac:spMkLst>
            <pc:docMk/>
            <pc:sldMk cId="751095604" sldId="267"/>
            <ac:spMk id="9" creationId="{4FE81FCA-A53A-C12D-7AA2-BD65324054CB}"/>
          </ac:spMkLst>
        </pc:spChg>
        <pc:spChg chg="add del mod ord">
          <ac:chgData name="Sean Wheeler" userId="3e7f51299f225c99" providerId="LiveId" clId="{731068E6-5077-4FB3-869C-4E68B251A54E}" dt="2026-06-02T08:14:54.079" v="336" actId="478"/>
          <ac:spMkLst>
            <pc:docMk/>
            <pc:sldMk cId="751095604" sldId="267"/>
            <ac:spMk id="10" creationId="{3D89C459-230C-F75F-3898-F67F7FF4B8CF}"/>
          </ac:spMkLst>
        </pc:spChg>
        <pc:picChg chg="del">
          <ac:chgData name="Sean Wheeler" userId="3e7f51299f225c99" providerId="LiveId" clId="{731068E6-5077-4FB3-869C-4E68B251A54E}" dt="2026-06-02T08:02:02.355" v="97" actId="478"/>
          <ac:picMkLst>
            <pc:docMk/>
            <pc:sldMk cId="751095604" sldId="267"/>
            <ac:picMk id="3" creationId="{85C70A3F-032D-3845-C4FF-D1D8123EA728}"/>
          </ac:picMkLst>
        </pc:picChg>
        <pc:picChg chg="add mod">
          <ac:chgData name="Sean Wheeler" userId="3e7f51299f225c99" providerId="LiveId" clId="{731068E6-5077-4FB3-869C-4E68B251A54E}" dt="2026-06-02T08:12:38.562" v="330" actId="1076"/>
          <ac:picMkLst>
            <pc:docMk/>
            <pc:sldMk cId="751095604" sldId="267"/>
            <ac:picMk id="6" creationId="{6B86EDBE-236A-8E32-072A-18D05772D8AF}"/>
          </ac:picMkLst>
        </pc:picChg>
      </pc:sldChg>
      <pc:sldChg chg="del">
        <pc:chgData name="Sean Wheeler" userId="3e7f51299f225c99" providerId="LiveId" clId="{731068E6-5077-4FB3-869C-4E68B251A54E}" dt="2026-06-02T08:19:09.527" v="349" actId="47"/>
        <pc:sldMkLst>
          <pc:docMk/>
          <pc:sldMk cId="986012733" sldId="269"/>
        </pc:sldMkLst>
      </pc:sldChg>
      <pc:sldChg chg="del">
        <pc:chgData name="Sean Wheeler" userId="3e7f51299f225c99" providerId="LiveId" clId="{731068E6-5077-4FB3-869C-4E68B251A54E}" dt="2026-06-02T08:19:09.527" v="349" actId="47"/>
        <pc:sldMkLst>
          <pc:docMk/>
          <pc:sldMk cId="73231530" sldId="270"/>
        </pc:sldMkLst>
      </pc:sldChg>
      <pc:sldChg chg="modSp mod">
        <pc:chgData name="Sean Wheeler" userId="3e7f51299f225c99" providerId="LiveId" clId="{731068E6-5077-4FB3-869C-4E68B251A54E}" dt="2026-06-02T08:00:38.706" v="21" actId="20577"/>
        <pc:sldMkLst>
          <pc:docMk/>
          <pc:sldMk cId="3315886587" sldId="272"/>
        </pc:sldMkLst>
        <pc:spChg chg="mod">
          <ac:chgData name="Sean Wheeler" userId="3e7f51299f225c99" providerId="LiveId" clId="{731068E6-5077-4FB3-869C-4E68B251A54E}" dt="2026-06-02T08:00:38.706" v="21" actId="20577"/>
          <ac:spMkLst>
            <pc:docMk/>
            <pc:sldMk cId="3315886587" sldId="272"/>
            <ac:spMk id="3" creationId="{512BD2B3-5213-AE89-B245-3E2067844782}"/>
          </ac:spMkLst>
        </pc:spChg>
      </pc:sldChg>
      <pc:sldChg chg="modSp mod">
        <pc:chgData name="Sean Wheeler" userId="3e7f51299f225c99" providerId="LiveId" clId="{731068E6-5077-4FB3-869C-4E68B251A54E}" dt="2026-06-02T08:01:35.008" v="96" actId="20577"/>
        <pc:sldMkLst>
          <pc:docMk/>
          <pc:sldMk cId="2193816839" sldId="273"/>
        </pc:sldMkLst>
        <pc:spChg chg="mod">
          <ac:chgData name="Sean Wheeler" userId="3e7f51299f225c99" providerId="LiveId" clId="{731068E6-5077-4FB3-869C-4E68B251A54E}" dt="2026-06-02T08:00:51.710" v="35" actId="20577"/>
          <ac:spMkLst>
            <pc:docMk/>
            <pc:sldMk cId="2193816839" sldId="273"/>
            <ac:spMk id="3" creationId="{FB22B504-146E-1966-17CE-BB797BC6083D}"/>
          </ac:spMkLst>
        </pc:spChg>
        <pc:spChg chg="mod">
          <ac:chgData name="Sean Wheeler" userId="3e7f51299f225c99" providerId="LiveId" clId="{731068E6-5077-4FB3-869C-4E68B251A54E}" dt="2026-06-02T08:01:35.008" v="96" actId="20577"/>
          <ac:spMkLst>
            <pc:docMk/>
            <pc:sldMk cId="2193816839" sldId="273"/>
            <ac:spMk id="4" creationId="{0E2348EB-2258-5792-670F-322202E630B4}"/>
          </ac:spMkLst>
        </pc:spChg>
      </pc:sldChg>
      <pc:sldChg chg="addSp delSp modSp mod">
        <pc:chgData name="Sean Wheeler" userId="3e7f51299f225c99" providerId="LiveId" clId="{731068E6-5077-4FB3-869C-4E68B251A54E}" dt="2026-06-02T08:16:09.553" v="347" actId="1076"/>
        <pc:sldMkLst>
          <pc:docMk/>
          <pc:sldMk cId="923274605" sldId="274"/>
        </pc:sldMkLst>
        <pc:spChg chg="del">
          <ac:chgData name="Sean Wheeler" userId="3e7f51299f225c99" providerId="LiveId" clId="{731068E6-5077-4FB3-869C-4E68B251A54E}" dt="2026-06-02T08:15:29.569" v="338" actId="478"/>
          <ac:spMkLst>
            <pc:docMk/>
            <pc:sldMk cId="923274605" sldId="274"/>
            <ac:spMk id="3" creationId="{235B4D48-A37C-7891-D6FA-D82A634784ED}"/>
          </ac:spMkLst>
        </pc:spChg>
        <pc:picChg chg="add mod">
          <ac:chgData name="Sean Wheeler" userId="3e7f51299f225c99" providerId="LiveId" clId="{731068E6-5077-4FB3-869C-4E68B251A54E}" dt="2026-06-02T08:16:09.553" v="347" actId="1076"/>
          <ac:picMkLst>
            <pc:docMk/>
            <pc:sldMk cId="923274605" sldId="274"/>
            <ac:picMk id="7" creationId="{B0C98EAB-771A-3FAF-2161-83EC09EF2F72}"/>
          </ac:picMkLst>
        </pc:picChg>
      </pc:sldChg>
      <pc:sldMasterChg chg="addSp modSp mod">
        <pc:chgData name="Sean Wheeler" userId="3e7f51299f225c99" providerId="LiveId" clId="{731068E6-5077-4FB3-869C-4E68B251A54E}" dt="2026-06-03T08:50:21.186" v="409" actId="20577"/>
        <pc:sldMasterMkLst>
          <pc:docMk/>
          <pc:sldMasterMk cId="2577699735" sldId="2147483684"/>
        </pc:sldMasterMkLst>
        <pc:spChg chg="mod">
          <ac:chgData name="Sean Wheeler" userId="3e7f51299f225c99" providerId="LiveId" clId="{731068E6-5077-4FB3-869C-4E68B251A54E}" dt="2026-06-03T08:50:21.186" v="409" actId="20577"/>
          <ac:spMkLst>
            <pc:docMk/>
            <pc:sldMasterMk cId="2577699735" sldId="2147483684"/>
            <ac:spMk id="10" creationId="{6122872C-58E4-4D8E-43AD-82C6D51A6C2A}"/>
          </ac:spMkLst>
        </pc:spChg>
        <pc:picChg chg="add mod">
          <ac:chgData name="Sean Wheeler" userId="3e7f51299f225c99" providerId="LiveId" clId="{731068E6-5077-4FB3-869C-4E68B251A54E}" dt="2026-06-02T08:10:51.619" v="311" actId="1076"/>
          <ac:picMkLst>
            <pc:docMk/>
            <pc:sldMasterMk cId="2577699735" sldId="2147483684"/>
            <ac:picMk id="5" creationId="{630747D3-C743-7A5C-1181-987629DACEB8}"/>
          </ac:picMkLst>
        </pc:picChg>
        <pc:picChg chg="add mod">
          <ac:chgData name="Sean Wheeler" userId="3e7f51299f225c99" providerId="LiveId" clId="{731068E6-5077-4FB3-869C-4E68B251A54E}" dt="2026-06-03T08:49:41.641" v="404" actId="1037"/>
          <ac:picMkLst>
            <pc:docMk/>
            <pc:sldMasterMk cId="2577699735" sldId="2147483684"/>
            <ac:picMk id="9" creationId="{2529DAB7-35BF-235C-4F0B-C3ECD2D1D0D4}"/>
          </ac:picMkLst>
        </pc:pic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03/06/2026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03/06/2026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10.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6</a:t>
            </a:fld>
            <a:endParaRPr lang="en-GB"/>
          </a:p>
        </p:txBody>
      </p:sp>
    </p:spTree>
    <p:extLst>
      <p:ext uri="{BB962C8B-B14F-4D97-AF65-F5344CB8AC3E}">
        <p14:creationId xmlns:p14="http://schemas.microsoft.com/office/powerpoint/2010/main" val="168630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svg"/><Relationship Id="rId1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17" Type="http://schemas.openxmlformats.org/officeDocument/2006/relationships/image" Target="../media/image8.png"/><Relationship Id="rId2" Type="http://schemas.openxmlformats.org/officeDocument/2006/relationships/slideLayout" Target="../slideLayouts/slideLayout8.xml"/><Relationship Id="rId16"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7.sv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10;&#10;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3" name="Espace réservé du numéro de diapositive 5">
            <a:extLst>
              <a:ext uri="{FF2B5EF4-FFF2-40B4-BE49-F238E27FC236}">
                <a16:creationId xmlns:a16="http://schemas.microsoft.com/office/drawing/2014/main" id="{FC40251A-A850-BFFB-8B10-8DF9490B82FC}"/>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rgbClr val="3B2B46"/>
                </a:solidFill>
              </a:rPr>
              <a:t>@yourfavoritesocmedhandle</a:t>
            </a:r>
          </a:p>
        </p:txBody>
      </p:sp>
      <p:sp>
        <p:nvSpPr>
          <p:cNvPr id="4" name="Rectangle 3">
            <a:extLst>
              <a:ext uri="{FF2B5EF4-FFF2-40B4-BE49-F238E27FC236}">
                <a16:creationId xmlns:a16="http://schemas.microsoft.com/office/drawing/2014/main" id="{BB4BA6D3-5703-2B33-8381-A6B521E4EF59}"/>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que 4">
            <a:extLst>
              <a:ext uri="{FF2B5EF4-FFF2-40B4-BE49-F238E27FC236}">
                <a16:creationId xmlns:a16="http://schemas.microsoft.com/office/drawing/2014/main" id="{5940FBC8-A0C6-2B5F-1902-D32A817C999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702387" y="6400644"/>
            <a:ext cx="233674" cy="233674"/>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6" y="6335963"/>
            <a:ext cx="435201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B2B46"/>
                </a:solidFill>
              </a:rPr>
              <a:t>         </a:t>
            </a:r>
            <a:r>
              <a:rPr lang="en-GB" b="1" dirty="0" err="1">
                <a:solidFill>
                  <a:srgbClr val="3B2B46"/>
                </a:solidFill>
              </a:rPr>
              <a:t>sdwheeler</a:t>
            </a:r>
            <a:r>
              <a:rPr lang="en-GB" b="1">
                <a:solidFill>
                  <a:srgbClr val="3B2B46"/>
                </a:solidFill>
              </a:rPr>
              <a:t>            </a:t>
            </a:r>
            <a:r>
              <a:rPr lang="en-GB" b="1" dirty="0">
                <a:solidFill>
                  <a:srgbClr val="3B2B46"/>
                </a:solidFill>
              </a:rPr>
              <a:t>/</a:t>
            </a:r>
            <a:r>
              <a:rPr lang="en-GB" b="1" dirty="0" err="1">
                <a:solidFill>
                  <a:srgbClr val="3B2B46"/>
                </a:solidFill>
              </a:rPr>
              <a:t>scriptingsean</a:t>
            </a:r>
            <a:endParaRPr lang="en-GB" b="1" dirty="0">
              <a:solidFill>
                <a:srgbClr val="3B2B46"/>
              </a:solidFill>
            </a:endParaRP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12" name="Image 11" descr="Une image contenant Police, Graphique, capture d’écran, graphisme&#10;&#10;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5" name="Graphique 14">
            <a:extLst>
              <a:ext uri="{FF2B5EF4-FFF2-40B4-BE49-F238E27FC236}">
                <a16:creationId xmlns:a16="http://schemas.microsoft.com/office/drawing/2014/main" id="{E16A90F8-D789-E1FC-28F1-B2BFBC4CCE32}"/>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6636662" y="6335963"/>
            <a:ext cx="365125" cy="365125"/>
          </a:xfrm>
          <a:prstGeom prst="rect">
            <a:avLst/>
          </a:prstGeom>
        </p:spPr>
      </p:pic>
      <p:sp>
        <p:nvSpPr>
          <p:cNvPr id="18" name="Rectangle 17">
            <a:extLst>
              <a:ext uri="{FF2B5EF4-FFF2-40B4-BE49-F238E27FC236}">
                <a16:creationId xmlns:a16="http://schemas.microsoft.com/office/drawing/2014/main" id="{426EC41D-2CB6-0B12-C26A-46F016046178}"/>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Graphique 23">
            <a:extLst>
              <a:ext uri="{FF2B5EF4-FFF2-40B4-BE49-F238E27FC236}">
                <a16:creationId xmlns:a16="http://schemas.microsoft.com/office/drawing/2014/main" id="{14057C36-7CA7-EB30-FD33-9F60CDAC5026}"/>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702387" y="6400644"/>
            <a:ext cx="233674" cy="233674"/>
          </a:xfrm>
          <a:prstGeom prst="rect">
            <a:avLst/>
          </a:prstGeom>
        </p:spPr>
      </p:pic>
      <p:pic>
        <p:nvPicPr>
          <p:cNvPr id="5" name="Picture 4">
            <a:extLst>
              <a:ext uri="{FF2B5EF4-FFF2-40B4-BE49-F238E27FC236}">
                <a16:creationId xmlns:a16="http://schemas.microsoft.com/office/drawing/2014/main" id="{630747D3-C743-7A5C-1181-987629DACEB8}"/>
              </a:ext>
            </a:extLst>
          </p:cNvPr>
          <p:cNvPicPr>
            <a:picLocks noChangeAspect="1"/>
          </p:cNvPicPr>
          <p:nvPr userDrawn="1"/>
        </p:nvPicPr>
        <p:blipFill>
          <a:blip r:embed="rId17"/>
          <a:stretch>
            <a:fillRect/>
          </a:stretch>
        </p:blipFill>
        <p:spPr>
          <a:xfrm>
            <a:off x="7151783" y="6278601"/>
            <a:ext cx="406756" cy="445495"/>
          </a:xfrm>
          <a:prstGeom prst="rect">
            <a:avLst/>
          </a:prstGeom>
        </p:spPr>
      </p:pic>
      <p:pic>
        <p:nvPicPr>
          <p:cNvPr id="9" name="Picture 8">
            <a:extLst>
              <a:ext uri="{FF2B5EF4-FFF2-40B4-BE49-F238E27FC236}">
                <a16:creationId xmlns:a16="http://schemas.microsoft.com/office/drawing/2014/main" id="{2529DAB7-35BF-235C-4F0B-C3ECD2D1D0D4}"/>
              </a:ext>
            </a:extLst>
          </p:cNvPr>
          <p:cNvPicPr>
            <a:picLocks noChangeAspect="1"/>
          </p:cNvPicPr>
          <p:nvPr userDrawn="1"/>
        </p:nvPicPr>
        <p:blipFill>
          <a:blip r:embed="rId18"/>
          <a:stretch>
            <a:fillRect/>
          </a:stretch>
        </p:blipFill>
        <p:spPr>
          <a:xfrm>
            <a:off x="8817531" y="6316571"/>
            <a:ext cx="353335" cy="332551"/>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eanonit.org/docs"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b="1" i="1" dirty="0">
                <a:latin typeface="Segoe UI" panose="020B0502040204020203" pitchFamily="34" charset="0"/>
                <a:cs typeface="Segoe UI" panose="020B0502040204020203" pitchFamily="34" charset="0"/>
              </a:rPr>
              <a:t>Sean Wheeler</a:t>
            </a: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b="1" i="1" dirty="0"/>
              <a:t>Sean Wheeler</a:t>
            </a:r>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dirty="0">
                <a:solidFill>
                  <a:srgbClr val="346296"/>
                </a:solidFill>
                <a:latin typeface="+mn-lt"/>
              </a:rPr>
              <a:t>Create one profile script for every platform</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err="1">
                <a:solidFill>
                  <a:srgbClr val="3B2A47"/>
                </a:solidFill>
                <a:effectLst/>
                <a:latin typeface="Calibri" panose="020F0502020204030204" pitchFamily="34" charset="0"/>
                <a:ea typeface="+mn-ea"/>
                <a:cs typeface="+mn-cs"/>
              </a:rPr>
              <a:t>Many</a:t>
            </a:r>
            <a:r>
              <a:rPr lang="fr-FR" sz="4000" b="1" kern="1200">
                <a:solidFill>
                  <a:srgbClr val="3B2A47"/>
                </a:solidFill>
                <a:effectLst/>
                <a:latin typeface="Calibri" panose="020F0502020204030204" pitchFamily="34" charset="0"/>
                <a:ea typeface="+mn-ea"/>
                <a:cs typeface="+mn-cs"/>
              </a:rPr>
              <a:t> </a:t>
            </a:r>
            <a:r>
              <a:rPr lang="fr-FR" sz="4000" b="1" kern="1200" err="1">
                <a:solidFill>
                  <a:srgbClr val="3B2A47"/>
                </a:solidFill>
                <a:effectLst/>
                <a:latin typeface="Calibri" panose="020F0502020204030204" pitchFamily="34" charset="0"/>
                <a:ea typeface="+mn-ea"/>
                <a:cs typeface="+mn-cs"/>
              </a:rPr>
              <a:t>thanks</a:t>
            </a:r>
            <a:r>
              <a:rPr lang="fr-FR" sz="4000" b="1" kern="1200">
                <a:solidFill>
                  <a:srgbClr val="3B2A47"/>
                </a:solidFill>
                <a:effectLst/>
                <a:latin typeface="Calibri" panose="020F0502020204030204" pitchFamily="34" charset="0"/>
                <a:ea typeface="+mn-ea"/>
                <a:cs typeface="+mn-cs"/>
              </a:rPr>
              <a:t> to </a:t>
            </a:r>
            <a:r>
              <a:rPr lang="fr-FR" sz="4000" b="1" kern="1200" err="1">
                <a:solidFill>
                  <a:srgbClr val="3B2A47"/>
                </a:solidFill>
                <a:effectLst/>
                <a:latin typeface="Calibri" panose="020F0502020204030204" pitchFamily="34" charset="0"/>
                <a:ea typeface="+mn-ea"/>
                <a:cs typeface="+mn-cs"/>
              </a:rPr>
              <a:t>our</a:t>
            </a:r>
            <a:r>
              <a:rPr lang="fr-FR" sz="4000" b="1" kern="1200">
                <a:solidFill>
                  <a:srgbClr val="3B2A47"/>
                </a:solidFill>
                <a:effectLst/>
                <a:latin typeface="Calibri" panose="020F0502020204030204" pitchFamily="34" charset="0"/>
                <a:ea typeface="+mn-ea"/>
                <a:cs typeface="+mn-cs"/>
              </a:rPr>
              <a:t> sponsors:</a:t>
            </a:r>
            <a:endParaRPr lang="en-DE">
              <a:solidFill>
                <a:srgbClr val="3B2A47"/>
              </a:solidFill>
            </a:endParaRPr>
          </a:p>
        </p:txBody>
      </p:sp>
      <p:pic>
        <p:nvPicPr>
          <p:cNvPr id="8" name="Graphique 7">
            <a:extLst>
              <a:ext uri="{FF2B5EF4-FFF2-40B4-BE49-F238E27FC236}">
                <a16:creationId xmlns:a16="http://schemas.microsoft.com/office/drawing/2014/main" id="{C4BDF3A9-64A1-2EA9-AABD-6B9AFBACB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2212" y="2028538"/>
            <a:ext cx="8666978" cy="3146276"/>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7886486"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dirty="0"/>
              <a:t>Principal Content Developer</a:t>
            </a:r>
          </a:p>
          <a:p>
            <a:pPr>
              <a:buFont typeface="Wingdings" panose="05000000000000000000" pitchFamily="2" charset="2"/>
              <a:buChar char="§"/>
            </a:pPr>
            <a:r>
              <a:rPr lang="en-US" dirty="0"/>
              <a:t>28 years at Microsoft</a:t>
            </a:r>
          </a:p>
          <a:p>
            <a:pPr>
              <a:buFont typeface="Wingdings" panose="05000000000000000000" pitchFamily="2" charset="2"/>
              <a:buChar char="§"/>
            </a:pPr>
            <a:r>
              <a:rPr lang="en-US" dirty="0"/>
              <a:t>10 years writing the docs for PowerShell</a:t>
            </a:r>
          </a:p>
          <a:p>
            <a:pPr>
              <a:buFont typeface="Wingdings" panose="05000000000000000000" pitchFamily="2" charset="2"/>
              <a:buChar char="§"/>
            </a:pPr>
            <a:r>
              <a:rPr lang="en-US" dirty="0">
                <a:hlinkClick r:id="rId2"/>
              </a:rPr>
              <a:t>https://seanonit.org/docs</a:t>
            </a:r>
            <a:r>
              <a:rPr lang="en-US" dirty="0"/>
              <a:t> </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803904" y="365125"/>
            <a:ext cx="6767576" cy="1325563"/>
          </a:xfrm>
        </p:spPr>
        <p:txBody>
          <a:bodyPr>
            <a:normAutofit/>
          </a:bodyPr>
          <a:lstStyle/>
          <a:p>
            <a:r>
              <a:rPr lang="en-DE" dirty="0"/>
              <a:t>S</a:t>
            </a:r>
            <a:r>
              <a:rPr lang="en-US" dirty="0" err="1"/>
              <a:t>ean</a:t>
            </a:r>
            <a:r>
              <a:rPr lang="en-US" dirty="0"/>
              <a:t> Wheeler</a:t>
            </a:r>
            <a:endParaRPr lang="en-DE" dirty="0"/>
          </a:p>
        </p:txBody>
      </p:sp>
      <p:pic>
        <p:nvPicPr>
          <p:cNvPr id="6" name="Picture 5">
            <a:extLst>
              <a:ext uri="{FF2B5EF4-FFF2-40B4-BE49-F238E27FC236}">
                <a16:creationId xmlns:a16="http://schemas.microsoft.com/office/drawing/2014/main" id="{6B86EDBE-236A-8E32-072A-18D05772D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751" y="412680"/>
            <a:ext cx="2880366" cy="2880366"/>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GIVE ME FEEDBACK</a:t>
            </a:r>
          </a:p>
        </p:txBody>
      </p:sp>
      <p:sp>
        <p:nvSpPr>
          <p:cNvPr id="4" name="Rectangle 3">
            <a:extLst>
              <a:ext uri="{FF2B5EF4-FFF2-40B4-BE49-F238E27FC236}">
                <a16:creationId xmlns:a16="http://schemas.microsoft.com/office/drawing/2014/main" id="{C98D9FEC-D0B6-03AA-2C12-1CA5AE4EB596}"/>
              </a:ext>
            </a:extLst>
          </p:cNvPr>
          <p:cNvSpPr/>
          <p:nvPr/>
        </p:nvSpPr>
        <p:spPr>
          <a:xfrm>
            <a:off x="3831771" y="2046514"/>
            <a:ext cx="3868058" cy="3868058"/>
          </a:xfrm>
          <a:prstGeom prst="rect">
            <a:avLst/>
          </a:prstGeom>
          <a:noFill/>
          <a:ln w="38100">
            <a:solidFill>
              <a:srgbClr val="3B2A4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prstDash val="dash"/>
              </a:ln>
            </a:endParaRPr>
          </a:p>
        </p:txBody>
      </p:sp>
      <p:sp>
        <p:nvSpPr>
          <p:cNvPr id="5" name="ZoneTexte 4">
            <a:extLst>
              <a:ext uri="{FF2B5EF4-FFF2-40B4-BE49-F238E27FC236}">
                <a16:creationId xmlns:a16="http://schemas.microsoft.com/office/drawing/2014/main" id="{2CD424B4-E900-F6B6-EAA3-A874A8F70DAC}"/>
              </a:ext>
            </a:extLst>
          </p:cNvPr>
          <p:cNvSpPr txBox="1"/>
          <p:nvPr/>
        </p:nvSpPr>
        <p:spPr>
          <a:xfrm>
            <a:off x="4049486" y="3380378"/>
            <a:ext cx="3461657" cy="1200329"/>
          </a:xfrm>
          <a:prstGeom prst="rect">
            <a:avLst/>
          </a:prstGeom>
          <a:noFill/>
        </p:spPr>
        <p:txBody>
          <a:bodyPr wrap="square" rtlCol="0">
            <a:spAutoFit/>
          </a:bodyPr>
          <a:lstStyle/>
          <a:p>
            <a:pPr algn="ctr"/>
            <a:r>
              <a:rPr lang="en-GB" sz="2400" b="1">
                <a:latin typeface="Acumin Pro Black" panose="020B0904020202020204" pitchFamily="34" charset="0"/>
              </a:rPr>
              <a:t>INSERT YOUR SESSION QRCODE HERE</a:t>
            </a:r>
          </a:p>
        </p:txBody>
      </p:sp>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3433" y="1514958"/>
            <a:ext cx="1679652" cy="1865420"/>
          </a:xfrm>
          <a:prstGeom prst="rect">
            <a:avLst/>
          </a:prstGeom>
        </p:spPr>
      </p:pic>
      <p:pic>
        <p:nvPicPr>
          <p:cNvPr id="7" name="Picture 6">
            <a:extLst>
              <a:ext uri="{FF2B5EF4-FFF2-40B4-BE49-F238E27FC236}">
                <a16:creationId xmlns:a16="http://schemas.microsoft.com/office/drawing/2014/main" id="{B0C98EAB-771A-3FAF-2161-83EC09EF2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4058" y="1924938"/>
            <a:ext cx="3992512" cy="4111208"/>
          </a:xfrm>
          <a:prstGeom prst="rect">
            <a:avLst/>
          </a:prstGeom>
        </p:spPr>
      </p:pic>
    </p:spTree>
    <p:extLst>
      <p:ext uri="{BB962C8B-B14F-4D97-AF65-F5344CB8AC3E}">
        <p14:creationId xmlns:p14="http://schemas.microsoft.com/office/powerpoint/2010/main" val="923274605"/>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A9C06E3-346E-408E-B352-32E922A070CE}">
  <ds:schemaRefs>
    <ds:schemaRef ds:uri="2347cc20-e10c-452d-848a-c18e83138525"/>
    <ds:schemaRef ds:uri="58c243a5-121d-4837-b81c-114e1b569ece"/>
    <ds:schemaRef ds:uri="77f18391-c91f-4725-9130-63caf76c1806"/>
    <ds:schemaRef ds:uri="85c0ce47-fe9c-4809-bf88-519c39a738e6"/>
    <ds:schemaRef ds:uri="abdc9a1f-962e-4235-838d-61f9c438f4db"/>
    <ds:schemaRef ds:uri="de47e97d-64fd-4aef-b10e-fd7d6cfcfcf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7D9B22B-F436-4FE5-B6C0-65AB2260F5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128</TotalTime>
  <Words>789</Words>
  <Application>Microsoft Office PowerPoint</Application>
  <PresentationFormat>Widescreen</PresentationFormat>
  <Paragraphs>70</Paragraphs>
  <Slides>6</Slides>
  <Notes>4</Notes>
  <HiddenSlides>1</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6</vt:i4>
      </vt:variant>
    </vt:vector>
  </HeadingPairs>
  <TitlesOfParts>
    <vt:vector size="18" baseType="lpstr">
      <vt:lpstr>Acumin Pro Black</vt:lpstr>
      <vt:lpstr>Aptos</vt:lpstr>
      <vt:lpstr>Arial</vt:lpstr>
      <vt:lpstr>Calibri</vt:lpstr>
      <vt:lpstr>Segoe UI</vt:lpstr>
      <vt:lpstr>Segoe UI Light</vt:lpstr>
      <vt:lpstr>Stencil</vt:lpstr>
      <vt:lpstr>Wingdings</vt:lpstr>
      <vt:lpstr>Title</vt:lpstr>
      <vt:lpstr>Blank</vt:lpstr>
      <vt:lpstr>Speaker's slide</vt:lpstr>
      <vt:lpstr>Content</vt:lpstr>
      <vt:lpstr>README</vt:lpstr>
      <vt:lpstr>Next Up:</vt:lpstr>
      <vt:lpstr>Create one profile script for every platform</vt:lpstr>
      <vt:lpstr>Many thanks to our sponsors:</vt:lpstr>
      <vt:lpstr>Sean Wheeler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Sean Wheeler</cp:lastModifiedBy>
  <cp:revision>2</cp:revision>
  <dcterms:created xsi:type="dcterms:W3CDTF">2024-03-26T13:08:23Z</dcterms:created>
  <dcterms:modified xsi:type="dcterms:W3CDTF">2026-06-03T08:50:22Z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